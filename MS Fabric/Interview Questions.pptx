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C51F7-7833-C784-FD46-5459B66C50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5AEBB1-0E55-9FE7-1C76-DB77963B49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2DAEE-EBD8-2781-386F-C8C8D9D31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AE38E-CBF9-4377-840F-40238855EB63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59807A-2CF4-40D9-A1FE-7F3ECC54C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2370C9-388A-3BD8-82C9-7F85CAE50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82671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E0A62-E75D-C468-56A3-B590C4EAB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2B9ED-67E9-94EE-D108-7E9BA6DDED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C2F6B8-60DF-C68A-ABD1-DDB78492A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AE38E-CBF9-4377-840F-40238855EB63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1BB04D-ED49-3AF1-7979-5FD828DEB2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15F38C-F8FD-3CEC-E438-20A5DC79A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10667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A07B4-6A52-937A-CDF3-07B8C044D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3452B-36E5-43A4-AC7E-1007FBD9E1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199785-C58F-9041-B551-800B4C9E9E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AE38E-CBF9-4377-840F-40238855EB63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56788A-C6FD-59B6-A5AD-CE79071F2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6291BC-51DE-9D80-06C5-BB9EFC313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70780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389FB-CA6B-8D06-0BEF-D4FA40736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E148C-543F-C585-746A-E889E81CDB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1AACF1-88D4-76F8-6226-BF48FC4AF9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1BEDD9-27BA-D22C-4AE6-62AA24388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AE38E-CBF9-4377-840F-40238855EB63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628144-7E0B-6792-96FA-2C6C6C554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56330B-44A0-B73F-D1C0-86C5EA270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751238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3325D-7A37-2E02-C1D6-1E1FF38A6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8901EC-9A57-5E94-A426-B51BB97881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7EE62B-777B-D743-2081-AA61C62A69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54F44E-4B2C-FA20-0CBC-25C1D9D9A3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8E659D-82CD-54F5-2B50-302D3B0C41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AB1DAF-A6CE-698B-CF73-EADF45A61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AE38E-CBF9-4377-840F-40238855EB63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139AE5-35AD-C5B0-B8D7-E4C90CB62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6E798-230B-D136-AE5F-14983496F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33134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4D446-1714-A6EF-96A4-047C327A7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A8769E-55D4-E94E-A266-BA81D3EA9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AE38E-CBF9-4377-840F-40238855EB63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0C87F-6D13-2F3B-0D7A-E59896D85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A037C9-ABB7-128B-9DBE-197058423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91637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D0221F-202F-435A-3EF5-865F7F8B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AE38E-CBF9-4377-840F-40238855EB63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2A82BD-E9FD-C8C0-A13A-30C886B12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8AD491-7BDA-D086-FCE3-B69356CFA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561321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36239-DD76-2765-748C-920FDB08E3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06CE5-EA8A-8BDA-19B1-BA749F61AF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080E43-79EE-388C-1CEF-1F1EC49800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17592E-EF20-5E0C-C86D-6A2A5E206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AE38E-CBF9-4377-840F-40238855EB63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336714-5606-CDDD-19BC-672CF0225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E9F05D-EFF0-562D-D3E9-DC75D89CA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395538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AD20D-442A-9E1D-2283-537BD5BA9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31158A-2797-BBD0-033E-4C0A603C70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099C4C-968F-6808-C57C-96199CED34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A7C0AB-7C4A-9A2D-420B-9FB8996E8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AE38E-CBF9-4377-840F-40238855EB63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7748B5-F825-F2E6-593F-616E99B19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378DD1-445E-E003-6AE0-875A85EC9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48223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A3495-0F1B-DE9F-5842-07BE52658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A24EB6-189F-56A1-C04A-93CD260100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28A024-D63F-5115-BE8D-810A8BBFE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AE38E-CBF9-4377-840F-40238855EB63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2C6B7-0FBB-8B67-EA0E-3B8A1E5A2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3BC0A7-1376-BC8A-4678-54CB17AD6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067253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FEA80E-A88D-FB89-AE7C-45C04EDDE2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66902B-B089-7621-5B4F-36325FB2A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A6A674-F97F-F33C-13AE-A22959B7F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AE38E-CBF9-4377-840F-40238855EB63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92A4CB-A46E-482E-4600-35B56AFE1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96DB52-6B29-6793-07FA-C91BE7DE1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03475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B72E66-A1A5-31BE-7221-23102A526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92AD54-49F9-576A-438D-691AAD1CA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E3614-7B1F-5B38-04BB-BC0288A998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2AE38E-CBF9-4377-840F-40238855EB63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9BEC6F-3078-EC7E-1650-BBA70EF8C3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1C4DAE-B5FD-F06E-ADE9-14AC23D450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943531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A5CD5-4D8E-F389-63B5-62FE90AE6C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8933" y="0"/>
            <a:ext cx="9144000" cy="477837"/>
          </a:xfrm>
        </p:spPr>
        <p:txBody>
          <a:bodyPr>
            <a:noAutofit/>
          </a:bodyPr>
          <a:lstStyle/>
          <a:p>
            <a:r>
              <a:rPr lang="en-GB" sz="2400" dirty="0"/>
              <a:t>Interview questions</a:t>
            </a:r>
            <a:endParaRPr lang="en-BE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FFDDA7-5676-F54F-F8D8-1727F6836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34" y="-13496"/>
            <a:ext cx="3031764" cy="15274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0C0E0A-A887-8691-6564-14A8CF35F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599242"/>
            <a:ext cx="3117635" cy="13975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D3C66A0-656A-2DB9-671D-13437C0209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225" y="3082043"/>
            <a:ext cx="3117635" cy="16012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AC0B010-E839-65D1-D133-D8F1CB1896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2" y="4768543"/>
            <a:ext cx="2976912" cy="16012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D226ABB-852F-6CBF-7761-3874E46623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1187" y="588935"/>
            <a:ext cx="3327628" cy="112330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C62DF7E-3A89-7E91-5790-AF42B6E467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6860" y="1814693"/>
            <a:ext cx="3179438" cy="143887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5085BE4-1BFE-B8F6-E550-461E4017FB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71187" y="3356020"/>
            <a:ext cx="3117635" cy="176481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CA912DF-5E45-D7C3-9AAC-2D96CFCE11D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95305" y="101871"/>
            <a:ext cx="3048240" cy="127747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81EBEB6-18B7-970B-5078-7A282EB8549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95305" y="1514002"/>
            <a:ext cx="2908910" cy="156804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1AC47E0-BF11-A88B-2B08-96B52B5427F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95305" y="3139443"/>
            <a:ext cx="2852376" cy="176481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168C18C-AE3E-95AE-719E-C0A3C4265A1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35177" y="5120835"/>
            <a:ext cx="4237087" cy="142506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F27D953-1E61-A587-5F6C-0E50BB55FFC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30255" y="4335360"/>
            <a:ext cx="2728096" cy="45145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625B0FC-C71F-FE77-46F7-A179003CAA2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26688" y="1896533"/>
            <a:ext cx="2528820" cy="2438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287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BF34F-9C19-7126-681B-5E72D9029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57FF4-4D14-62F9-5215-6BB264203D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8933" y="0"/>
            <a:ext cx="9144000" cy="477837"/>
          </a:xfrm>
        </p:spPr>
        <p:txBody>
          <a:bodyPr>
            <a:noAutofit/>
          </a:bodyPr>
          <a:lstStyle/>
          <a:p>
            <a:r>
              <a:rPr lang="en-GB" sz="2400" dirty="0"/>
              <a:t>Interview questions</a:t>
            </a:r>
            <a:endParaRPr lang="en-BE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0DD3AD-91D1-A54B-9F3D-2461B457B2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58" y="238918"/>
            <a:ext cx="3418417" cy="12945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68256A9-4511-A5E1-9AD4-493637B95E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53" y="1533075"/>
            <a:ext cx="2496215" cy="10666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E82D3E2-E23F-A325-AED3-776DE90FFA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748989"/>
            <a:ext cx="3115159" cy="124728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D817EB0-53EB-25A7-39B1-9C181F5128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2770" y="378046"/>
            <a:ext cx="2818762" cy="224468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D2628D8-2201-EBE6-DAD0-B21B8C551A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5144" y="2748989"/>
            <a:ext cx="3254930" cy="135571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8D1A0C3-91F8-54E9-9F2A-16F92AB8AC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55158" y="4230955"/>
            <a:ext cx="3387267" cy="1503999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6E355FA3-265B-9474-FF7C-5A8074CEDDD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9369" y="378046"/>
            <a:ext cx="3144034" cy="1501628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61ABD5B-3FE5-2921-19C7-C6E998CFD4A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2671" y="1902292"/>
            <a:ext cx="3265746" cy="1394294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5C82457-F4BE-B22D-5BD8-BE832BF9AD5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03424" y="3255567"/>
            <a:ext cx="2286198" cy="891617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7DE3DEA5-FD71-0FF4-19FB-CAB38B834DC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99474" y="4317010"/>
            <a:ext cx="3323459" cy="1555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469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20D77-80B0-5DF7-4F01-620F50E66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E1992-6FEA-5622-E3FF-D9D3501DE6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8933" y="0"/>
            <a:ext cx="9144000" cy="477837"/>
          </a:xfrm>
        </p:spPr>
        <p:txBody>
          <a:bodyPr>
            <a:noAutofit/>
          </a:bodyPr>
          <a:lstStyle/>
          <a:p>
            <a:r>
              <a:rPr lang="en-GB" sz="2400" dirty="0"/>
              <a:t>Interview questions</a:t>
            </a:r>
            <a:endParaRPr lang="en-BE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57DE28-6B84-D66B-6EA2-5DF0069574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73" y="399386"/>
            <a:ext cx="3234726" cy="14681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CDEB7EB-C788-AB96-9409-DFAAFBC6FD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387" y="2148783"/>
            <a:ext cx="3463671" cy="1811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331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995</TotalTime>
  <Words>6</Words>
  <Application>Microsoft Office PowerPoint</Application>
  <PresentationFormat>Widescreen</PresentationFormat>
  <Paragraphs>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Interview questions</vt:lpstr>
      <vt:lpstr>Interview questions</vt:lpstr>
      <vt:lpstr>Interview 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Coulibaly Oumar</dc:creator>
  <cp:lastModifiedBy>Coulibaly Oumar</cp:lastModifiedBy>
  <cp:revision>20</cp:revision>
  <dcterms:created xsi:type="dcterms:W3CDTF">2026-04-06T07:00:19Z</dcterms:created>
  <dcterms:modified xsi:type="dcterms:W3CDTF">2026-04-14T11:02:18Z</dcterms:modified>
</cp:coreProperties>
</file>