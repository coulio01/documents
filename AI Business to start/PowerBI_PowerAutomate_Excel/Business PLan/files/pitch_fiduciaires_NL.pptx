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DATA-AUTOMATISERING VOOR FIDUCIAIRES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Uw rapporten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werken zichzelf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automatisch bij.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Data-oplossing voor Belgische fiduciaires  ·  Gebaseerd op Microsoft 365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2560320" cy="2560320"/>
          </a:xfrm>
          <a:prstGeom prst="ellipse">
            <a:avLst/>
          </a:prstGeom>
          <a:solidFill>
            <a:srgbClr val="F96167">
              <a:alpha val="18000"/>
            </a:srgbClr>
          </a:solidFill>
          <a:ln w="12700">
            <a:solidFill>
              <a:srgbClr val="F96167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2560320"/>
            <a:ext cx="1645920" cy="16459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Uw realiteit vandaag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23360" cy="1371600"/>
          </a:xfrm>
          <a:prstGeom prst="rect">
            <a:avLst/>
          </a:prstGeom>
          <a:solidFill>
            <a:srgbClr val="EEF2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91440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medewerkers updaten Excel-bestanden handmatig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4023360" cy="1371600"/>
          </a:xfrm>
          <a:prstGeom prst="rect">
            <a:avLst/>
          </a:prstGeom>
          <a:solidFill>
            <a:srgbClr val="EEF2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280160"/>
            <a:ext cx="91440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BI-rapporten moeten telkens manueel worden ververst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023360" cy="1371600"/>
          </a:xfrm>
          <a:prstGeom prst="rect">
            <a:avLst/>
          </a:prstGeom>
          <a:solidFill>
            <a:srgbClr val="EEF2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834640"/>
            <a:ext cx="91440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08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Kopieerfouten sluipen erin bij het overzetten van data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4023360" cy="1371600"/>
          </a:xfrm>
          <a:prstGeom prst="rect">
            <a:avLst/>
          </a:prstGeom>
          <a:solidFill>
            <a:srgbClr val="EEF2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834640"/>
            <a:ext cx="91440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108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verliest wekelijks uren aan repetitieve taken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Data-oplossing voor Belgische fiduciaires  ·  Gebaseerd op Microsoft 365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Onze oplossing in 3 stappen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25880" y="118872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651760" cy="256032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Sla uw bestand op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medewerker slaat het Excel-bestand op in een OneDrive-map — niets verandert voor hem.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18872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46120" y="1920240"/>
            <a:ext cx="2651760" cy="256032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Automatische detectie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6060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detecteert het bestand binnen enkele seconden en start de verwerking.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78040" y="118872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1920240"/>
            <a:ext cx="2651760" cy="256032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Dashboard bijgewerkt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26060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ververst automatisch. U ontvangt een bevestigingsmail.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Data-oplossing voor Belgische fiduciaires  ·  Gebaseerd op Microsoft 365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4"><p:bg><p:bgPr><a:solidFill><a:srgbClr val="1E2761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457200" y="274320"/><a:ext cx="8229600" cy="54864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2600" b="1" dirty="0"><a:solidFill><a:srgbClr val="FFFFFF"/></a:solidFill><a:latin typeface="Georgia" pitchFamily="34" charset="0"/><a:ea typeface="Georgia" pitchFamily="34" charset="-122"/><a:cs typeface="Georgia" pitchFamily="34" charset="-120"/></a:rPr><a:t>Hoe het werkt</a:t></a:r><a:endParaRPr lang="en-US" sz="2600" dirty="0"/></a:p></p:txBody></p:sp><p:sp><p:nvSpPr><p:cNvPr id="3" name="Shape 1"></p:cNvPr><p:cNvSpPr/><p:nvPr></p:nvPr></p:nvSpPr><p:spPr><a:xfrm><a:off x="457200" y="1188720"/><a:ext cx="1371600" cy="1371600"/></a:xfrm><a:prstGeom prst="ellipse"><a:avLst></a:avLst></a:prstGeom><a:solidFill><a:srgbClr val="CADCFC"/></a:solidFill><a:ln w="12700"><a:solidFill><a:srgbClr val="CADCFC"/></a:solidFill><a:prstDash val="solid"/></a:ln></p:spPr></p:sp><p:sp><p:nvSpPr><p:cNvPr id="4" name="Text 2"></p:cNvPr><p:cNvSpPr/><p:nvPr></p:nvPr></p:nvSpPr><p:spPr><a:xfrm><a:off x="457200" y="1188720"/><a:ext cx="1371600" cy="1371600"/></a:xfrm><a:prstGeom prst="rect"><a:avLst></a:avLst></a:prstGeom><a:noFill/><a:ln></a:ln></p:spPr><p:txBody><a:bodyPr wrap="square" lIns="0" tIns="0" rIns="0" bIns="0" rtlCol="0" anchor="ctr"></a:bodyPr><a:lstStyle/><a:p><a:pPr algn="ctr" indent="0" marL="0"><a:buNone/></a:pPr><a:r><a:rPr lang="en-US" sz="2200" b="1" dirty="0"><a:solidFill><a:srgbClr val="1E2761"/></a:solidFill><a:latin typeface="Georgia" pitchFamily="34" charset="0"/><a:ea typeface="Georgia" pitchFamily="34" charset="-122"/><a:cs typeface="Georgia" pitchFamily="34" charset="-120"/></a:rPr><a:t>1</a:t></a:r><a:endParaRPr lang="en-US" sz="2200" dirty="0"/></a:p></p:txBody></p:sp><p:sp><p:nvSpPr><p:cNvPr id="5" name="Text 3"></p:cNvPr><p:cNvSpPr/><p:nvPr></p:nvPr></p:nvSpPr><p:spPr><a:xfrm><a:off x="365760" y="2743200"/><a:ext cx="1554480" cy="1097280"/></a:xfrm><a:prstGeom prst="rect"><a:avLst></a:avLst></a:prstGeom><a:noFill/><a:ln></a:ln></p:spPr><p:txBody><a:bodyPr wrap="square" lIns="0" tIns="0" rIns="0" bIns="0" rtlCol="0" anchor="ctr"></a:bodyPr><a:lstStyle/><a:p><a:pPr algn="ctr" indent="0" marL="0"><a:buNone/></a:pPr><a:r><a:rPr lang="en-US" sz="1100" dirty="0"><a:solidFill><a:srgbClr val="CADCFC"/></a:solidFill><a:latin typeface="Calibri" pitchFamily="34" charset="0"/><a:ea typeface="Calibri" pitchFamily="34" charset="-122"/><a:cs typeface="Calibri" pitchFamily="34" charset="-120"/></a:rPr><a:t>Excel-bestand</a:t></a:r><a:endParaRPr lang="en-US" sz="1100" dirty="0"/></a:p><a:p><a:pPr algn="ctr" indent="0" marL="0"><a:buNone/></a:pPr><a:r><a:rPr lang="en-US" sz="1100" dirty="0"><a:solidFill><a:srgbClr val="CADCFC"/></a:solidFill><a:latin typeface="Calibri" pitchFamily="34" charset="0"/><a:ea typeface="Calibri" pitchFamily="34" charset="-122"/><a:cs typeface="Calibri" pitchFamily="34" charset="-120"/></a:rPr><a:t>opgeslagen</a:t></a:r><a:endParaRPr lang="en-US" sz="1100" dirty="0"/></a:p></p:txBody></p:sp><p:sp><p:nvSpPr><p:cNvPr id="6" name="Shape 4"></p:cNvPr><p:cNvSpPr/><p:nvPr></p:nvPr></p:nvSpPr><p:spPr><a:xfrm><a:off x="1828800" y="1874520"/><a:ext cx="365760" cy="0"/></a:xfrm><a:prstGeom prst="line"><a:avLst></a:avLst></a:prstGeom><a:noFill/><a:ln w="25400"><a:solidFill><a:srgbClr val="CADCFC"/></a:solidFill><a:prstDash val="solid"/></a:ln></p:spPr></p:sp><p:sp><p:nvSpPr><p:cNvPr id="7" name="Shape 5"></p:cNvPr><p:cNvSpPr/><p:nvPr></p:nvPr></p:nvSpPr><p:spPr><a:xfrm><a:off x="2194560" y="1188720"/><a:ext cx="1371600" cy="1371600"/></a:xfrm><a:prstGeom prst="ellipse"><a:avLst></a:avLst></a:prstGeom><a:solidFill><a:srgbClr val="A5D8FF"/></a:solidFill><a:ln w="12700"><a:solidFill><a:srgbClr val="A5D8FF"/></a:solidFill><a:prstDash val="solid"/></a:ln></p:spPr></p:sp><p:sp><p:nvSpPr><p:cNvPr id="8" name="Text 6"></p:cNvPr><p:cNvSpPr/><p:nvPr></p:nvPr></p:nvSpPr><p:spPr><a:xfrm><a:off x="2194560" y="1188720"/><a:ext cx="1371600" cy="1371600"/></a:xfrm><a:prstGeom prst="rect"><a:avLst></a:avLst></a:prstGeom><a:noFill/><a:ln></a:ln></p:spPr><p:txBody><a:bodyPr wrap="square" lIns="0" tIns="0" rIns="0" bIns="0" rtlCol="0" anchor="ctr"></a:bodyPr><a:lstStyle/><a:p><a:pPr algn="ctr" indent="0" marL="0"><a:buNone/></a:pPr><a:r><a:rPr lang="en-US" sz="2200" b="1" dirty="0"><a:solidFill><a:srgbClr val="1E2761"/></a:solidFill><a:latin typeface="Georgia" pitchFamily="34" charset="0"/><a:ea typeface="Georgia" pitchFamily="34" charset="-122"/><a:cs typeface="Georgia" pitchFamily="34" charset="-120"/></a:rPr><a:t>2</a:t></a:r><a:endParaRPr lang="en-US" sz="2200" dirty="0"/></a:p></p:txBody></p:sp><p:sp><p:nvSpPr><p:cNvPr id="9" name="Text 7"></p:cNvPr><p:cNvSpPr/><p:nvPr></p:nvPr></p:nvSpPr><p:spPr><a:xfrm><a:off x="2103120" y="2743200"/><a:ext cx="1554480" cy="1097280"/></a:xfrm><a:prstGeom prst="rect"><a:avLst></a:avLst></a:prstGeom><a:noFill/><a:ln></a:ln></p:spPr><p:txBody><a:bodyPr wrap="square" lIns="0" tIns="0" rIns="0" bIns="0" rtlCol="0" anchor="ctr"></a:bodyPr><a:lstStyle/><a:p><a:pPr algn="ctr" indent="0" marL="0"><a:buNone/></a:pPr><a:r><a:rPr lang="en-US" sz="1100" dirty="0"><a:solidFill><a:srgbClr val="CADCFC"/></a:solidFill><a:latin typeface="Calibri" pitchFamily="34" charset="0"/><a:ea typeface="Calibri" pitchFamily="34" charset="-122"/><a:cs typeface="Calibri" pitchFamily="34" charset="-120"/></a:rPr><a:t>OneDrive</a:t></a:r><a:endParaRPr lang="en-US" sz="1100" dirty="0"/></a:p><a:p><a:pPr algn="ctr" indent="0" marL="0"><a:buNone/></a:pPr><a:r><a:rPr lang="en-US" sz="1100" dirty="0"><a:solidFill><a:srgbClr val="CADCFC"/></a:solidFill><a:latin typeface="Calibri" pitchFamily="34" charset="0"/><a:ea typeface="Calibri" pitchFamily="34" charset="-122"/><a:cs typeface="Calibri" pitchFamily="34" charset="-120"/></a:rPr><a:t>detecteert</a:t></a:r><a:endParaRPr lang="en-US" sz="1100" dirty="0"/></a:p></p:txBody></p:sp><p:sp><p:nvSpPr><p:cNvPr id="10" name="Shape 8"></p:cNvPr><p:cNvSpPr/><p:nvPr></p:nvPr></p:nvSpPr><p:spPr><a:xfrm><a:off x="3566160" y="1874520"/><a:ext cx="365760" cy="0"/></a:xfrm><a:prstGeom prst="line"><a:avLst></a:avLst></a:prstGeom><a:noFill/><a:ln w="25400"><a:solidFill><a:srgbClr val="CADCFC"/></a:solidFill><a:prstDash val="solid"/></a:ln></p:spPr></p:sp><p:sp><p:nvSpPr><p:cNvPr id="11" name="Shape 9"></p:cNvPr><p:cNvSpPr/><p:nvPr></p:nvPr></p:nvSpPr><p:spPr><a:xfrm><a:off x="3931920" y="1188720"/><a:ext cx="1371600" cy="1371600"/></a:xfrm><a:prstGeom prst="ellipse"><a:avLst></a:avLst></a:prstGeom><a:solidFill><a:srgbClr val="CADCFC"/></a:solidFill><a:ln w="12700"><a:solidFill><a:srgbClr val="CADCFC"/></a:solidFill><a:prstDash val="solid"/></a:ln></p:spPr></p:sp><p:sp><p:nvSpPr><p:cNvPr id="12" name="Text 10"></p:cNvPr><p:cNvSpPr/><p:nvPr></p:nvPr></p:nvSpPr><p:spPr><a:xfrm><a:off x="3931920" y="1188720"/><a:ext cx="1371600" cy="1371600"/></a:xfrm><a:prstGeom prst="rect"><a:avLst></a:avLst></a:prstGeom><a:noFill/><a:ln></a:ln></p:spPr><p:txBody><a:bodyPr wrap="square" lIns="0" tIns="0" rIns="0" bIns="0" rtlCol="0" anchor="ctr"></a:bodyPr><a:lstStyle/><a:p><a:pPr algn="ctr" indent="0" marL="0"><a:buNone/></a:pPr><a:r><a:rPr lang="en-US" sz="2200" b="1" dirty="0"><a:solidFill><a:srgbClr val="1E2761"/></a:solidFill><a:latin typeface="Georgia" pitchFamily="34" charset="0"/><a:ea typeface="Georgia" pitchFamily="34" charset="-122"/><a:cs typeface="Georgia" pitchFamily="34" charset="-120"/></a:rPr><a:t>3</a:t></a:r><a:endParaRPr lang="en-US" sz="2200" dirty="0"/></a:p></p:txBody></p:sp><p:sp><p:nvSpPr><p:cNvPr id="13" name="Text 11"></p:cNvPr><p:cNvSpPr/><p:nvPr></p:nvPr></p:nvSpPr><p:spPr><a:xfrm><a:off x="3840480" y="2743200"/><a:ext cx="1554480" cy="1097280"/></a:xfrm><a:prstGeom prst="rect"><a:avLst></a:avLst></a:prstGeom><a:noFill/><a:ln></a:ln></p:spPr><p:txBody><a:bodyPr wrap="square" lIns="0" tIns="0" rIns="0" bIns="0" rtlCol="0" anchor="ctr"></a:bodyPr><a:lstStyle/><a:p><a:pPr algn="ctr" indent="0" marL="0"><a:buNone/></a:pPr><a:r><a:rPr lang="en-US" sz="1100" dirty="0"><a:solidFill><a:srgbClr val="CADCFC"/></a:solidFill><a:latin typeface="Calibri" pitchFamily="34" charset="0"/><a:ea typeface="Calibri" pitchFamily="34" charset="-122"/><a:cs typeface="Calibri" pitchFamily="34" charset="-120"/></a:rPr><a:t>Power Automate</a:t></a:r><a:endParaRPr lang="en-US" sz="1100" dirty="0"/></a:p><a:p><a:pPr algn="ctr" indent="0" marL="0"><a:buNone/></a:pPr><a:r><a:rPr lang="en-US" sz="1100" dirty="0"><a:solidFill><a:srgbClr val="CADCFC"/></a:solidFill><a:latin typeface="Calibri" pitchFamily="34" charset="0"/><a:ea typeface="Calibri" pitchFamily="34" charset="-122"/><a:cs typeface="Calibri" pitchFamily="34" charset="-120"/></a:rPr><a:t>start op</a:t></a:r><a:endParaRPr lang="en-US" sz="1100" dirty="0"/></a:p></p:txBody></p:sp><p:sp><p:nvSpPr><p:cNvPr id="14" name="Shape 12"></p:cNvPr><p:cNvSpPr/><p:nvPr></p:nvPr></p:nvSpPr><p:spPr><a:xfrm><a:off x="5303520" y="1874520"/><a:ext cx="365760" cy="0"/></a:xfrm><a:prstGeom prst="line"><a:avLst></a:avLst></a:prstGeom><a:noFill/><a:ln w="25400"><a:solidFill><a:srgbClr val="CADCFC"/></a:solidFill><a:prstDash val="solid"/></a:ln></p:spPr></p:sp><p:sp><p:nvSpPr><p:cNvPr id="15" name="Shape 13"></p:cNvPr><p:cNvSpPr/><p:nvPr></p:nvPr></p:nvSpPr><p:spPr><a:xfrm><a:off x="5669280" y="1188720"/><a:ext cx="1371600" cy="1371600"/></a:xfrm><a:prstGeom prst="ellipse"><a:avLst></a:avLst></a:prstGeom><a:solidFill><a:srgbClr val="A5D8FF"/></a:solidFill><a:ln w="12700"><a:solidFill><a:srgbClr val="A5D8FF"/></a:solidFill><a:prstDash val="solid"/></a:ln></p:spPr></p:sp><p:sp><p:nvSpPr><p:cNvPr id="16" name="Text 14"></p:cNvPr><p:cNvSpPr/><p:nvPr></p:nvPr></p:nvSpPr><p:spPr><a:xfrm><a:off x="5669280" y="1188720"/><a:ext cx="1371600" cy="1371600"/></a:xfrm><a:prstGeom prst="rect"><a:avLst></a:avLst></a:prstGeom><a:noFill/><a:ln></a:ln></p:spPr><p:txBody><a:bodyPr wrap="square" lIns="0" tIns="0" rIns="0" bIns="0" rtlCol="0" anchor="ctr"></a:bodyPr><a:lstStyle/><a:p><a:pPr algn="ctr" indent="0" marL="0"><a:buNone/></a:pPr><a:r><a:rPr lang="en-US" sz="2200" b="1" dirty="0"><a:solidFill><a:srgbClr val="1E2761"/></a:solidFill><a:latin typeface="Georgia" pitchFamily="34" charset="0"/><a:ea typeface="Georgia" pitchFamily="34" charset="-122"/><a:cs typeface="Georgia" pitchFamily="34" charset="-120"/></a:rPr><a:t>4</a:t></a:r><a:endParaRPr lang="en-US" sz="2200" dirty="0"/></a:p></p:txBody></p:sp><p:sp><p:nvSpPr><p:cNvPr id="17" name="Text 15"></p:cNvPr><p:cNvSpPr/><p:nvPr></p:nvPr></p:nvSpPr><p:spPr><a:xfrm><a:off x="5577840" y="2743200"/><a:ext cx="1554480" cy="1097280"/></a:xfrm><a:prstGeom prst="rect"><a:avLst></a:avLst></a:prstGeom><a:noFill/><a:ln></a:ln></p:spPr><p:txBody><a:bodyPr wrap="square" lIns="0" tIns="0" rIns="0" bIns="0" rtlCol="0" anchor="ctr"></a:bodyPr><a:lstStyle/><a:p><a:pPr algn="ctr" indent="0" marL="0"><a:buNone/></a:pPr><a:r><a:rPr lang="en-US" sz="1100" dirty="0"><a:solidFill><a:srgbClr val="CADCFC"/></a:solidFill><a:latin typeface="Calibri" pitchFamily="34" charset="0"/><a:ea typeface="Calibri" pitchFamily="34" charset="-122"/><a:cs typeface="Calibri" pitchFamily="34" charset="-120"/></a:rPr><a:t>Power BIerverst</a:t></a:r><a:endParaRPr lang="en-US" sz="1100" dirty="0"/></a:p></p:txBody></p:sp><p:sp><p:nvSpPr><p:cNvPr id="18" name="Shape 16"></p:cNvPr><p:cNvSpPr/><p:nvPr></p:nvPr></p:nvSpPr><p:spPr><a:xfrm><a:off x="7040880" y="1874520"/><a:ext cx="365760" cy="0"/></a:xfrm><a:prstGeom prst="line"><a:avLst></a:avLst></a:prstGeom><a:noFill/><a:ln w="25400"><a:solidFill><a:srgbClr val="CADCFC"/></a:solidFill><a:prstDash val="solid"/></a:ln></p:spPr></p:sp><p:sp><p:nvSpPr><p:cNvPr id="19" name="Shape 17"></p:cNvPr><p:cNvSpPr/><p:nvPr></p:nvPr></p:nvSpPr><p:spPr><a:xfrm><a:off x="7406640" y="1188720"/><a:ext cx="1371600" cy="1371600"/></a:xfrm><a:prstGeom prst="ellipse"><a:avLst></a:avLst></a:prstGeom><a:solidFill><a:srgbClr val="F96167"/></a:solidFill><a:ln w="12700"><a:solidFill><a:srgbClr val="F96167"/></a:solidFill><a:prstDash val="solid"/></a:ln></p:spPr></p:sp><p:sp><p:nvSpPr><p:cNvPr id="20" name="Text 18"></p:cNvPr><p:cNvSpPr/><p:nvPr></p:nvPr></p:nvSpPr><p:spPr><a:xfrm><a:off x="7406640" y="1188720"/><a:ext cx="1371600" cy="1371600"/></a:xfrm><a:prstGeom prst="rect"><a:avLst></a:avLst></a:prstGeom><a:noFill/><a:ln></a:ln></p:spPr><p:txBody><a:bodyPr wrap="square" lIns="0" tIns="0" rIns="0" bIns="0" rtlCol="0" anchor="ctr"></a:bodyPr><a:lstStyle/><a:p><a:pPr algn="ctr" indent="0" marL="0"><a:buNone/></a:pPr><a:r><a:rPr lang="en-US" sz="2200" b="1" dirty="0"><a:solidFill><a:srgbClr val="FFFFFF"/></a:solidFill><a:latin typeface="Georgia" pitchFamily="34" charset="0"/><a:ea typeface="Georgia" pitchFamily="34" charset="-122"/><a:cs typeface="Georgia" pitchFamily="34" charset="-120"/></a:rPr><a:t>5</a:t></a:r><a:endParaRPr lang="en-US" sz="2200" dirty="0"/></a:p></p:txBody></p:sp><p:sp><p:nvSpPr><p:cNvPr id="21" name="Text 19"></p:cNvPr><p:cNvSpPr/><p:nvPr></p:nvPr></p:nvSpPr><p:spPr><a:xfrm><a:off x="7315200" y="2743200"/><a:ext cx="1554480" cy="1097280"/></a:xfrm><a:prstGeom prst="rect"><a:avLst></a:avLst></a:prstGeom><a:noFill/><a:ln></a:ln></p:spPr><p:txBody><a:bodyPr wrap="square" lIns="0" tIns="0" rIns="0" bIns="0" rtlCol="0" anchor="ctr"></a:bodyPr><a:lstStyle/><a:p><a:pPr algn="ctr" indent="0" marL="0"><a:buNone/></a:pPr><a:r><a:rPr lang="en-US" sz="1100" dirty="0"><a:solidFill><a:srgbClr val="CADCFC"/></a:solidFill><a:latin typeface="Calibri" pitchFamily="34" charset="0"/><a:ea typeface="Calibri" pitchFamily="34" charset="-122"/><a:cs typeface="Calibri" pitchFamily="34" charset="-120"/></a:rPr><a:t>Bevestigings-</a:t></a:r><a:endParaRPr lang="en-US" sz="1100" dirty="0"/></a:p><a:p><a:pPr algn="ctr" indent="0" marL="0"><a:buNone/></a:pPr><a:r><a:rPr lang="en-US" sz="1100" dirty="0"><a:solidFill><a:srgbClr val="CADCFC"/></a:solidFill><a:latin typeface="Calibri" pitchFamily="34" charset="0"/><a:ea typeface="Calibri" pitchFamily="34" charset="-122"/><a:cs typeface="Calibri" pitchFamily="34" charset="-120"/></a:rPr><a:t>mail</a:t></a:r><a:endParaRPr lang="en-US" sz="1100" dirty="0"/></a:p></p:txBody></p:sp><p:sp><p:nvSpPr><p:cNvPr id="22" name="Text 20"></p:cNvPr><p:cNvSpPr/><p:nvPr></p:nvPr></p:nvSpPr><p:spPr><a:xfrm><a:off x="274320" y="4846320"/><a:ext cx="8595360" cy="22860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900" dirty="0"><a:solidFill><a:srgbClr val="CADCFC"/></a:solidFill><a:latin typeface="Calibri" pitchFamily="34" charset="0"/><a:ea typeface="Calibri" pitchFamily="34" charset="-122"/><a:cs typeface="Calibri" pitchFamily="34" charset="-120"/></a:rPr><a:t>Data-oplossing voor Belgische fiduciaires  ·  Gebaseerd op Microsoft 365</a:t></a:r><a:endParaRPr lang="en-US" sz="900" dirty="0"/></a:p></p:txBody></p:sp></p:spTree></p:cSld><p:clrMapOvr><a:masterClrMapping/></p:clrMapOvr>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dit voor u werkt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verandering voor uw team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733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blijven werken in Excel. Alleen u ziet het resultaat.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9496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infrastructuur te beheren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4960" y="16733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 configureren en onderhouden alles. U betaalt een maandelijks forfait.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Resultaat binnen 2 weken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2735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Snelle implementatie, geen complex IT-project.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Microsoft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32735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OneDrive, Power Automate, Power BI — tools die u al kent.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Data-oplossing voor Belgische fiduciaires  ·  Gebaseerd op Microsoft 365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Eenvoudige en transparante prijzen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3200400"/>
          </a:xfrm>
          <a:prstGeom prst="rect">
            <a:avLst/>
          </a:prstGeom>
          <a:solidFill>
            <a:srgbClr val="EEF2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36576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€ 1.500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configuratie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Opleiding inbegrepen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Testbestanden voorzien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6576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188720"/>
            <a:ext cx="365760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234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Maandelijks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640" y="19659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Vanaf € 150 /maand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20640" y="27432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onderhoud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Prioriteitsondersteuning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inbegrepen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Prijs per beheerde klant. Degressief vanaf 3 klanten.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Klaar om tijd te besparen?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Vraag een gratis audit van 30 minuten aan — wij analyseren uw bestanden en tonen u wat de oplossing concreet zou opleveren.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474720"/>
            <a:ext cx="2926080" cy="5943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Contacteer ons 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Data-oplossing voor Belgische fiduciaires  ·  Gebaseerd op Microsoft 365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2026-04-22T21:48:45Z</dcterms:created>
  <dcterms:modified xsi:type="dcterms:W3CDTF">2026-04-22T21:48:45Z</dcterms:modified>
</cp:coreProperties>
</file>