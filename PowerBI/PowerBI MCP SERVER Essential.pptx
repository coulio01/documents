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BB5C7-C1A2-B6BC-0639-C0DACB701B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A69471-9737-810F-242D-33A1105377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24F373-44DD-13EB-D902-4E83344A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260D0-C8A4-4684-8908-22A714E47A10}" type="datetimeFigureOut">
              <a:rPr lang="en-BE" smtClean="0"/>
              <a:t>02/04/2026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3FC162-CD5C-1651-58F2-3DD32D908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74D441-076F-AD6E-AADB-C42437467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CBE8C-31A6-4BD7-AF62-C41B60646A54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5529276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8B4E9-D698-455A-7CAA-2E4FF82BE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314D9-81EB-9706-F061-F8AD2C314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0AC443-09BF-0158-BABE-206BDC575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260D0-C8A4-4684-8908-22A714E47A10}" type="datetimeFigureOut">
              <a:rPr lang="en-BE" smtClean="0"/>
              <a:t>02/04/2026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3AAC8C-080D-459D-A412-9CF014A12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A40B8-59FE-0712-9082-BB91A5ED9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CBE8C-31A6-4BD7-AF62-C41B60646A54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413293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1A71A-81D9-2729-DBC4-C1F00ADB8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26CB38-8D20-8E9A-8DDF-52EA7E46F9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3C4226-DE63-4BF3-B787-3E81EB3D8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260D0-C8A4-4684-8908-22A714E47A10}" type="datetimeFigureOut">
              <a:rPr lang="en-BE" smtClean="0"/>
              <a:t>02/04/2026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9AC86-9E0D-B13D-0AD3-7AFE69136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3A0090-352A-8FA1-6417-99E88DBDD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CBE8C-31A6-4BD7-AF62-C41B60646A54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31799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3270F-4DB2-6FCB-4375-3C342EA55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AC378-B8C9-D879-9025-58B072DCD1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0D1B19-EAA5-64E7-B823-9C618AEF8E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752067-5D87-E90A-DCD6-1B685EC07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260D0-C8A4-4684-8908-22A714E47A10}" type="datetimeFigureOut">
              <a:rPr lang="en-BE" smtClean="0"/>
              <a:t>02/04/2026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42FC0F-24B5-D106-D0D6-0C9FD6C8B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FA9345-F371-A24D-F9B8-8E3907C41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CBE8C-31A6-4BD7-AF62-C41B60646A54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723365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24548-2E78-5219-476C-C222F7202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E997D4-8D63-78AC-6D5B-BC9DE1D6B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C69217-37A6-0DA7-3526-0911A6519D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52A22E-A502-A65D-3092-1D4E6F3CD5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F42233-2C5E-801B-4B18-8E40999F80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C07FAB-579B-9507-31BE-C12CE24FD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260D0-C8A4-4684-8908-22A714E47A10}" type="datetimeFigureOut">
              <a:rPr lang="en-BE" smtClean="0"/>
              <a:t>02/04/2026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DA3121-A9CB-B8CE-8FBE-DFEAF6A4F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2EFB71-A244-4144-793F-57B07743C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CBE8C-31A6-4BD7-AF62-C41B60646A54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183917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AFA46-11F6-E84D-C103-AAA9E5FFA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AFAE8D-7CEA-8DA2-3A22-66CC6908F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260D0-C8A4-4684-8908-22A714E47A10}" type="datetimeFigureOut">
              <a:rPr lang="en-BE" smtClean="0"/>
              <a:t>02/04/2026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D0FB83-B356-1919-EA7C-EEF7E913C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98BBE8-3E42-BCC6-8959-6E4B51E69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CBE8C-31A6-4BD7-AF62-C41B60646A54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756266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714E88-8DFF-C6C9-728C-F46CD3387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260D0-C8A4-4684-8908-22A714E47A10}" type="datetimeFigureOut">
              <a:rPr lang="en-BE" smtClean="0"/>
              <a:t>02/04/2026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4B6DAA-F04D-7FBA-DDEC-71E136AEA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D78296-FBF1-5300-8AEB-83127B0E7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CBE8C-31A6-4BD7-AF62-C41B60646A54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117037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E5115-97E7-EBA2-B334-E5CCCA3C1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28121-3370-02EA-F25D-9608674A9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C54581-A74A-6571-E836-56B7E09A24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D6D1D6-4980-BA9A-5B42-164775816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260D0-C8A4-4684-8908-22A714E47A10}" type="datetimeFigureOut">
              <a:rPr lang="en-BE" smtClean="0"/>
              <a:t>02/04/2026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1AF5E5-0170-93A3-6114-37BE7D10F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90F359-61AA-083C-BA5D-33C8AA866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CBE8C-31A6-4BD7-AF62-C41B60646A54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4315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FC514-B1CB-C152-9076-8DE6E504C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56A088-B16F-159D-B0EB-AE0C0DE7A5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71BFCA-6E02-0732-DC23-8E5FDEB2E1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3702A0-55D4-461B-7FB1-60B547CEA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260D0-C8A4-4684-8908-22A714E47A10}" type="datetimeFigureOut">
              <a:rPr lang="en-BE" smtClean="0"/>
              <a:t>02/04/2026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10A680-1758-1701-704C-C6689011F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DAFC02-8667-7D12-DA69-890CCE532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CBE8C-31A6-4BD7-AF62-C41B60646A54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83992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08995-AEB8-F2FA-29A7-66DDDB190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492C41-FB05-CE35-C20B-5C080755FA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6A7166-A876-A268-BDEB-8B6D9DD46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260D0-C8A4-4684-8908-22A714E47A10}" type="datetimeFigureOut">
              <a:rPr lang="en-BE" smtClean="0"/>
              <a:t>02/04/2026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81630F-1AD1-D728-8405-F624FFEBC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CE555F-7927-C290-6043-9AEA95D6D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CBE8C-31A6-4BD7-AF62-C41B60646A54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564189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23A920-E1AA-619A-FB96-4ECF13B679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6B4CC3-224E-6466-F0F1-2E0C082DD1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9E8C2A-A63C-B034-070C-BD4A2D785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260D0-C8A4-4684-8908-22A714E47A10}" type="datetimeFigureOut">
              <a:rPr lang="en-BE" smtClean="0"/>
              <a:t>02/04/2026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CE8CB6-4067-5C75-49EC-31070F75D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BCE959-78A8-8F85-93A4-5065BEDE6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CBE8C-31A6-4BD7-AF62-C41B60646A54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354199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5F3E4F-9AE3-2A55-D0B7-C3D7BECD0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5D3D3A-298D-C219-5A26-18BF3054C8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91EE6E-D408-C474-EAF6-053581DF97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3260D0-C8A4-4684-8908-22A714E47A10}" type="datetimeFigureOut">
              <a:rPr lang="en-BE" smtClean="0"/>
              <a:t>02/04/2026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439C70-7C13-3616-C89E-5CC151F92E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E9C9AE-2A08-3381-86DA-FC34E46B59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1CBE8C-31A6-4BD7-AF62-C41B60646A54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415894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A51A0-CE2B-4666-D40B-207D0E7406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6600" y="220133"/>
            <a:ext cx="9144000" cy="470430"/>
          </a:xfrm>
        </p:spPr>
        <p:txBody>
          <a:bodyPr>
            <a:noAutofit/>
          </a:bodyPr>
          <a:lstStyle/>
          <a:p>
            <a:r>
              <a:rPr lang="en-GB" sz="3600" dirty="0"/>
              <a:t>Power bi </a:t>
            </a:r>
            <a:r>
              <a:rPr lang="en-GB" sz="3600" dirty="0" err="1"/>
              <a:t>mcp</a:t>
            </a:r>
            <a:r>
              <a:rPr lang="en-GB" sz="3600" dirty="0"/>
              <a:t> server </a:t>
            </a:r>
            <a:endParaRPr lang="en-BE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DD6AC0-F591-007D-CA00-A07140500633}"/>
              </a:ext>
            </a:extLst>
          </p:cNvPr>
          <p:cNvSpPr txBox="1"/>
          <p:nvPr/>
        </p:nvSpPr>
        <p:spPr>
          <a:xfrm>
            <a:off x="736600" y="1286933"/>
            <a:ext cx="758613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Install the following 3 apps :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dirty="0"/>
              <a:t>VS code (from google)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dirty="0" err="1"/>
              <a:t>Github</a:t>
            </a:r>
            <a:r>
              <a:rPr lang="en-GB" sz="1600" dirty="0"/>
              <a:t> copilot (from vs </a:t>
            </a:r>
            <a:r>
              <a:rPr lang="en-GB" sz="1600" dirty="0" err="1"/>
              <a:t>extention</a:t>
            </a:r>
            <a:r>
              <a:rPr lang="en-GB" sz="1600" dirty="0"/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dirty="0" err="1"/>
              <a:t>Github</a:t>
            </a:r>
            <a:r>
              <a:rPr lang="en-GB" sz="1600" dirty="0"/>
              <a:t> copilot chat (from vs </a:t>
            </a:r>
            <a:r>
              <a:rPr lang="en-GB" sz="1600" dirty="0" err="1"/>
              <a:t>extention</a:t>
            </a:r>
            <a:r>
              <a:rPr lang="en-GB" sz="1600" dirty="0"/>
              <a:t>)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1959FB-AE71-4EE0-F438-CE10859644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733" y="2548072"/>
            <a:ext cx="2576993" cy="2066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455596C-025E-9A43-D2CF-70D6E68AD7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7319" y="711414"/>
            <a:ext cx="3001298" cy="55571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5B9A074-86F6-C928-B812-BA5971A5B6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8445" y="1068638"/>
            <a:ext cx="3962743" cy="259102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EBBDC5F-2CEA-5002-DA76-5C5153D6B7AD}"/>
              </a:ext>
            </a:extLst>
          </p:cNvPr>
          <p:cNvSpPr txBox="1"/>
          <p:nvPr/>
        </p:nvSpPr>
        <p:spPr>
          <a:xfrm>
            <a:off x="7318617" y="491678"/>
            <a:ext cx="30567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sz="1400" i="1" dirty="0" err="1">
                <a:solidFill>
                  <a:srgbClr val="FF0000"/>
                </a:solidFill>
              </a:rPr>
              <a:t>Verify</a:t>
            </a:r>
            <a:r>
              <a:rPr lang="fr-BE" sz="1400" i="1" dirty="0">
                <a:solidFill>
                  <a:srgbClr val="FF0000"/>
                </a:solidFill>
              </a:rPr>
              <a:t> the settings and </a:t>
            </a:r>
            <a:r>
              <a:rPr lang="fr-BE" sz="1400" i="1" dirty="0" err="1">
                <a:solidFill>
                  <a:srgbClr val="FF0000"/>
                </a:solidFill>
              </a:rPr>
              <a:t>make</a:t>
            </a:r>
            <a:r>
              <a:rPr lang="fr-BE" sz="1400" i="1" dirty="0">
                <a:solidFill>
                  <a:srgbClr val="FF0000"/>
                </a:solidFill>
              </a:rPr>
              <a:t> sure the </a:t>
            </a:r>
          </a:p>
          <a:p>
            <a:r>
              <a:rPr lang="fr-BE" sz="1400" i="1" dirty="0" err="1">
                <a:solidFill>
                  <a:srgbClr val="FF0000"/>
                </a:solidFill>
              </a:rPr>
              <a:t>Pbi</a:t>
            </a:r>
            <a:r>
              <a:rPr lang="fr-BE" sz="1400" i="1" dirty="0">
                <a:solidFill>
                  <a:srgbClr val="FF0000"/>
                </a:solidFill>
              </a:rPr>
              <a:t> </a:t>
            </a:r>
            <a:r>
              <a:rPr lang="fr-BE" sz="1400" i="1" dirty="0" err="1">
                <a:solidFill>
                  <a:srgbClr val="FF0000"/>
                </a:solidFill>
              </a:rPr>
              <a:t>mcp</a:t>
            </a:r>
            <a:r>
              <a:rPr lang="fr-BE" sz="1400" i="1" dirty="0">
                <a:solidFill>
                  <a:srgbClr val="FF0000"/>
                </a:solidFill>
              </a:rPr>
              <a:t> server </a:t>
            </a:r>
            <a:r>
              <a:rPr lang="fr-BE" sz="1400" i="1" dirty="0" err="1">
                <a:solidFill>
                  <a:srgbClr val="FF0000"/>
                </a:solidFill>
              </a:rPr>
              <a:t>is</a:t>
            </a:r>
            <a:r>
              <a:rPr lang="fr-BE" sz="1400" i="1" dirty="0">
                <a:solidFill>
                  <a:srgbClr val="FF0000"/>
                </a:solidFill>
              </a:rPr>
              <a:t> </a:t>
            </a:r>
            <a:r>
              <a:rPr lang="fr-BE" sz="1400" i="1" dirty="0" err="1">
                <a:solidFill>
                  <a:srgbClr val="FF0000"/>
                </a:solidFill>
              </a:rPr>
              <a:t>installed</a:t>
            </a:r>
            <a:r>
              <a:rPr lang="fr-BE" sz="1400" i="1" dirty="0">
                <a:solidFill>
                  <a:srgbClr val="FF0000"/>
                </a:solidFill>
              </a:rPr>
              <a:t>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5EC0B06-F5D0-05AE-5013-C132AA5113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2882" y="4137296"/>
            <a:ext cx="3444538" cy="165368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0019E8C-415B-A638-4F48-0C329D701900}"/>
              </a:ext>
            </a:extLst>
          </p:cNvPr>
          <p:cNvSpPr txBox="1"/>
          <p:nvPr/>
        </p:nvSpPr>
        <p:spPr>
          <a:xfrm>
            <a:off x="7394817" y="3683966"/>
            <a:ext cx="24779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sz="1400" i="1" dirty="0" err="1">
                <a:solidFill>
                  <a:srgbClr val="FF0000"/>
                </a:solidFill>
              </a:rPr>
              <a:t>Make</a:t>
            </a:r>
            <a:r>
              <a:rPr lang="fr-BE" sz="1400" i="1" dirty="0">
                <a:solidFill>
                  <a:srgbClr val="FF0000"/>
                </a:solidFill>
              </a:rPr>
              <a:t> sure </a:t>
            </a:r>
            <a:r>
              <a:rPr lang="fr-BE" sz="1400" i="1" dirty="0" err="1">
                <a:solidFill>
                  <a:srgbClr val="FF0000"/>
                </a:solidFill>
              </a:rPr>
              <a:t>you</a:t>
            </a:r>
            <a:r>
              <a:rPr lang="fr-BE" sz="1400" i="1" dirty="0">
                <a:solidFill>
                  <a:srgbClr val="FF0000"/>
                </a:solidFill>
              </a:rPr>
              <a:t> </a:t>
            </a:r>
            <a:r>
              <a:rPr lang="fr-BE" sz="1400" i="1" dirty="0" err="1">
                <a:solidFill>
                  <a:srgbClr val="FF0000"/>
                </a:solidFill>
              </a:rPr>
              <a:t>selected</a:t>
            </a:r>
            <a:r>
              <a:rPr lang="fr-BE" sz="1400" i="1" dirty="0">
                <a:solidFill>
                  <a:srgbClr val="FF0000"/>
                </a:solidFill>
              </a:rPr>
              <a:t> Agent</a:t>
            </a:r>
          </a:p>
        </p:txBody>
      </p:sp>
    </p:spTree>
    <p:extLst>
      <p:ext uri="{BB962C8B-B14F-4D97-AF65-F5344CB8AC3E}">
        <p14:creationId xmlns:p14="http://schemas.microsoft.com/office/powerpoint/2010/main" val="9306604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48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 bi mcp server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Coulibaly Oumar</dc:creator>
  <cp:lastModifiedBy>Coulibaly Oumar</cp:lastModifiedBy>
  <cp:revision>2</cp:revision>
  <dcterms:created xsi:type="dcterms:W3CDTF">2026-04-01T22:47:33Z</dcterms:created>
  <dcterms:modified xsi:type="dcterms:W3CDTF">2026-04-01T23:05:11Z</dcterms:modified>
</cp:coreProperties>
</file>