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5"/>
    <p:sldMasterId id="2147483683" r:id="rId6"/>
  </p:sldMasterIdLst>
  <p:notesMasterIdLst>
    <p:notesMasterId r:id="rId8"/>
  </p:notesMasterIdLst>
  <p:handoutMasterIdLst>
    <p:handoutMasterId r:id="rId9"/>
  </p:handoutMasterIdLst>
  <p:sldIdLst>
    <p:sldId id="561" r:id="rId7"/>
  </p:sldIdLst>
  <p:sldSz cx="12192000" cy="6858000"/>
  <p:notesSz cx="6858000" cy="9144000"/>
  <p:defaultTextStyle>
    <a:defPPr>
      <a:defRPr lang="pt-PT"/>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YNAERTS, Len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AD"/>
    <a:srgbClr val="E6E7E8"/>
    <a:srgbClr val="6D64CC"/>
    <a:srgbClr val="95E616"/>
    <a:srgbClr val="FF304C"/>
    <a:srgbClr val="4701A7"/>
    <a:srgbClr val="C8FF16"/>
    <a:srgbClr val="88D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FD43B-CA26-1947-6CB9-CBD14C89E091}" v="1480" dt="2025-01-03T14:17:45.2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7" autoAdjust="0"/>
    <p:restoredTop sz="95468" autoAdjust="0"/>
  </p:normalViewPr>
  <p:slideViewPr>
    <p:cSldViewPr snapToGrid="0">
      <p:cViewPr varScale="1">
        <p:scale>
          <a:sx n="91" d="100"/>
          <a:sy n="91" d="100"/>
        </p:scale>
        <p:origin x="816" y="-91"/>
      </p:cViewPr>
      <p:guideLst/>
    </p:cSldViewPr>
  </p:slideViewPr>
  <p:outlineViewPr>
    <p:cViewPr>
      <p:scale>
        <a:sx n="33" d="100"/>
        <a:sy n="33" d="100"/>
      </p:scale>
      <p:origin x="0" y="-5859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91" d="100"/>
          <a:sy n="91" d="100"/>
        </p:scale>
        <p:origin x="356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presProps" Target="presProps.xml"/><Relationship Id="rId5" Type="http://schemas.openxmlformats.org/officeDocument/2006/relationships/slideMaster" Target="slideMasters/slideMaster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numbi, José Junior" userId="287460fa-1aef-49b4-97fe-18ef6b48819a" providerId="ADAL" clId="{91BBF1E3-BDC2-4211-B840-6100AEDF28C1}"/>
    <pc:docChg chg="undo custSel modSld">
      <pc:chgData name="Kinumbi, José Junior" userId="287460fa-1aef-49b4-97fe-18ef6b48819a" providerId="ADAL" clId="{91BBF1E3-BDC2-4211-B840-6100AEDF28C1}" dt="2024-11-23T11:12:15.216" v="2395" actId="20577"/>
      <pc:docMkLst>
        <pc:docMk/>
      </pc:docMkLst>
      <pc:sldChg chg="addSp delSp modSp mod">
        <pc:chgData name="Kinumbi, José Junior" userId="287460fa-1aef-49b4-97fe-18ef6b48819a" providerId="ADAL" clId="{91BBF1E3-BDC2-4211-B840-6100AEDF28C1}" dt="2024-11-23T11:12:15.216" v="2395" actId="20577"/>
        <pc:sldMkLst>
          <pc:docMk/>
          <pc:sldMk cId="0" sldId="561"/>
        </pc:sldMkLst>
        <pc:spChg chg="add mod">
          <ac:chgData name="Kinumbi, José Junior" userId="287460fa-1aef-49b4-97fe-18ef6b48819a" providerId="ADAL" clId="{91BBF1E3-BDC2-4211-B840-6100AEDF28C1}" dt="2024-11-23T11:00:40.875" v="2146" actId="1036"/>
          <ac:spMkLst>
            <pc:docMk/>
            <pc:sldMk cId="0" sldId="561"/>
            <ac:spMk id="2" creationId="{F36FEEDB-7599-12AA-EFD0-9C69D448C4DD}"/>
          </ac:spMkLst>
        </pc:spChg>
        <pc:spChg chg="mod">
          <ac:chgData name="Kinumbi, José Junior" userId="287460fa-1aef-49b4-97fe-18ef6b48819a" providerId="ADAL" clId="{91BBF1E3-BDC2-4211-B840-6100AEDF28C1}" dt="2024-11-23T11:11:10.031" v="2341" actId="20577"/>
          <ac:spMkLst>
            <pc:docMk/>
            <pc:sldMk cId="0" sldId="561"/>
            <ac:spMk id="7" creationId="{B807626A-31FE-4284-AF62-6C0BFCF319B6}"/>
          </ac:spMkLst>
        </pc:spChg>
        <pc:spChg chg="mod">
          <ac:chgData name="Kinumbi, José Junior" userId="287460fa-1aef-49b4-97fe-18ef6b48819a" providerId="ADAL" clId="{91BBF1E3-BDC2-4211-B840-6100AEDF28C1}" dt="2024-11-23T11:11:18.599" v="2358" actId="20577"/>
          <ac:spMkLst>
            <pc:docMk/>
            <pc:sldMk cId="0" sldId="561"/>
            <ac:spMk id="9" creationId="{6BECFBE1-AED1-4FFC-A49C-1005CCA01238}"/>
          </ac:spMkLst>
        </pc:spChg>
        <pc:spChg chg="del">
          <ac:chgData name="Kinumbi, José Junior" userId="287460fa-1aef-49b4-97fe-18ef6b48819a" providerId="ADAL" clId="{91BBF1E3-BDC2-4211-B840-6100AEDF28C1}" dt="2024-11-22T10:21:28.171" v="117" actId="478"/>
          <ac:spMkLst>
            <pc:docMk/>
            <pc:sldMk cId="0" sldId="561"/>
            <ac:spMk id="12" creationId="{4B618F6B-2B1B-8274-B107-02E5400C2D33}"/>
          </ac:spMkLst>
        </pc:spChg>
        <pc:spChg chg="del">
          <ac:chgData name="Kinumbi, José Junior" userId="287460fa-1aef-49b4-97fe-18ef6b48819a" providerId="ADAL" clId="{91BBF1E3-BDC2-4211-B840-6100AEDF28C1}" dt="2024-11-22T10:21:28.171" v="117" actId="478"/>
          <ac:spMkLst>
            <pc:docMk/>
            <pc:sldMk cId="0" sldId="561"/>
            <ac:spMk id="19" creationId="{7629A6A5-14BF-CBD9-24F5-A3394C7C23DC}"/>
          </ac:spMkLst>
        </pc:spChg>
        <pc:spChg chg="del">
          <ac:chgData name="Kinumbi, José Junior" userId="287460fa-1aef-49b4-97fe-18ef6b48819a" providerId="ADAL" clId="{91BBF1E3-BDC2-4211-B840-6100AEDF28C1}" dt="2024-11-22T10:21:28.171" v="117" actId="478"/>
          <ac:spMkLst>
            <pc:docMk/>
            <pc:sldMk cId="0" sldId="561"/>
            <ac:spMk id="31" creationId="{52E79023-F257-4F18-E99E-C923BE525F54}"/>
          </ac:spMkLst>
        </pc:spChg>
        <pc:spChg chg="del">
          <ac:chgData name="Kinumbi, José Junior" userId="287460fa-1aef-49b4-97fe-18ef6b48819a" providerId="ADAL" clId="{91BBF1E3-BDC2-4211-B840-6100AEDF28C1}" dt="2024-11-22T10:21:28.171" v="117" actId="478"/>
          <ac:spMkLst>
            <pc:docMk/>
            <pc:sldMk cId="0" sldId="561"/>
            <ac:spMk id="43" creationId="{BA833C97-86A1-2199-87F5-AE8920566246}"/>
          </ac:spMkLst>
        </pc:spChg>
        <pc:spChg chg="del">
          <ac:chgData name="Kinumbi, José Junior" userId="287460fa-1aef-49b4-97fe-18ef6b48819a" providerId="ADAL" clId="{91BBF1E3-BDC2-4211-B840-6100AEDF28C1}" dt="2024-11-22T10:21:28.171" v="117" actId="478"/>
          <ac:spMkLst>
            <pc:docMk/>
            <pc:sldMk cId="0" sldId="561"/>
            <ac:spMk id="50" creationId="{F3FF610A-21A7-B68A-8873-3E4B88720263}"/>
          </ac:spMkLst>
        </pc:spChg>
        <pc:spChg chg="del">
          <ac:chgData name="Kinumbi, José Junior" userId="287460fa-1aef-49b4-97fe-18ef6b48819a" providerId="ADAL" clId="{91BBF1E3-BDC2-4211-B840-6100AEDF28C1}" dt="2024-11-22T10:21:28.171" v="117" actId="478"/>
          <ac:spMkLst>
            <pc:docMk/>
            <pc:sldMk cId="0" sldId="561"/>
            <ac:spMk id="51" creationId="{75F3981B-C244-25C3-CF3F-22FCFA28160F}"/>
          </ac:spMkLst>
        </pc:spChg>
        <pc:spChg chg="del">
          <ac:chgData name="Kinumbi, José Junior" userId="287460fa-1aef-49b4-97fe-18ef6b48819a" providerId="ADAL" clId="{91BBF1E3-BDC2-4211-B840-6100AEDF28C1}" dt="2024-11-22T10:21:28.171" v="117" actId="478"/>
          <ac:spMkLst>
            <pc:docMk/>
            <pc:sldMk cId="0" sldId="561"/>
            <ac:spMk id="52" creationId="{F26CF8FB-F1AB-0DA4-C63D-C7CAC073833D}"/>
          </ac:spMkLst>
        </pc:spChg>
        <pc:spChg chg="del">
          <ac:chgData name="Kinumbi, José Junior" userId="287460fa-1aef-49b4-97fe-18ef6b48819a" providerId="ADAL" clId="{91BBF1E3-BDC2-4211-B840-6100AEDF28C1}" dt="2024-11-22T10:21:28.171" v="117" actId="478"/>
          <ac:spMkLst>
            <pc:docMk/>
            <pc:sldMk cId="0" sldId="561"/>
            <ac:spMk id="53" creationId="{5437CDCA-1E6A-35B8-8F3E-2DFA10304A69}"/>
          </ac:spMkLst>
        </pc:spChg>
        <pc:spChg chg="del">
          <ac:chgData name="Kinumbi, José Junior" userId="287460fa-1aef-49b4-97fe-18ef6b48819a" providerId="ADAL" clId="{91BBF1E3-BDC2-4211-B840-6100AEDF28C1}" dt="2024-11-22T10:21:28.171" v="117" actId="478"/>
          <ac:spMkLst>
            <pc:docMk/>
            <pc:sldMk cId="0" sldId="561"/>
            <ac:spMk id="54" creationId="{32ED90D7-20AF-BD30-353D-1C220B8A2668}"/>
          </ac:spMkLst>
        </pc:spChg>
        <pc:spChg chg="del">
          <ac:chgData name="Kinumbi, José Junior" userId="287460fa-1aef-49b4-97fe-18ef6b48819a" providerId="ADAL" clId="{91BBF1E3-BDC2-4211-B840-6100AEDF28C1}" dt="2024-11-22T10:21:28.171" v="117" actId="478"/>
          <ac:spMkLst>
            <pc:docMk/>
            <pc:sldMk cId="0" sldId="561"/>
            <ac:spMk id="55" creationId="{0BBD96A8-5508-F5D0-10AF-9AE320686CFE}"/>
          </ac:spMkLst>
        </pc:spChg>
        <pc:spChg chg="mod">
          <ac:chgData name="Kinumbi, José Junior" userId="287460fa-1aef-49b4-97fe-18ef6b48819a" providerId="ADAL" clId="{91BBF1E3-BDC2-4211-B840-6100AEDF28C1}" dt="2024-11-23T11:00:40.875" v="2146" actId="1036"/>
          <ac:spMkLst>
            <pc:docMk/>
            <pc:sldMk cId="0" sldId="561"/>
            <ac:spMk id="56" creationId="{099CBCC5-8FE1-A642-0ADC-0E131FE7437A}"/>
          </ac:spMkLst>
        </pc:spChg>
        <pc:spChg chg="del">
          <ac:chgData name="Kinumbi, José Junior" userId="287460fa-1aef-49b4-97fe-18ef6b48819a" providerId="ADAL" clId="{91BBF1E3-BDC2-4211-B840-6100AEDF28C1}" dt="2024-11-22T09:36:44.832" v="62" actId="478"/>
          <ac:spMkLst>
            <pc:docMk/>
            <pc:sldMk cId="0" sldId="561"/>
            <ac:spMk id="62" creationId="{D0CD8CEB-85C2-4726-BEEC-E0BD0397C3E7}"/>
          </ac:spMkLst>
        </pc:spChg>
        <pc:spChg chg="del">
          <ac:chgData name="Kinumbi, José Junior" userId="287460fa-1aef-49b4-97fe-18ef6b48819a" providerId="ADAL" clId="{91BBF1E3-BDC2-4211-B840-6100AEDF28C1}" dt="2024-11-22T09:36:44.832" v="62" actId="478"/>
          <ac:spMkLst>
            <pc:docMk/>
            <pc:sldMk cId="0" sldId="561"/>
            <ac:spMk id="63" creationId="{553F711A-D46A-4D56-B925-705EF8E5B4EA}"/>
          </ac:spMkLst>
        </pc:spChg>
        <pc:spChg chg="del">
          <ac:chgData name="Kinumbi, José Junior" userId="287460fa-1aef-49b4-97fe-18ef6b48819a" providerId="ADAL" clId="{91BBF1E3-BDC2-4211-B840-6100AEDF28C1}" dt="2024-11-22T09:36:44.832" v="62" actId="478"/>
          <ac:spMkLst>
            <pc:docMk/>
            <pc:sldMk cId="0" sldId="561"/>
            <ac:spMk id="64" creationId="{82C42B3B-5D91-47FA-93D2-1D35853B498F}"/>
          </ac:spMkLst>
        </pc:spChg>
        <pc:spChg chg="del">
          <ac:chgData name="Kinumbi, José Junior" userId="287460fa-1aef-49b4-97fe-18ef6b48819a" providerId="ADAL" clId="{91BBF1E3-BDC2-4211-B840-6100AEDF28C1}" dt="2024-11-22T09:36:44.832" v="62" actId="478"/>
          <ac:spMkLst>
            <pc:docMk/>
            <pc:sldMk cId="0" sldId="561"/>
            <ac:spMk id="65" creationId="{3D63DEA1-F76B-4112-B1CD-B018A1BF0856}"/>
          </ac:spMkLst>
        </pc:spChg>
        <pc:spChg chg="del">
          <ac:chgData name="Kinumbi, José Junior" userId="287460fa-1aef-49b4-97fe-18ef6b48819a" providerId="ADAL" clId="{91BBF1E3-BDC2-4211-B840-6100AEDF28C1}" dt="2024-11-22T09:36:44.832" v="62" actId="478"/>
          <ac:spMkLst>
            <pc:docMk/>
            <pc:sldMk cId="0" sldId="561"/>
            <ac:spMk id="66" creationId="{041E2FE0-8046-48DF-9E45-7A92ABF1CD85}"/>
          </ac:spMkLst>
        </pc:spChg>
        <pc:spChg chg="mod">
          <ac:chgData name="Kinumbi, José Junior" userId="287460fa-1aef-49b4-97fe-18ef6b48819a" providerId="ADAL" clId="{91BBF1E3-BDC2-4211-B840-6100AEDF28C1}" dt="2024-11-23T11:00:40.875" v="2146" actId="1036"/>
          <ac:spMkLst>
            <pc:docMk/>
            <pc:sldMk cId="0" sldId="561"/>
            <ac:spMk id="67" creationId="{FD56056E-0E32-D1F7-F9A6-1EA976EF81B0}"/>
          </ac:spMkLst>
        </pc:spChg>
        <pc:spChg chg="mod">
          <ac:chgData name="Kinumbi, José Junior" userId="287460fa-1aef-49b4-97fe-18ef6b48819a" providerId="ADAL" clId="{91BBF1E3-BDC2-4211-B840-6100AEDF28C1}" dt="2024-11-23T11:00:40.875" v="2146" actId="1036"/>
          <ac:spMkLst>
            <pc:docMk/>
            <pc:sldMk cId="0" sldId="561"/>
            <ac:spMk id="68" creationId="{16323D8B-E9F6-7961-7E2F-E265CEEB2CF3}"/>
          </ac:spMkLst>
        </pc:spChg>
        <pc:spChg chg="mod">
          <ac:chgData name="Kinumbi, José Junior" userId="287460fa-1aef-49b4-97fe-18ef6b48819a" providerId="ADAL" clId="{91BBF1E3-BDC2-4211-B840-6100AEDF28C1}" dt="2024-11-23T11:00:40.875" v="2146" actId="1036"/>
          <ac:spMkLst>
            <pc:docMk/>
            <pc:sldMk cId="0" sldId="561"/>
            <ac:spMk id="69" creationId="{1CF57668-1F5A-83B9-E54A-47961C693323}"/>
          </ac:spMkLst>
        </pc:spChg>
        <pc:spChg chg="mod">
          <ac:chgData name="Kinumbi, José Junior" userId="287460fa-1aef-49b4-97fe-18ef6b48819a" providerId="ADAL" clId="{91BBF1E3-BDC2-4211-B840-6100AEDF28C1}" dt="2024-11-23T11:00:40.875" v="2146" actId="1036"/>
          <ac:spMkLst>
            <pc:docMk/>
            <pc:sldMk cId="0" sldId="561"/>
            <ac:spMk id="70" creationId="{259A7C30-3558-21E0-3C2D-7B0EE227A8BB}"/>
          </ac:spMkLst>
        </pc:spChg>
        <pc:spChg chg="mod">
          <ac:chgData name="Kinumbi, José Junior" userId="287460fa-1aef-49b4-97fe-18ef6b48819a" providerId="ADAL" clId="{91BBF1E3-BDC2-4211-B840-6100AEDF28C1}" dt="2024-11-23T11:00:40.875" v="2146" actId="1036"/>
          <ac:spMkLst>
            <pc:docMk/>
            <pc:sldMk cId="0" sldId="561"/>
            <ac:spMk id="71" creationId="{4EA57442-313C-66C0-A056-58860AC76C6F}"/>
          </ac:spMkLst>
        </pc:spChg>
        <pc:spChg chg="del">
          <ac:chgData name="Kinumbi, José Junior" userId="287460fa-1aef-49b4-97fe-18ef6b48819a" providerId="ADAL" clId="{91BBF1E3-BDC2-4211-B840-6100AEDF28C1}" dt="2024-11-22T10:21:35.997" v="120" actId="478"/>
          <ac:spMkLst>
            <pc:docMk/>
            <pc:sldMk cId="0" sldId="561"/>
            <ac:spMk id="72" creationId="{95F4AF26-3269-4E5F-BFEB-AA047B9EE5A2}"/>
          </ac:spMkLst>
        </pc:spChg>
        <pc:spChg chg="del">
          <ac:chgData name="Kinumbi, José Junior" userId="287460fa-1aef-49b4-97fe-18ef6b48819a" providerId="ADAL" clId="{91BBF1E3-BDC2-4211-B840-6100AEDF28C1}" dt="2024-11-22T10:21:37.296" v="121" actId="478"/>
          <ac:spMkLst>
            <pc:docMk/>
            <pc:sldMk cId="0" sldId="561"/>
            <ac:spMk id="73" creationId="{71270AAA-B060-4127-ADB5-6BCBC59296A9}"/>
          </ac:spMkLst>
        </pc:spChg>
        <pc:spChg chg="del">
          <ac:chgData name="Kinumbi, José Junior" userId="287460fa-1aef-49b4-97fe-18ef6b48819a" providerId="ADAL" clId="{91BBF1E3-BDC2-4211-B840-6100AEDF28C1}" dt="2024-11-22T10:21:40.574" v="125" actId="478"/>
          <ac:spMkLst>
            <pc:docMk/>
            <pc:sldMk cId="0" sldId="561"/>
            <ac:spMk id="74" creationId="{0D87B712-7DFE-442D-ACFB-11F1DFF684F3}"/>
          </ac:spMkLst>
        </pc:spChg>
        <pc:spChg chg="del">
          <ac:chgData name="Kinumbi, José Junior" userId="287460fa-1aef-49b4-97fe-18ef6b48819a" providerId="ADAL" clId="{91BBF1E3-BDC2-4211-B840-6100AEDF28C1}" dt="2024-11-22T10:21:41.613" v="126" actId="478"/>
          <ac:spMkLst>
            <pc:docMk/>
            <pc:sldMk cId="0" sldId="561"/>
            <ac:spMk id="75" creationId="{576242EA-9308-414E-84CE-8F096419EAD1}"/>
          </ac:spMkLst>
        </pc:spChg>
        <pc:spChg chg="del">
          <ac:chgData name="Kinumbi, José Junior" userId="287460fa-1aef-49b4-97fe-18ef6b48819a" providerId="ADAL" clId="{91BBF1E3-BDC2-4211-B840-6100AEDF28C1}" dt="2024-11-22T10:21:44.584" v="129" actId="478"/>
          <ac:spMkLst>
            <pc:docMk/>
            <pc:sldMk cId="0" sldId="561"/>
            <ac:spMk id="76" creationId="{BEF0376F-5AA1-4D1A-BD67-1DD0E68F1466}"/>
          </ac:spMkLst>
        </pc:spChg>
        <pc:spChg chg="mod">
          <ac:chgData name="Kinumbi, José Junior" userId="287460fa-1aef-49b4-97fe-18ef6b48819a" providerId="ADAL" clId="{91BBF1E3-BDC2-4211-B840-6100AEDF28C1}" dt="2024-11-23T11:00:40.875" v="2146" actId="1036"/>
          <ac:spMkLst>
            <pc:docMk/>
            <pc:sldMk cId="0" sldId="561"/>
            <ac:spMk id="77" creationId="{92805312-ABE6-0305-AF51-180438884838}"/>
          </ac:spMkLst>
        </pc:spChg>
        <pc:spChg chg="mod">
          <ac:chgData name="Kinumbi, José Junior" userId="287460fa-1aef-49b4-97fe-18ef6b48819a" providerId="ADAL" clId="{91BBF1E3-BDC2-4211-B840-6100AEDF28C1}" dt="2024-11-23T11:00:40.875" v="2146" actId="1036"/>
          <ac:spMkLst>
            <pc:docMk/>
            <pc:sldMk cId="0" sldId="561"/>
            <ac:spMk id="78" creationId="{D5DEBC5A-0F3F-A604-5841-C8BF965B1D9D}"/>
          </ac:spMkLst>
        </pc:spChg>
        <pc:spChg chg="mod">
          <ac:chgData name="Kinumbi, José Junior" userId="287460fa-1aef-49b4-97fe-18ef6b48819a" providerId="ADAL" clId="{91BBF1E3-BDC2-4211-B840-6100AEDF28C1}" dt="2024-11-23T11:00:40.875" v="2146" actId="1036"/>
          <ac:spMkLst>
            <pc:docMk/>
            <pc:sldMk cId="0" sldId="561"/>
            <ac:spMk id="79" creationId="{F3166BE8-E5BD-294E-5B45-E4ACC886213D}"/>
          </ac:spMkLst>
        </pc:spChg>
        <pc:spChg chg="mod">
          <ac:chgData name="Kinumbi, José Junior" userId="287460fa-1aef-49b4-97fe-18ef6b48819a" providerId="ADAL" clId="{91BBF1E3-BDC2-4211-B840-6100AEDF28C1}" dt="2024-11-23T11:00:40.875" v="2146" actId="1036"/>
          <ac:spMkLst>
            <pc:docMk/>
            <pc:sldMk cId="0" sldId="561"/>
            <ac:spMk id="80" creationId="{09105971-6A93-6CE4-BB81-73D584F131E1}"/>
          </ac:spMkLst>
        </pc:spChg>
        <pc:spChg chg="mod">
          <ac:chgData name="Kinumbi, José Junior" userId="287460fa-1aef-49b4-97fe-18ef6b48819a" providerId="ADAL" clId="{91BBF1E3-BDC2-4211-B840-6100AEDF28C1}" dt="2024-11-23T11:00:40.875" v="2146" actId="1036"/>
          <ac:spMkLst>
            <pc:docMk/>
            <pc:sldMk cId="0" sldId="561"/>
            <ac:spMk id="81" creationId="{7C9F7DA0-0F9E-327D-B88C-9F3FCB25E305}"/>
          </ac:spMkLst>
        </pc:spChg>
        <pc:spChg chg="mod">
          <ac:chgData name="Kinumbi, José Junior" userId="287460fa-1aef-49b4-97fe-18ef6b48819a" providerId="ADAL" clId="{91BBF1E3-BDC2-4211-B840-6100AEDF28C1}" dt="2024-11-23T11:00:40.875" v="2146" actId="1036"/>
          <ac:spMkLst>
            <pc:docMk/>
            <pc:sldMk cId="0" sldId="561"/>
            <ac:spMk id="82" creationId="{FEDCF26A-668F-82B1-4B53-46EF5EF403DD}"/>
          </ac:spMkLst>
        </pc:spChg>
        <pc:spChg chg="mod">
          <ac:chgData name="Kinumbi, José Junior" userId="287460fa-1aef-49b4-97fe-18ef6b48819a" providerId="ADAL" clId="{91BBF1E3-BDC2-4211-B840-6100AEDF28C1}" dt="2024-11-23T11:00:40.875" v="2146" actId="1036"/>
          <ac:spMkLst>
            <pc:docMk/>
            <pc:sldMk cId="0" sldId="561"/>
            <ac:spMk id="83" creationId="{B04A7880-C6DB-4CFD-2FDF-043EE45362A1}"/>
          </ac:spMkLst>
        </pc:spChg>
        <pc:spChg chg="mod">
          <ac:chgData name="Kinumbi, José Junior" userId="287460fa-1aef-49b4-97fe-18ef6b48819a" providerId="ADAL" clId="{91BBF1E3-BDC2-4211-B840-6100AEDF28C1}" dt="2024-11-23T11:00:40.875" v="2146" actId="1036"/>
          <ac:spMkLst>
            <pc:docMk/>
            <pc:sldMk cId="0" sldId="561"/>
            <ac:spMk id="84" creationId="{589572F7-8C8E-8E76-6CCB-BAE9C03F30CE}"/>
          </ac:spMkLst>
        </pc:spChg>
        <pc:spChg chg="mod">
          <ac:chgData name="Kinumbi, José Junior" userId="287460fa-1aef-49b4-97fe-18ef6b48819a" providerId="ADAL" clId="{91BBF1E3-BDC2-4211-B840-6100AEDF28C1}" dt="2024-11-23T11:00:40.875" v="2146" actId="1036"/>
          <ac:spMkLst>
            <pc:docMk/>
            <pc:sldMk cId="0" sldId="561"/>
            <ac:spMk id="85" creationId="{D5A4F585-B147-4570-D8CF-8084E0A66255}"/>
          </ac:spMkLst>
        </pc:spChg>
        <pc:spChg chg="mod">
          <ac:chgData name="Kinumbi, José Junior" userId="287460fa-1aef-49b4-97fe-18ef6b48819a" providerId="ADAL" clId="{91BBF1E3-BDC2-4211-B840-6100AEDF28C1}" dt="2024-11-23T11:00:40.875" v="2146" actId="1036"/>
          <ac:spMkLst>
            <pc:docMk/>
            <pc:sldMk cId="0" sldId="561"/>
            <ac:spMk id="86" creationId="{7F720534-FADD-ED74-10A4-2706B44EDE45}"/>
          </ac:spMkLst>
        </pc:spChg>
        <pc:spChg chg="del">
          <ac:chgData name="Kinumbi, José Junior" userId="287460fa-1aef-49b4-97fe-18ef6b48819a" providerId="ADAL" clId="{91BBF1E3-BDC2-4211-B840-6100AEDF28C1}" dt="2024-11-22T10:21:38.098" v="122" actId="478"/>
          <ac:spMkLst>
            <pc:docMk/>
            <pc:sldMk cId="0" sldId="561"/>
            <ac:spMk id="87" creationId="{4261B569-6A00-4CE8-9E1E-8B76C0681657}"/>
          </ac:spMkLst>
        </pc:spChg>
        <pc:spChg chg="del">
          <ac:chgData name="Kinumbi, José Junior" userId="287460fa-1aef-49b4-97fe-18ef6b48819a" providerId="ADAL" clId="{91BBF1E3-BDC2-4211-B840-6100AEDF28C1}" dt="2024-11-22T10:21:38.913" v="123" actId="478"/>
          <ac:spMkLst>
            <pc:docMk/>
            <pc:sldMk cId="0" sldId="561"/>
            <ac:spMk id="88" creationId="{563E3D59-EF66-4A00-9C38-118ACAE73AA3}"/>
          </ac:spMkLst>
        </pc:spChg>
        <pc:spChg chg="del">
          <ac:chgData name="Kinumbi, José Junior" userId="287460fa-1aef-49b4-97fe-18ef6b48819a" providerId="ADAL" clId="{91BBF1E3-BDC2-4211-B840-6100AEDF28C1}" dt="2024-11-22T10:21:39.865" v="124" actId="478"/>
          <ac:spMkLst>
            <pc:docMk/>
            <pc:sldMk cId="0" sldId="561"/>
            <ac:spMk id="89" creationId="{10BE2EA1-B80A-41AB-9E80-25E046FA9A87}"/>
          </ac:spMkLst>
        </pc:spChg>
        <pc:spChg chg="del">
          <ac:chgData name="Kinumbi, José Junior" userId="287460fa-1aef-49b4-97fe-18ef6b48819a" providerId="ADAL" clId="{91BBF1E3-BDC2-4211-B840-6100AEDF28C1}" dt="2024-11-22T10:21:42.499" v="127" actId="478"/>
          <ac:spMkLst>
            <pc:docMk/>
            <pc:sldMk cId="0" sldId="561"/>
            <ac:spMk id="90" creationId="{CE12B37A-E6AD-4B3F-AF2D-3FA3CCDDBB8D}"/>
          </ac:spMkLst>
        </pc:spChg>
        <pc:spChg chg="del">
          <ac:chgData name="Kinumbi, José Junior" userId="287460fa-1aef-49b4-97fe-18ef6b48819a" providerId="ADAL" clId="{91BBF1E3-BDC2-4211-B840-6100AEDF28C1}" dt="2024-11-22T10:21:43.939" v="128" actId="478"/>
          <ac:spMkLst>
            <pc:docMk/>
            <pc:sldMk cId="0" sldId="561"/>
            <ac:spMk id="91" creationId="{7D8638FB-F0A5-47A8-9784-B2C59BBFDAF7}"/>
          </ac:spMkLst>
        </pc:spChg>
        <pc:spChg chg="mod">
          <ac:chgData name="Kinumbi, José Junior" userId="287460fa-1aef-49b4-97fe-18ef6b48819a" providerId="ADAL" clId="{91BBF1E3-BDC2-4211-B840-6100AEDF28C1}" dt="2024-11-23T11:00:40.875" v="2146" actId="1036"/>
          <ac:spMkLst>
            <pc:docMk/>
            <pc:sldMk cId="0" sldId="561"/>
            <ac:spMk id="92" creationId="{0FA0D1DF-8DC5-4C71-890B-57F37E2A68D3}"/>
          </ac:spMkLst>
        </pc:spChg>
        <pc:spChg chg="mod">
          <ac:chgData name="Kinumbi, José Junior" userId="287460fa-1aef-49b4-97fe-18ef6b48819a" providerId="ADAL" clId="{91BBF1E3-BDC2-4211-B840-6100AEDF28C1}" dt="2024-11-23T11:00:40.875" v="2146" actId="1036"/>
          <ac:spMkLst>
            <pc:docMk/>
            <pc:sldMk cId="0" sldId="561"/>
            <ac:spMk id="93" creationId="{8B638430-9189-4375-A53B-10C9371E6822}"/>
          </ac:spMkLst>
        </pc:spChg>
        <pc:spChg chg="mod">
          <ac:chgData name="Kinumbi, José Junior" userId="287460fa-1aef-49b4-97fe-18ef6b48819a" providerId="ADAL" clId="{91BBF1E3-BDC2-4211-B840-6100AEDF28C1}" dt="2024-11-23T11:00:40.875" v="2146" actId="1036"/>
          <ac:spMkLst>
            <pc:docMk/>
            <pc:sldMk cId="0" sldId="561"/>
            <ac:spMk id="94" creationId="{881477D8-5E9D-431A-868B-3D84AEA16B5E}"/>
          </ac:spMkLst>
        </pc:spChg>
        <pc:spChg chg="mod">
          <ac:chgData name="Kinumbi, José Junior" userId="287460fa-1aef-49b4-97fe-18ef6b48819a" providerId="ADAL" clId="{91BBF1E3-BDC2-4211-B840-6100AEDF28C1}" dt="2024-11-23T11:00:40.875" v="2146" actId="1036"/>
          <ac:spMkLst>
            <pc:docMk/>
            <pc:sldMk cId="0" sldId="561"/>
            <ac:spMk id="95" creationId="{932CEDDB-264E-4F0B-8157-FAEC06FEBC4D}"/>
          </ac:spMkLst>
        </pc:spChg>
        <pc:spChg chg="mod">
          <ac:chgData name="Kinumbi, José Junior" userId="287460fa-1aef-49b4-97fe-18ef6b48819a" providerId="ADAL" clId="{91BBF1E3-BDC2-4211-B840-6100AEDF28C1}" dt="2024-11-23T11:00:40.875" v="2146" actId="1036"/>
          <ac:spMkLst>
            <pc:docMk/>
            <pc:sldMk cId="0" sldId="561"/>
            <ac:spMk id="96" creationId="{B05AB746-5DC2-4FC4-A97F-B9686853185B}"/>
          </ac:spMkLst>
        </pc:spChg>
        <pc:spChg chg="mod">
          <ac:chgData name="Kinumbi, José Junior" userId="287460fa-1aef-49b4-97fe-18ef6b48819a" providerId="ADAL" clId="{91BBF1E3-BDC2-4211-B840-6100AEDF28C1}" dt="2024-11-23T11:00:40.875" v="2146" actId="1036"/>
          <ac:spMkLst>
            <pc:docMk/>
            <pc:sldMk cId="0" sldId="561"/>
            <ac:spMk id="97" creationId="{D57C7483-FF2A-47F2-8D88-477BAD00D337}"/>
          </ac:spMkLst>
        </pc:spChg>
        <pc:spChg chg="mod">
          <ac:chgData name="Kinumbi, José Junior" userId="287460fa-1aef-49b4-97fe-18ef6b48819a" providerId="ADAL" clId="{91BBF1E3-BDC2-4211-B840-6100AEDF28C1}" dt="2024-11-23T11:00:40.875" v="2146" actId="1036"/>
          <ac:spMkLst>
            <pc:docMk/>
            <pc:sldMk cId="0" sldId="561"/>
            <ac:spMk id="98" creationId="{DAF94A80-0C82-4F98-8050-01E1297B0297}"/>
          </ac:spMkLst>
        </pc:spChg>
        <pc:spChg chg="mod">
          <ac:chgData name="Kinumbi, José Junior" userId="287460fa-1aef-49b4-97fe-18ef6b48819a" providerId="ADAL" clId="{91BBF1E3-BDC2-4211-B840-6100AEDF28C1}" dt="2024-11-23T11:00:40.875" v="2146" actId="1036"/>
          <ac:spMkLst>
            <pc:docMk/>
            <pc:sldMk cId="0" sldId="561"/>
            <ac:spMk id="99" creationId="{247499CD-87CE-4718-A935-C451B64CA3E3}"/>
          </ac:spMkLst>
        </pc:spChg>
        <pc:spChg chg="mod">
          <ac:chgData name="Kinumbi, José Junior" userId="287460fa-1aef-49b4-97fe-18ef6b48819a" providerId="ADAL" clId="{91BBF1E3-BDC2-4211-B840-6100AEDF28C1}" dt="2024-11-23T11:00:40.875" v="2146" actId="1036"/>
          <ac:spMkLst>
            <pc:docMk/>
            <pc:sldMk cId="0" sldId="561"/>
            <ac:spMk id="100" creationId="{A084CA38-D8E9-4293-832D-9AF0F1F29289}"/>
          </ac:spMkLst>
        </pc:spChg>
        <pc:spChg chg="mod">
          <ac:chgData name="Kinumbi, José Junior" userId="287460fa-1aef-49b4-97fe-18ef6b48819a" providerId="ADAL" clId="{91BBF1E3-BDC2-4211-B840-6100AEDF28C1}" dt="2024-11-23T11:00:40.875" v="2146" actId="1036"/>
          <ac:spMkLst>
            <pc:docMk/>
            <pc:sldMk cId="0" sldId="561"/>
            <ac:spMk id="101" creationId="{A3D4561A-E7CE-4329-B009-BCD992346F13}"/>
          </ac:spMkLst>
        </pc:spChg>
        <pc:spChg chg="mod">
          <ac:chgData name="Kinumbi, José Junior" userId="287460fa-1aef-49b4-97fe-18ef6b48819a" providerId="ADAL" clId="{91BBF1E3-BDC2-4211-B840-6100AEDF28C1}" dt="2024-11-23T11:00:40.875" v="2146" actId="1036"/>
          <ac:spMkLst>
            <pc:docMk/>
            <pc:sldMk cId="0" sldId="561"/>
            <ac:spMk id="102" creationId="{42582ECE-DA76-463A-B63F-0117CA31D8D7}"/>
          </ac:spMkLst>
        </pc:spChg>
        <pc:spChg chg="mod">
          <ac:chgData name="Kinumbi, José Junior" userId="287460fa-1aef-49b4-97fe-18ef6b48819a" providerId="ADAL" clId="{91BBF1E3-BDC2-4211-B840-6100AEDF28C1}" dt="2024-11-23T11:00:40.875" v="2146" actId="1036"/>
          <ac:spMkLst>
            <pc:docMk/>
            <pc:sldMk cId="0" sldId="561"/>
            <ac:spMk id="103" creationId="{08641CA9-3D7C-489A-8E39-3FC46C8F5246}"/>
          </ac:spMkLst>
        </pc:spChg>
        <pc:spChg chg="mod">
          <ac:chgData name="Kinumbi, José Junior" userId="287460fa-1aef-49b4-97fe-18ef6b48819a" providerId="ADAL" clId="{91BBF1E3-BDC2-4211-B840-6100AEDF28C1}" dt="2024-11-23T11:00:40.875" v="2146" actId="1036"/>
          <ac:spMkLst>
            <pc:docMk/>
            <pc:sldMk cId="0" sldId="561"/>
            <ac:spMk id="104" creationId="{A9C25E93-0B50-46E1-9379-8654807D4AAD}"/>
          </ac:spMkLst>
        </pc:spChg>
        <pc:spChg chg="mod">
          <ac:chgData name="Kinumbi, José Junior" userId="287460fa-1aef-49b4-97fe-18ef6b48819a" providerId="ADAL" clId="{91BBF1E3-BDC2-4211-B840-6100AEDF28C1}" dt="2024-11-23T11:00:40.875" v="2146" actId="1036"/>
          <ac:spMkLst>
            <pc:docMk/>
            <pc:sldMk cId="0" sldId="561"/>
            <ac:spMk id="105" creationId="{D4127D69-5506-4E17-BCAB-8782E22A76D5}"/>
          </ac:spMkLst>
        </pc:spChg>
        <pc:spChg chg="mod">
          <ac:chgData name="Kinumbi, José Junior" userId="287460fa-1aef-49b4-97fe-18ef6b48819a" providerId="ADAL" clId="{91BBF1E3-BDC2-4211-B840-6100AEDF28C1}" dt="2024-11-23T11:00:40.875" v="2146" actId="1036"/>
          <ac:spMkLst>
            <pc:docMk/>
            <pc:sldMk cId="0" sldId="561"/>
            <ac:spMk id="106" creationId="{49A6C69D-6736-44E5-8FA7-DCA6BC9BFDFE}"/>
          </ac:spMkLst>
        </pc:spChg>
        <pc:spChg chg="mod">
          <ac:chgData name="Kinumbi, José Junior" userId="287460fa-1aef-49b4-97fe-18ef6b48819a" providerId="ADAL" clId="{91BBF1E3-BDC2-4211-B840-6100AEDF28C1}" dt="2024-11-23T11:00:40.875" v="2146" actId="1036"/>
          <ac:spMkLst>
            <pc:docMk/>
            <pc:sldMk cId="0" sldId="561"/>
            <ac:spMk id="107" creationId="{7E240EBC-1DAA-452E-A6AB-F25132C783DA}"/>
          </ac:spMkLst>
        </pc:spChg>
        <pc:spChg chg="mod">
          <ac:chgData name="Kinumbi, José Junior" userId="287460fa-1aef-49b4-97fe-18ef6b48819a" providerId="ADAL" clId="{91BBF1E3-BDC2-4211-B840-6100AEDF28C1}" dt="2024-11-23T11:00:40.875" v="2146" actId="1036"/>
          <ac:spMkLst>
            <pc:docMk/>
            <pc:sldMk cId="0" sldId="561"/>
            <ac:spMk id="108" creationId="{B5A4F1D8-BD71-40DA-868F-DD9C6D41524C}"/>
          </ac:spMkLst>
        </pc:spChg>
        <pc:spChg chg="mod">
          <ac:chgData name="Kinumbi, José Junior" userId="287460fa-1aef-49b4-97fe-18ef6b48819a" providerId="ADAL" clId="{91BBF1E3-BDC2-4211-B840-6100AEDF28C1}" dt="2024-11-23T11:00:40.875" v="2146" actId="1036"/>
          <ac:spMkLst>
            <pc:docMk/>
            <pc:sldMk cId="0" sldId="561"/>
            <ac:spMk id="109" creationId="{0EEC9433-EA5B-40BB-BEC7-B982949288E2}"/>
          </ac:spMkLst>
        </pc:spChg>
        <pc:spChg chg="mod">
          <ac:chgData name="Kinumbi, José Junior" userId="287460fa-1aef-49b4-97fe-18ef6b48819a" providerId="ADAL" clId="{91BBF1E3-BDC2-4211-B840-6100AEDF28C1}" dt="2024-11-23T11:00:40.875" v="2146" actId="1036"/>
          <ac:spMkLst>
            <pc:docMk/>
            <pc:sldMk cId="0" sldId="561"/>
            <ac:spMk id="110" creationId="{637C0D5A-B361-4AE7-8456-A9B0F5750D2B}"/>
          </ac:spMkLst>
        </pc:spChg>
        <pc:spChg chg="mod">
          <ac:chgData name="Kinumbi, José Junior" userId="287460fa-1aef-49b4-97fe-18ef6b48819a" providerId="ADAL" clId="{91BBF1E3-BDC2-4211-B840-6100AEDF28C1}" dt="2024-11-23T11:00:40.875" v="2146" actId="1036"/>
          <ac:spMkLst>
            <pc:docMk/>
            <pc:sldMk cId="0" sldId="561"/>
            <ac:spMk id="111" creationId="{8CC247B7-C34F-4F6E-BFF6-95FB2CD353C8}"/>
          </ac:spMkLst>
        </pc:spChg>
        <pc:spChg chg="mod">
          <ac:chgData name="Kinumbi, José Junior" userId="287460fa-1aef-49b4-97fe-18ef6b48819a" providerId="ADAL" clId="{91BBF1E3-BDC2-4211-B840-6100AEDF28C1}" dt="2024-11-23T11:00:40.875" v="2146" actId="1036"/>
          <ac:spMkLst>
            <pc:docMk/>
            <pc:sldMk cId="0" sldId="561"/>
            <ac:spMk id="112" creationId="{6DA0AC2C-DB2F-5632-363C-F5A633EB1F6E}"/>
          </ac:spMkLst>
        </pc:spChg>
        <pc:spChg chg="mod">
          <ac:chgData name="Kinumbi, José Junior" userId="287460fa-1aef-49b4-97fe-18ef6b48819a" providerId="ADAL" clId="{91BBF1E3-BDC2-4211-B840-6100AEDF28C1}" dt="2024-11-23T11:00:40.875" v="2146" actId="1036"/>
          <ac:spMkLst>
            <pc:docMk/>
            <pc:sldMk cId="0" sldId="561"/>
            <ac:spMk id="113" creationId="{F034D5EF-7CCD-B273-C6EB-F2D8BE18DF33}"/>
          </ac:spMkLst>
        </pc:spChg>
        <pc:spChg chg="mod">
          <ac:chgData name="Kinumbi, José Junior" userId="287460fa-1aef-49b4-97fe-18ef6b48819a" providerId="ADAL" clId="{91BBF1E3-BDC2-4211-B840-6100AEDF28C1}" dt="2024-11-23T11:00:40.875" v="2146" actId="1036"/>
          <ac:spMkLst>
            <pc:docMk/>
            <pc:sldMk cId="0" sldId="561"/>
            <ac:spMk id="114" creationId="{8793371A-B3EC-929F-B5DC-CAF34932A121}"/>
          </ac:spMkLst>
        </pc:spChg>
        <pc:spChg chg="mod">
          <ac:chgData name="Kinumbi, José Junior" userId="287460fa-1aef-49b4-97fe-18ef6b48819a" providerId="ADAL" clId="{91BBF1E3-BDC2-4211-B840-6100AEDF28C1}" dt="2024-11-23T11:00:40.875" v="2146" actId="1036"/>
          <ac:spMkLst>
            <pc:docMk/>
            <pc:sldMk cId="0" sldId="561"/>
            <ac:spMk id="115" creationId="{EB4F66E5-ECA5-94EF-FF14-5119DF79C100}"/>
          </ac:spMkLst>
        </pc:spChg>
        <pc:spChg chg="add mod">
          <ac:chgData name="Kinumbi, José Junior" userId="287460fa-1aef-49b4-97fe-18ef6b48819a" providerId="ADAL" clId="{91BBF1E3-BDC2-4211-B840-6100AEDF28C1}" dt="2024-11-23T11:00:40.875" v="2146" actId="1036"/>
          <ac:spMkLst>
            <pc:docMk/>
            <pc:sldMk cId="0" sldId="561"/>
            <ac:spMk id="116" creationId="{19CEFB78-F0B5-D041-DEBE-921E8D6651D2}"/>
          </ac:spMkLst>
        </pc:spChg>
        <pc:spChg chg="add mod">
          <ac:chgData name="Kinumbi, José Junior" userId="287460fa-1aef-49b4-97fe-18ef6b48819a" providerId="ADAL" clId="{91BBF1E3-BDC2-4211-B840-6100AEDF28C1}" dt="2024-11-23T11:00:40.875" v="2146" actId="1036"/>
          <ac:spMkLst>
            <pc:docMk/>
            <pc:sldMk cId="0" sldId="561"/>
            <ac:spMk id="117" creationId="{90FFE177-9E3B-59CD-5548-E28FBD7A95FF}"/>
          </ac:spMkLst>
        </pc:spChg>
        <pc:spChg chg="mod">
          <ac:chgData name="Kinumbi, José Junior" userId="287460fa-1aef-49b4-97fe-18ef6b48819a" providerId="ADAL" clId="{91BBF1E3-BDC2-4211-B840-6100AEDF28C1}" dt="2024-11-22T10:29:26.407" v="264"/>
          <ac:spMkLst>
            <pc:docMk/>
            <pc:sldMk cId="0" sldId="561"/>
            <ac:spMk id="119" creationId="{351B1AE6-37D4-65BC-1DFC-04FFC9FDC18D}"/>
          </ac:spMkLst>
        </pc:spChg>
        <pc:spChg chg="mod">
          <ac:chgData name="Kinumbi, José Junior" userId="287460fa-1aef-49b4-97fe-18ef6b48819a" providerId="ADAL" clId="{91BBF1E3-BDC2-4211-B840-6100AEDF28C1}" dt="2024-11-22T10:29:26.407" v="264"/>
          <ac:spMkLst>
            <pc:docMk/>
            <pc:sldMk cId="0" sldId="561"/>
            <ac:spMk id="120" creationId="{DA54E564-DD3B-EF5D-8E06-1108F0129887}"/>
          </ac:spMkLst>
        </pc:spChg>
        <pc:spChg chg="mod">
          <ac:chgData name="Kinumbi, José Junior" userId="287460fa-1aef-49b4-97fe-18ef6b48819a" providerId="ADAL" clId="{91BBF1E3-BDC2-4211-B840-6100AEDF28C1}" dt="2024-11-22T10:29:26.407" v="264"/>
          <ac:spMkLst>
            <pc:docMk/>
            <pc:sldMk cId="0" sldId="561"/>
            <ac:spMk id="121" creationId="{B3031F39-EA88-39AA-DC6F-93E9F31C98A7}"/>
          </ac:spMkLst>
        </pc:spChg>
        <pc:spChg chg="mod">
          <ac:chgData name="Kinumbi, José Junior" userId="287460fa-1aef-49b4-97fe-18ef6b48819a" providerId="ADAL" clId="{91BBF1E3-BDC2-4211-B840-6100AEDF28C1}" dt="2024-11-22T10:29:26.407" v="264"/>
          <ac:spMkLst>
            <pc:docMk/>
            <pc:sldMk cId="0" sldId="561"/>
            <ac:spMk id="122" creationId="{D7A9B281-2C4B-035F-EA24-1E2C0C919BAE}"/>
          </ac:spMkLst>
        </pc:spChg>
        <pc:spChg chg="mod">
          <ac:chgData name="Kinumbi, José Junior" userId="287460fa-1aef-49b4-97fe-18ef6b48819a" providerId="ADAL" clId="{91BBF1E3-BDC2-4211-B840-6100AEDF28C1}" dt="2024-11-22T10:29:26.407" v="264"/>
          <ac:spMkLst>
            <pc:docMk/>
            <pc:sldMk cId="0" sldId="561"/>
            <ac:spMk id="123" creationId="{CE742497-7A2B-BE60-62D5-2C52E8677C76}"/>
          </ac:spMkLst>
        </pc:spChg>
        <pc:spChg chg="add del mod">
          <ac:chgData name="Kinumbi, José Junior" userId="287460fa-1aef-49b4-97fe-18ef6b48819a" providerId="ADAL" clId="{91BBF1E3-BDC2-4211-B840-6100AEDF28C1}" dt="2024-11-23T11:08:33.043" v="2168" actId="478"/>
          <ac:spMkLst>
            <pc:docMk/>
            <pc:sldMk cId="0" sldId="561"/>
            <ac:spMk id="126" creationId="{6712DBFB-A289-B632-D018-1B6AB49BA38C}"/>
          </ac:spMkLst>
        </pc:spChg>
        <pc:spChg chg="add del mod">
          <ac:chgData name="Kinumbi, José Junior" userId="287460fa-1aef-49b4-97fe-18ef6b48819a" providerId="ADAL" clId="{91BBF1E3-BDC2-4211-B840-6100AEDF28C1}" dt="2024-11-23T11:08:33.043" v="2168" actId="478"/>
          <ac:spMkLst>
            <pc:docMk/>
            <pc:sldMk cId="0" sldId="561"/>
            <ac:spMk id="127" creationId="{67AB8F9B-8B14-00FC-B077-38827FE7A637}"/>
          </ac:spMkLst>
        </pc:spChg>
        <pc:spChg chg="mod">
          <ac:chgData name="Kinumbi, José Junior" userId="287460fa-1aef-49b4-97fe-18ef6b48819a" providerId="ADAL" clId="{91BBF1E3-BDC2-4211-B840-6100AEDF28C1}" dt="2024-11-23T09:58:04.938" v="1900" actId="1035"/>
          <ac:spMkLst>
            <pc:docMk/>
            <pc:sldMk cId="0" sldId="561"/>
            <ac:spMk id="5122" creationId="{673A5D40-9C02-4C3E-B71E-AEC695A13DDE}"/>
          </ac:spMkLst>
        </pc:spChg>
        <pc:spChg chg="mod">
          <ac:chgData name="Kinumbi, José Junior" userId="287460fa-1aef-49b4-97fe-18ef6b48819a" providerId="ADAL" clId="{91BBF1E3-BDC2-4211-B840-6100AEDF28C1}" dt="2024-11-23T11:08:42.381" v="2172" actId="20577"/>
          <ac:spMkLst>
            <pc:docMk/>
            <pc:sldMk cId="0" sldId="561"/>
            <ac:spMk id="5123" creationId="{07301CD2-ADA1-4D6A-900A-563644C20F29}"/>
          </ac:spMkLst>
        </pc:spChg>
        <pc:spChg chg="mod">
          <ac:chgData name="Kinumbi, José Junior" userId="287460fa-1aef-49b4-97fe-18ef6b48819a" providerId="ADAL" clId="{91BBF1E3-BDC2-4211-B840-6100AEDF28C1}" dt="2024-11-23T11:10:42.797" v="2293" actId="20577"/>
          <ac:spMkLst>
            <pc:docMk/>
            <pc:sldMk cId="0" sldId="561"/>
            <ac:spMk id="5129" creationId="{0DBD2BE0-1741-408D-8A1B-BC7CE3708FD8}"/>
          </ac:spMkLst>
        </pc:spChg>
        <pc:spChg chg="mod">
          <ac:chgData name="Kinumbi, José Junior" userId="287460fa-1aef-49b4-97fe-18ef6b48819a" providerId="ADAL" clId="{91BBF1E3-BDC2-4211-B840-6100AEDF28C1}" dt="2024-11-23T11:10:51.606" v="2301" actId="20577"/>
          <ac:spMkLst>
            <pc:docMk/>
            <pc:sldMk cId="0" sldId="561"/>
            <ac:spMk id="5130" creationId="{1C5C1398-DA85-4B81-A407-5A4ADF2DC734}"/>
          </ac:spMkLst>
        </pc:spChg>
        <pc:spChg chg="mod">
          <ac:chgData name="Kinumbi, José Junior" userId="287460fa-1aef-49b4-97fe-18ef6b48819a" providerId="ADAL" clId="{91BBF1E3-BDC2-4211-B840-6100AEDF28C1}" dt="2024-11-23T10:58:28.371" v="2127" actId="1036"/>
          <ac:spMkLst>
            <pc:docMk/>
            <pc:sldMk cId="0" sldId="561"/>
            <ac:spMk id="5134" creationId="{CF6BA87E-2BF8-49B9-80BA-CE538C5364CA}"/>
          </ac:spMkLst>
        </pc:spChg>
        <pc:spChg chg="mod">
          <ac:chgData name="Kinumbi, José Junior" userId="287460fa-1aef-49b4-97fe-18ef6b48819a" providerId="ADAL" clId="{91BBF1E3-BDC2-4211-B840-6100AEDF28C1}" dt="2024-11-23T11:12:15.216" v="2395" actId="20577"/>
          <ac:spMkLst>
            <pc:docMk/>
            <pc:sldMk cId="0" sldId="561"/>
            <ac:spMk id="5148" creationId="{91EBAC55-54B1-48DD-AA5A-2A8D518FF43C}"/>
          </ac:spMkLst>
        </pc:spChg>
        <pc:spChg chg="mod">
          <ac:chgData name="Kinumbi, José Junior" userId="287460fa-1aef-49b4-97fe-18ef6b48819a" providerId="ADAL" clId="{91BBF1E3-BDC2-4211-B840-6100AEDF28C1}" dt="2024-11-23T10:58:09.265" v="2101" actId="1035"/>
          <ac:spMkLst>
            <pc:docMk/>
            <pc:sldMk cId="0" sldId="561"/>
            <ac:spMk id="5149" creationId="{1FF314AE-0EB4-48BA-856B-B1089705AA3F}"/>
          </ac:spMkLst>
        </pc:spChg>
        <pc:spChg chg="mod">
          <ac:chgData name="Kinumbi, José Junior" userId="287460fa-1aef-49b4-97fe-18ef6b48819a" providerId="ADAL" clId="{91BBF1E3-BDC2-4211-B840-6100AEDF28C1}" dt="2024-11-23T11:00:49.663" v="2160" actId="1036"/>
          <ac:spMkLst>
            <pc:docMk/>
            <pc:sldMk cId="0" sldId="561"/>
            <ac:spMk id="5150" creationId="{504C0D80-929E-4A69-9E62-677E6462E58B}"/>
          </ac:spMkLst>
        </pc:spChg>
        <pc:grpChg chg="del">
          <ac:chgData name="Kinumbi, José Junior" userId="287460fa-1aef-49b4-97fe-18ef6b48819a" providerId="ADAL" clId="{91BBF1E3-BDC2-4211-B840-6100AEDF28C1}" dt="2024-11-23T10:57:49.074" v="2087" actId="478"/>
          <ac:grpSpMkLst>
            <pc:docMk/>
            <pc:sldMk cId="0" sldId="561"/>
            <ac:grpSpMk id="11" creationId="{02387C6F-2E45-B54C-44EE-9D01C570BABA}"/>
          </ac:grpSpMkLst>
        </pc:grpChg>
        <pc:grpChg chg="del">
          <ac:chgData name="Kinumbi, José Junior" userId="287460fa-1aef-49b4-97fe-18ef6b48819a" providerId="ADAL" clId="{91BBF1E3-BDC2-4211-B840-6100AEDF28C1}" dt="2024-11-23T10:57:49.074" v="2087" actId="478"/>
          <ac:grpSpMkLst>
            <pc:docMk/>
            <pc:sldMk cId="0" sldId="561"/>
            <ac:grpSpMk id="18" creationId="{947CB31F-D16E-3AA4-5149-B8A35C381AC9}"/>
          </ac:grpSpMkLst>
        </pc:grpChg>
        <pc:grpChg chg="del">
          <ac:chgData name="Kinumbi, José Junior" userId="287460fa-1aef-49b4-97fe-18ef6b48819a" providerId="ADAL" clId="{91BBF1E3-BDC2-4211-B840-6100AEDF28C1}" dt="2024-11-23T10:57:49.074" v="2087" actId="478"/>
          <ac:grpSpMkLst>
            <pc:docMk/>
            <pc:sldMk cId="0" sldId="561"/>
            <ac:grpSpMk id="30" creationId="{15E72051-D47B-FAFE-E321-9A288FF81CBA}"/>
          </ac:grpSpMkLst>
        </pc:grpChg>
        <pc:grpChg chg="del">
          <ac:chgData name="Kinumbi, José Junior" userId="287460fa-1aef-49b4-97fe-18ef6b48819a" providerId="ADAL" clId="{91BBF1E3-BDC2-4211-B840-6100AEDF28C1}" dt="2024-11-23T10:57:49.074" v="2087" actId="478"/>
          <ac:grpSpMkLst>
            <pc:docMk/>
            <pc:sldMk cId="0" sldId="561"/>
            <ac:grpSpMk id="42" creationId="{E609463A-B018-CA50-96E6-4AD5C0B60D66}"/>
          </ac:grpSpMkLst>
        </pc:grpChg>
        <pc:grpChg chg="del">
          <ac:chgData name="Kinumbi, José Junior" userId="287460fa-1aef-49b4-97fe-18ef6b48819a" providerId="ADAL" clId="{91BBF1E3-BDC2-4211-B840-6100AEDF28C1}" dt="2024-11-23T10:57:49.074" v="2087" actId="478"/>
          <ac:grpSpMkLst>
            <pc:docMk/>
            <pc:sldMk cId="0" sldId="561"/>
            <ac:grpSpMk id="49" creationId="{F31A83BA-DB55-E06E-7DBC-13BB5957B40D}"/>
          </ac:grpSpMkLst>
        </pc:grpChg>
        <pc:grpChg chg="add mod">
          <ac:chgData name="Kinumbi, José Junior" userId="287460fa-1aef-49b4-97fe-18ef6b48819a" providerId="ADAL" clId="{91BBF1E3-BDC2-4211-B840-6100AEDF28C1}" dt="2024-11-22T10:30:08.738" v="480" actId="1036"/>
          <ac:grpSpMkLst>
            <pc:docMk/>
            <pc:sldMk cId="0" sldId="561"/>
            <ac:grpSpMk id="118" creationId="{29454883-55C2-B8A0-EAD8-F7D2F52BBD17}"/>
          </ac:grpSpMkLst>
        </pc:grpChg>
        <pc:picChg chg="add del mod">
          <ac:chgData name="Kinumbi, José Junior" userId="287460fa-1aef-49b4-97fe-18ef6b48819a" providerId="ADAL" clId="{91BBF1E3-BDC2-4211-B840-6100AEDF28C1}" dt="2024-11-23T11:08:09.918" v="2166" actId="478"/>
          <ac:picMkLst>
            <pc:docMk/>
            <pc:sldMk cId="0" sldId="561"/>
            <ac:picMk id="124" creationId="{D305185A-B20C-C99F-02E1-029D03B9442C}"/>
          </ac:picMkLst>
        </pc:picChg>
        <pc:picChg chg="add del mod">
          <ac:chgData name="Kinumbi, José Junior" userId="287460fa-1aef-49b4-97fe-18ef6b48819a" providerId="ADAL" clId="{91BBF1E3-BDC2-4211-B840-6100AEDF28C1}" dt="2024-11-23T10:03:47.382" v="1947" actId="478"/>
          <ac:picMkLst>
            <pc:docMk/>
            <pc:sldMk cId="0" sldId="561"/>
            <ac:picMk id="125" creationId="{7C02770B-E134-73C7-0D6E-9C42F49864E4}"/>
          </ac:picMkLst>
        </pc:picChg>
        <pc:picChg chg="add del mod">
          <ac:chgData name="Kinumbi, José Junior" userId="287460fa-1aef-49b4-97fe-18ef6b48819a" providerId="ADAL" clId="{91BBF1E3-BDC2-4211-B840-6100AEDF28C1}" dt="2024-11-23T11:08:25.481" v="2167" actId="478"/>
          <ac:picMkLst>
            <pc:docMk/>
            <pc:sldMk cId="0" sldId="561"/>
            <ac:picMk id="1026" creationId="{B73683A3-7E5B-EC9A-9280-F35FF897C4B6}"/>
          </ac:picMkLst>
        </pc:picChg>
        <pc:picChg chg="del">
          <ac:chgData name="Kinumbi, José Junior" userId="287460fa-1aef-49b4-97fe-18ef6b48819a" providerId="ADAL" clId="{91BBF1E3-BDC2-4211-B840-6100AEDF28C1}" dt="2024-11-23T09:51:15.491" v="1885" actId="478"/>
          <ac:picMkLst>
            <pc:docMk/>
            <pc:sldMk cId="0" sldId="561"/>
            <ac:picMk id="1028" creationId="{348B2A91-6828-C2D3-C9A5-69F073CE2D44}"/>
          </ac:picMkLst>
        </pc:picChg>
        <pc:picChg chg="del">
          <ac:chgData name="Kinumbi, José Junior" userId="287460fa-1aef-49b4-97fe-18ef6b48819a" providerId="ADAL" clId="{91BBF1E3-BDC2-4211-B840-6100AEDF28C1}" dt="2024-11-23T09:51:15.491" v="1885" actId="478"/>
          <ac:picMkLst>
            <pc:docMk/>
            <pc:sldMk cId="0" sldId="561"/>
            <ac:picMk id="1029" creationId="{AE83E007-D6B8-71C6-657D-184FC293C34F}"/>
          </ac:picMkLst>
        </pc:picChg>
        <pc:picChg chg="del">
          <ac:chgData name="Kinumbi, José Junior" userId="287460fa-1aef-49b4-97fe-18ef6b48819a" providerId="ADAL" clId="{91BBF1E3-BDC2-4211-B840-6100AEDF28C1}" dt="2024-11-23T09:51:15.491" v="1885" actId="478"/>
          <ac:picMkLst>
            <pc:docMk/>
            <pc:sldMk cId="0" sldId="561"/>
            <ac:picMk id="1030" creationId="{061704EB-7FF0-AE2B-9BCB-C903C3B19505}"/>
          </ac:picMkLst>
        </pc:picChg>
        <pc:picChg chg="del">
          <ac:chgData name="Kinumbi, José Junior" userId="287460fa-1aef-49b4-97fe-18ef6b48819a" providerId="ADAL" clId="{91BBF1E3-BDC2-4211-B840-6100AEDF28C1}" dt="2024-11-23T09:51:15.491" v="1885" actId="478"/>
          <ac:picMkLst>
            <pc:docMk/>
            <pc:sldMk cId="0" sldId="561"/>
            <ac:picMk id="1031" creationId="{0BE2FF5F-510F-2F45-2A48-5D4EA5441F38}"/>
          </ac:picMkLst>
        </pc:picChg>
        <pc:picChg chg="del">
          <ac:chgData name="Kinumbi, José Junior" userId="287460fa-1aef-49b4-97fe-18ef6b48819a" providerId="ADAL" clId="{91BBF1E3-BDC2-4211-B840-6100AEDF28C1}" dt="2024-11-23T09:51:15.491" v="1885" actId="478"/>
          <ac:picMkLst>
            <pc:docMk/>
            <pc:sldMk cId="0" sldId="561"/>
            <ac:picMk id="1032" creationId="{27DAFEFE-7B58-24F2-2090-8B09299F207B}"/>
          </ac:picMkLst>
        </pc:picChg>
      </pc:sldChg>
    </pc:docChg>
  </pc:docChgLst>
  <pc:docChgLst>
    <pc:chgData name="Goovaerts, Bernhard" userId="S::bernhard.goovaerts@capgemini.com::a77055f8-5443-4829-be6c-cc7ed58d2991" providerId="AD" clId="Web-{17F3DCA5-6563-D0DD-E14E-EB77E82A0777}"/>
    <pc:docChg chg="modSld">
      <pc:chgData name="Goovaerts, Bernhard" userId="S::bernhard.goovaerts@capgemini.com::a77055f8-5443-4829-be6c-cc7ed58d2991" providerId="AD" clId="Web-{17F3DCA5-6563-D0DD-E14E-EB77E82A0777}" dt="2023-11-24T12:14:16.624" v="92"/>
      <pc:docMkLst>
        <pc:docMk/>
      </pc:docMkLst>
      <pc:sldChg chg="addSp delSp modSp">
        <pc:chgData name="Goovaerts, Bernhard" userId="S::bernhard.goovaerts@capgemini.com::a77055f8-5443-4829-be6c-cc7ed58d2991" providerId="AD" clId="Web-{17F3DCA5-6563-D0DD-E14E-EB77E82A0777}" dt="2023-11-24T12:14:16.624" v="92"/>
        <pc:sldMkLst>
          <pc:docMk/>
          <pc:sldMk cId="0" sldId="561"/>
        </pc:sldMkLst>
        <pc:spChg chg="add del mod">
          <ac:chgData name="Goovaerts, Bernhard" userId="S::bernhard.goovaerts@capgemini.com::a77055f8-5443-4829-be6c-cc7ed58d2991" providerId="AD" clId="Web-{17F3DCA5-6563-D0DD-E14E-EB77E82A0777}" dt="2023-11-24T12:14:08.499" v="90"/>
          <ac:spMkLst>
            <pc:docMk/>
            <pc:sldMk cId="0" sldId="561"/>
            <ac:spMk id="2" creationId="{F440B424-13CD-93D4-C750-779F4533F790}"/>
          </ac:spMkLst>
        </pc:spChg>
        <pc:spChg chg="add">
          <ac:chgData name="Goovaerts, Bernhard" userId="S::bernhard.goovaerts@capgemini.com::a77055f8-5443-4829-be6c-cc7ed58d2991" providerId="AD" clId="Web-{17F3DCA5-6563-D0DD-E14E-EB77E82A0777}" dt="2023-11-24T12:11:00.149" v="36"/>
          <ac:spMkLst>
            <pc:docMk/>
            <pc:sldMk cId="0" sldId="561"/>
            <ac:spMk id="12" creationId="{4B618F6B-2B1B-8274-B107-02E5400C2D33}"/>
          </ac:spMkLst>
        </pc:spChg>
        <pc:spChg chg="add">
          <ac:chgData name="Goovaerts, Bernhard" userId="S::bernhard.goovaerts@capgemini.com::a77055f8-5443-4829-be6c-cc7ed58d2991" providerId="AD" clId="Web-{17F3DCA5-6563-D0DD-E14E-EB77E82A0777}" dt="2023-11-24T12:11:00.149" v="36"/>
          <ac:spMkLst>
            <pc:docMk/>
            <pc:sldMk cId="0" sldId="561"/>
            <ac:spMk id="19" creationId="{7629A6A5-14BF-CBD9-24F5-A3394C7C23DC}"/>
          </ac:spMkLst>
        </pc:spChg>
        <pc:spChg chg="add">
          <ac:chgData name="Goovaerts, Bernhard" userId="S::bernhard.goovaerts@capgemini.com::a77055f8-5443-4829-be6c-cc7ed58d2991" providerId="AD" clId="Web-{17F3DCA5-6563-D0DD-E14E-EB77E82A0777}" dt="2023-11-24T12:11:00.149" v="36"/>
          <ac:spMkLst>
            <pc:docMk/>
            <pc:sldMk cId="0" sldId="561"/>
            <ac:spMk id="31" creationId="{52E79023-F257-4F18-E99E-C923BE525F54}"/>
          </ac:spMkLst>
        </pc:spChg>
        <pc:spChg chg="add">
          <ac:chgData name="Goovaerts, Bernhard" userId="S::bernhard.goovaerts@capgemini.com::a77055f8-5443-4829-be6c-cc7ed58d2991" providerId="AD" clId="Web-{17F3DCA5-6563-D0DD-E14E-EB77E82A0777}" dt="2023-11-24T12:11:00.149" v="36"/>
          <ac:spMkLst>
            <pc:docMk/>
            <pc:sldMk cId="0" sldId="561"/>
            <ac:spMk id="43" creationId="{BA833C97-86A1-2199-87F5-AE8920566246}"/>
          </ac:spMkLst>
        </pc:spChg>
        <pc:spChg chg="add">
          <ac:chgData name="Goovaerts, Bernhard" userId="S::bernhard.goovaerts@capgemini.com::a77055f8-5443-4829-be6c-cc7ed58d2991" providerId="AD" clId="Web-{17F3DCA5-6563-D0DD-E14E-EB77E82A0777}" dt="2023-11-24T12:11:00.149" v="36"/>
          <ac:spMkLst>
            <pc:docMk/>
            <pc:sldMk cId="0" sldId="561"/>
            <ac:spMk id="50" creationId="{F3FF610A-21A7-B68A-8873-3E4B88720263}"/>
          </ac:spMkLst>
        </pc:spChg>
        <pc:spChg chg="add">
          <ac:chgData name="Goovaerts, Bernhard" userId="S::bernhard.goovaerts@capgemini.com::a77055f8-5443-4829-be6c-cc7ed58d2991" providerId="AD" clId="Web-{17F3DCA5-6563-D0DD-E14E-EB77E82A0777}" dt="2023-11-24T12:11:00.149" v="36"/>
          <ac:spMkLst>
            <pc:docMk/>
            <pc:sldMk cId="0" sldId="561"/>
            <ac:spMk id="51" creationId="{75F3981B-C244-25C3-CF3F-22FCFA28160F}"/>
          </ac:spMkLst>
        </pc:spChg>
        <pc:spChg chg="add">
          <ac:chgData name="Goovaerts, Bernhard" userId="S::bernhard.goovaerts@capgemini.com::a77055f8-5443-4829-be6c-cc7ed58d2991" providerId="AD" clId="Web-{17F3DCA5-6563-D0DD-E14E-EB77E82A0777}" dt="2023-11-24T12:11:00.149" v="36"/>
          <ac:spMkLst>
            <pc:docMk/>
            <pc:sldMk cId="0" sldId="561"/>
            <ac:spMk id="52" creationId="{F26CF8FB-F1AB-0DA4-C63D-C7CAC073833D}"/>
          </ac:spMkLst>
        </pc:spChg>
        <pc:spChg chg="add">
          <ac:chgData name="Goovaerts, Bernhard" userId="S::bernhard.goovaerts@capgemini.com::a77055f8-5443-4829-be6c-cc7ed58d2991" providerId="AD" clId="Web-{17F3DCA5-6563-D0DD-E14E-EB77E82A0777}" dt="2023-11-24T12:11:00.149" v="36"/>
          <ac:spMkLst>
            <pc:docMk/>
            <pc:sldMk cId="0" sldId="561"/>
            <ac:spMk id="53" creationId="{5437CDCA-1E6A-35B8-8F3E-2DFA10304A69}"/>
          </ac:spMkLst>
        </pc:spChg>
        <pc:spChg chg="add">
          <ac:chgData name="Goovaerts, Bernhard" userId="S::bernhard.goovaerts@capgemini.com::a77055f8-5443-4829-be6c-cc7ed58d2991" providerId="AD" clId="Web-{17F3DCA5-6563-D0DD-E14E-EB77E82A0777}" dt="2023-11-24T12:11:00.149" v="36"/>
          <ac:spMkLst>
            <pc:docMk/>
            <pc:sldMk cId="0" sldId="561"/>
            <ac:spMk id="54" creationId="{32ED90D7-20AF-BD30-353D-1C220B8A2668}"/>
          </ac:spMkLst>
        </pc:spChg>
        <pc:spChg chg="add">
          <ac:chgData name="Goovaerts, Bernhard" userId="S::bernhard.goovaerts@capgemini.com::a77055f8-5443-4829-be6c-cc7ed58d2991" providerId="AD" clId="Web-{17F3DCA5-6563-D0DD-E14E-EB77E82A0777}" dt="2023-11-24T12:11:00.149" v="36"/>
          <ac:spMkLst>
            <pc:docMk/>
            <pc:sldMk cId="0" sldId="561"/>
            <ac:spMk id="55" creationId="{0BBD96A8-5508-F5D0-10AF-9AE320686CFE}"/>
          </ac:spMkLst>
        </pc:spChg>
        <pc:spChg chg="add">
          <ac:chgData name="Goovaerts, Bernhard" userId="S::bernhard.goovaerts@capgemini.com::a77055f8-5443-4829-be6c-cc7ed58d2991" providerId="AD" clId="Web-{17F3DCA5-6563-D0DD-E14E-EB77E82A0777}" dt="2023-11-24T12:11:00.149" v="36"/>
          <ac:spMkLst>
            <pc:docMk/>
            <pc:sldMk cId="0" sldId="561"/>
            <ac:spMk id="56" creationId="{099CBCC5-8FE1-A642-0ADC-0E131FE7437A}"/>
          </ac:spMkLst>
        </pc:spChg>
        <pc:spChg chg="add">
          <ac:chgData name="Goovaerts, Bernhard" userId="S::bernhard.goovaerts@capgemini.com::a77055f8-5443-4829-be6c-cc7ed58d2991" providerId="AD" clId="Web-{17F3DCA5-6563-D0DD-E14E-EB77E82A0777}" dt="2023-11-24T12:11:00.149" v="36"/>
          <ac:spMkLst>
            <pc:docMk/>
            <pc:sldMk cId="0" sldId="561"/>
            <ac:spMk id="67" creationId="{FD56056E-0E32-D1F7-F9A6-1EA976EF81B0}"/>
          </ac:spMkLst>
        </pc:spChg>
        <pc:spChg chg="add">
          <ac:chgData name="Goovaerts, Bernhard" userId="S::bernhard.goovaerts@capgemini.com::a77055f8-5443-4829-be6c-cc7ed58d2991" providerId="AD" clId="Web-{17F3DCA5-6563-D0DD-E14E-EB77E82A0777}" dt="2023-11-24T12:11:00.149" v="36"/>
          <ac:spMkLst>
            <pc:docMk/>
            <pc:sldMk cId="0" sldId="561"/>
            <ac:spMk id="68" creationId="{16323D8B-E9F6-7961-7E2F-E265CEEB2CF3}"/>
          </ac:spMkLst>
        </pc:spChg>
        <pc:spChg chg="add">
          <ac:chgData name="Goovaerts, Bernhard" userId="S::bernhard.goovaerts@capgemini.com::a77055f8-5443-4829-be6c-cc7ed58d2991" providerId="AD" clId="Web-{17F3DCA5-6563-D0DD-E14E-EB77E82A0777}" dt="2023-11-24T12:11:00.149" v="36"/>
          <ac:spMkLst>
            <pc:docMk/>
            <pc:sldMk cId="0" sldId="561"/>
            <ac:spMk id="69" creationId="{1CF57668-1F5A-83B9-E54A-47961C693323}"/>
          </ac:spMkLst>
        </pc:spChg>
        <pc:spChg chg="add">
          <ac:chgData name="Goovaerts, Bernhard" userId="S::bernhard.goovaerts@capgemini.com::a77055f8-5443-4829-be6c-cc7ed58d2991" providerId="AD" clId="Web-{17F3DCA5-6563-D0DD-E14E-EB77E82A0777}" dt="2023-11-24T12:11:00.149" v="36"/>
          <ac:spMkLst>
            <pc:docMk/>
            <pc:sldMk cId="0" sldId="561"/>
            <ac:spMk id="70" creationId="{259A7C30-3558-21E0-3C2D-7B0EE227A8BB}"/>
          </ac:spMkLst>
        </pc:spChg>
        <pc:spChg chg="add">
          <ac:chgData name="Goovaerts, Bernhard" userId="S::bernhard.goovaerts@capgemini.com::a77055f8-5443-4829-be6c-cc7ed58d2991" providerId="AD" clId="Web-{17F3DCA5-6563-D0DD-E14E-EB77E82A0777}" dt="2023-11-24T12:11:00.149" v="36"/>
          <ac:spMkLst>
            <pc:docMk/>
            <pc:sldMk cId="0" sldId="561"/>
            <ac:spMk id="71" creationId="{4EA57442-313C-66C0-A056-58860AC76C6F}"/>
          </ac:spMkLst>
        </pc:spChg>
        <pc:spChg chg="add del">
          <ac:chgData name="Goovaerts, Bernhard" userId="S::bernhard.goovaerts@capgemini.com::a77055f8-5443-4829-be6c-cc7ed58d2991" providerId="AD" clId="Web-{17F3DCA5-6563-D0DD-E14E-EB77E82A0777}" dt="2023-11-24T12:13:28.029" v="54"/>
          <ac:spMkLst>
            <pc:docMk/>
            <pc:sldMk cId="0" sldId="561"/>
            <ac:spMk id="72" creationId="{95F4AF26-3269-4E5F-BFEB-AA047B9EE5A2}"/>
          </ac:spMkLst>
        </pc:spChg>
        <pc:spChg chg="add del">
          <ac:chgData name="Goovaerts, Bernhard" userId="S::bernhard.goovaerts@capgemini.com::a77055f8-5443-4829-be6c-cc7ed58d2991" providerId="AD" clId="Web-{17F3DCA5-6563-D0DD-E14E-EB77E82A0777}" dt="2023-11-24T12:13:28.029" v="55"/>
          <ac:spMkLst>
            <pc:docMk/>
            <pc:sldMk cId="0" sldId="561"/>
            <ac:spMk id="73" creationId="{71270AAA-B060-4127-ADB5-6BCBC59296A9}"/>
          </ac:spMkLst>
        </pc:spChg>
        <pc:spChg chg="add del">
          <ac:chgData name="Goovaerts, Bernhard" userId="S::bernhard.goovaerts@capgemini.com::a77055f8-5443-4829-be6c-cc7ed58d2991" providerId="AD" clId="Web-{17F3DCA5-6563-D0DD-E14E-EB77E82A0777}" dt="2023-11-24T12:13:28.029" v="56"/>
          <ac:spMkLst>
            <pc:docMk/>
            <pc:sldMk cId="0" sldId="561"/>
            <ac:spMk id="74" creationId="{0D87B712-7DFE-442D-ACFB-11F1DFF684F3}"/>
          </ac:spMkLst>
        </pc:spChg>
        <pc:spChg chg="add del">
          <ac:chgData name="Goovaerts, Bernhard" userId="S::bernhard.goovaerts@capgemini.com::a77055f8-5443-4829-be6c-cc7ed58d2991" providerId="AD" clId="Web-{17F3DCA5-6563-D0DD-E14E-EB77E82A0777}" dt="2023-11-24T12:13:28.029" v="57"/>
          <ac:spMkLst>
            <pc:docMk/>
            <pc:sldMk cId="0" sldId="561"/>
            <ac:spMk id="75" creationId="{576242EA-9308-414E-84CE-8F096419EAD1}"/>
          </ac:spMkLst>
        </pc:spChg>
        <pc:spChg chg="add del">
          <ac:chgData name="Goovaerts, Bernhard" userId="S::bernhard.goovaerts@capgemini.com::a77055f8-5443-4829-be6c-cc7ed58d2991" providerId="AD" clId="Web-{17F3DCA5-6563-D0DD-E14E-EB77E82A0777}" dt="2023-11-24T12:13:28.029" v="58"/>
          <ac:spMkLst>
            <pc:docMk/>
            <pc:sldMk cId="0" sldId="561"/>
            <ac:spMk id="76" creationId="{BEF0376F-5AA1-4D1A-BD67-1DD0E68F1466}"/>
          </ac:spMkLst>
        </pc:spChg>
        <pc:spChg chg="add">
          <ac:chgData name="Goovaerts, Bernhard" userId="S::bernhard.goovaerts@capgemini.com::a77055f8-5443-4829-be6c-cc7ed58d2991" providerId="AD" clId="Web-{17F3DCA5-6563-D0DD-E14E-EB77E82A0777}" dt="2023-11-24T12:11:00.149" v="36"/>
          <ac:spMkLst>
            <pc:docMk/>
            <pc:sldMk cId="0" sldId="561"/>
            <ac:spMk id="77" creationId="{92805312-ABE6-0305-AF51-180438884838}"/>
          </ac:spMkLst>
        </pc:spChg>
        <pc:spChg chg="add">
          <ac:chgData name="Goovaerts, Bernhard" userId="S::bernhard.goovaerts@capgemini.com::a77055f8-5443-4829-be6c-cc7ed58d2991" providerId="AD" clId="Web-{17F3DCA5-6563-D0DD-E14E-EB77E82A0777}" dt="2023-11-24T12:11:00.149" v="36"/>
          <ac:spMkLst>
            <pc:docMk/>
            <pc:sldMk cId="0" sldId="561"/>
            <ac:spMk id="78" creationId="{D5DEBC5A-0F3F-A604-5841-C8BF965B1D9D}"/>
          </ac:spMkLst>
        </pc:spChg>
        <pc:spChg chg="add mod">
          <ac:chgData name="Goovaerts, Bernhard" userId="S::bernhard.goovaerts@capgemini.com::a77055f8-5443-4829-be6c-cc7ed58d2991" providerId="AD" clId="Web-{17F3DCA5-6563-D0DD-E14E-EB77E82A0777}" dt="2023-11-24T12:13:01.794" v="47"/>
          <ac:spMkLst>
            <pc:docMk/>
            <pc:sldMk cId="0" sldId="561"/>
            <ac:spMk id="79" creationId="{F3166BE8-E5BD-294E-5B45-E4ACC886213D}"/>
          </ac:spMkLst>
        </pc:spChg>
        <pc:spChg chg="add">
          <ac:chgData name="Goovaerts, Bernhard" userId="S::bernhard.goovaerts@capgemini.com::a77055f8-5443-4829-be6c-cc7ed58d2991" providerId="AD" clId="Web-{17F3DCA5-6563-D0DD-E14E-EB77E82A0777}" dt="2023-11-24T12:11:00.149" v="36"/>
          <ac:spMkLst>
            <pc:docMk/>
            <pc:sldMk cId="0" sldId="561"/>
            <ac:spMk id="80" creationId="{09105971-6A93-6CE4-BB81-73D584F131E1}"/>
          </ac:spMkLst>
        </pc:spChg>
        <pc:spChg chg="add">
          <ac:chgData name="Goovaerts, Bernhard" userId="S::bernhard.goovaerts@capgemini.com::a77055f8-5443-4829-be6c-cc7ed58d2991" providerId="AD" clId="Web-{17F3DCA5-6563-D0DD-E14E-EB77E82A0777}" dt="2023-11-24T12:11:00.149" v="36"/>
          <ac:spMkLst>
            <pc:docMk/>
            <pc:sldMk cId="0" sldId="561"/>
            <ac:spMk id="81" creationId="{7C9F7DA0-0F9E-327D-B88C-9F3FCB25E305}"/>
          </ac:spMkLst>
        </pc:spChg>
        <pc:spChg chg="add">
          <ac:chgData name="Goovaerts, Bernhard" userId="S::bernhard.goovaerts@capgemini.com::a77055f8-5443-4829-be6c-cc7ed58d2991" providerId="AD" clId="Web-{17F3DCA5-6563-D0DD-E14E-EB77E82A0777}" dt="2023-11-24T12:11:00.149" v="36"/>
          <ac:spMkLst>
            <pc:docMk/>
            <pc:sldMk cId="0" sldId="561"/>
            <ac:spMk id="82" creationId="{FEDCF26A-668F-82B1-4B53-46EF5EF403DD}"/>
          </ac:spMkLst>
        </pc:spChg>
        <pc:spChg chg="add">
          <ac:chgData name="Goovaerts, Bernhard" userId="S::bernhard.goovaerts@capgemini.com::a77055f8-5443-4829-be6c-cc7ed58d2991" providerId="AD" clId="Web-{17F3DCA5-6563-D0DD-E14E-EB77E82A0777}" dt="2023-11-24T12:11:00.149" v="36"/>
          <ac:spMkLst>
            <pc:docMk/>
            <pc:sldMk cId="0" sldId="561"/>
            <ac:spMk id="83" creationId="{B04A7880-C6DB-4CFD-2FDF-043EE45362A1}"/>
          </ac:spMkLst>
        </pc:spChg>
        <pc:spChg chg="add">
          <ac:chgData name="Goovaerts, Bernhard" userId="S::bernhard.goovaerts@capgemini.com::a77055f8-5443-4829-be6c-cc7ed58d2991" providerId="AD" clId="Web-{17F3DCA5-6563-D0DD-E14E-EB77E82A0777}" dt="2023-11-24T12:11:00.149" v="36"/>
          <ac:spMkLst>
            <pc:docMk/>
            <pc:sldMk cId="0" sldId="561"/>
            <ac:spMk id="84" creationId="{589572F7-8C8E-8E76-6CCB-BAE9C03F30CE}"/>
          </ac:spMkLst>
        </pc:spChg>
        <pc:spChg chg="add mod">
          <ac:chgData name="Goovaerts, Bernhard" userId="S::bernhard.goovaerts@capgemini.com::a77055f8-5443-4829-be6c-cc7ed58d2991" providerId="AD" clId="Web-{17F3DCA5-6563-D0DD-E14E-EB77E82A0777}" dt="2023-11-24T12:12:58.200" v="46"/>
          <ac:spMkLst>
            <pc:docMk/>
            <pc:sldMk cId="0" sldId="561"/>
            <ac:spMk id="85" creationId="{D5A4F585-B147-4570-D8CF-8084E0A66255}"/>
          </ac:spMkLst>
        </pc:spChg>
        <pc:spChg chg="add">
          <ac:chgData name="Goovaerts, Bernhard" userId="S::bernhard.goovaerts@capgemini.com::a77055f8-5443-4829-be6c-cc7ed58d2991" providerId="AD" clId="Web-{17F3DCA5-6563-D0DD-E14E-EB77E82A0777}" dt="2023-11-24T12:11:00.149" v="36"/>
          <ac:spMkLst>
            <pc:docMk/>
            <pc:sldMk cId="0" sldId="561"/>
            <ac:spMk id="86" creationId="{7F720534-FADD-ED74-10A4-2706B44EDE45}"/>
          </ac:spMkLst>
        </pc:spChg>
        <pc:spChg chg="add del">
          <ac:chgData name="Goovaerts, Bernhard" userId="S::bernhard.goovaerts@capgemini.com::a77055f8-5443-4829-be6c-cc7ed58d2991" providerId="AD" clId="Web-{17F3DCA5-6563-D0DD-E14E-EB77E82A0777}" dt="2023-11-24T12:13:28.029" v="59"/>
          <ac:spMkLst>
            <pc:docMk/>
            <pc:sldMk cId="0" sldId="561"/>
            <ac:spMk id="87" creationId="{4261B569-6A00-4CE8-9E1E-8B76C0681657}"/>
          </ac:spMkLst>
        </pc:spChg>
        <pc:spChg chg="add del">
          <ac:chgData name="Goovaerts, Bernhard" userId="S::bernhard.goovaerts@capgemini.com::a77055f8-5443-4829-be6c-cc7ed58d2991" providerId="AD" clId="Web-{17F3DCA5-6563-D0DD-E14E-EB77E82A0777}" dt="2023-11-24T12:13:28.029" v="60"/>
          <ac:spMkLst>
            <pc:docMk/>
            <pc:sldMk cId="0" sldId="561"/>
            <ac:spMk id="88" creationId="{563E3D59-EF66-4A00-9C38-118ACAE73AA3}"/>
          </ac:spMkLst>
        </pc:spChg>
        <pc:spChg chg="add del">
          <ac:chgData name="Goovaerts, Bernhard" userId="S::bernhard.goovaerts@capgemini.com::a77055f8-5443-4829-be6c-cc7ed58d2991" providerId="AD" clId="Web-{17F3DCA5-6563-D0DD-E14E-EB77E82A0777}" dt="2023-11-24T12:13:28.029" v="61"/>
          <ac:spMkLst>
            <pc:docMk/>
            <pc:sldMk cId="0" sldId="561"/>
            <ac:spMk id="89" creationId="{10BE2EA1-B80A-41AB-9E80-25E046FA9A87}"/>
          </ac:spMkLst>
        </pc:spChg>
        <pc:spChg chg="add del">
          <ac:chgData name="Goovaerts, Bernhard" userId="S::bernhard.goovaerts@capgemini.com::a77055f8-5443-4829-be6c-cc7ed58d2991" providerId="AD" clId="Web-{17F3DCA5-6563-D0DD-E14E-EB77E82A0777}" dt="2023-11-24T12:13:28.029" v="62"/>
          <ac:spMkLst>
            <pc:docMk/>
            <pc:sldMk cId="0" sldId="561"/>
            <ac:spMk id="90" creationId="{CE12B37A-E6AD-4B3F-AF2D-3FA3CCDDBB8D}"/>
          </ac:spMkLst>
        </pc:spChg>
        <pc:spChg chg="add del">
          <ac:chgData name="Goovaerts, Bernhard" userId="S::bernhard.goovaerts@capgemini.com::a77055f8-5443-4829-be6c-cc7ed58d2991" providerId="AD" clId="Web-{17F3DCA5-6563-D0DD-E14E-EB77E82A0777}" dt="2023-11-24T12:13:28.044" v="63"/>
          <ac:spMkLst>
            <pc:docMk/>
            <pc:sldMk cId="0" sldId="561"/>
            <ac:spMk id="91" creationId="{7D8638FB-F0A5-47A8-9784-B2C59BBFDAF7}"/>
          </ac:spMkLst>
        </pc:spChg>
        <pc:spChg chg="add del">
          <ac:chgData name="Goovaerts, Bernhard" userId="S::bernhard.goovaerts@capgemini.com::a77055f8-5443-4829-be6c-cc7ed58d2991" providerId="AD" clId="Web-{17F3DCA5-6563-D0DD-E14E-EB77E82A0777}" dt="2023-11-24T12:13:28.044" v="64"/>
          <ac:spMkLst>
            <pc:docMk/>
            <pc:sldMk cId="0" sldId="561"/>
            <ac:spMk id="92" creationId="{0FA0D1DF-8DC5-4C71-890B-57F37E2A68D3}"/>
          </ac:spMkLst>
        </pc:spChg>
        <pc:spChg chg="add del">
          <ac:chgData name="Goovaerts, Bernhard" userId="S::bernhard.goovaerts@capgemini.com::a77055f8-5443-4829-be6c-cc7ed58d2991" providerId="AD" clId="Web-{17F3DCA5-6563-D0DD-E14E-EB77E82A0777}" dt="2023-11-24T12:13:28.044" v="65"/>
          <ac:spMkLst>
            <pc:docMk/>
            <pc:sldMk cId="0" sldId="561"/>
            <ac:spMk id="93" creationId="{8B638430-9189-4375-A53B-10C9371E6822}"/>
          </ac:spMkLst>
        </pc:spChg>
        <pc:spChg chg="add del">
          <ac:chgData name="Goovaerts, Bernhard" userId="S::bernhard.goovaerts@capgemini.com::a77055f8-5443-4829-be6c-cc7ed58d2991" providerId="AD" clId="Web-{17F3DCA5-6563-D0DD-E14E-EB77E82A0777}" dt="2023-11-24T12:13:28.044" v="66"/>
          <ac:spMkLst>
            <pc:docMk/>
            <pc:sldMk cId="0" sldId="561"/>
            <ac:spMk id="94" creationId="{881477D8-5E9D-431A-868B-3D84AEA16B5E}"/>
          </ac:spMkLst>
        </pc:spChg>
        <pc:spChg chg="add del">
          <ac:chgData name="Goovaerts, Bernhard" userId="S::bernhard.goovaerts@capgemini.com::a77055f8-5443-4829-be6c-cc7ed58d2991" providerId="AD" clId="Web-{17F3DCA5-6563-D0DD-E14E-EB77E82A0777}" dt="2023-11-24T12:13:28.044" v="67"/>
          <ac:spMkLst>
            <pc:docMk/>
            <pc:sldMk cId="0" sldId="561"/>
            <ac:spMk id="95" creationId="{932CEDDB-264E-4F0B-8157-FAEC06FEBC4D}"/>
          </ac:spMkLst>
        </pc:spChg>
        <pc:spChg chg="add del">
          <ac:chgData name="Goovaerts, Bernhard" userId="S::bernhard.goovaerts@capgemini.com::a77055f8-5443-4829-be6c-cc7ed58d2991" providerId="AD" clId="Web-{17F3DCA5-6563-D0DD-E14E-EB77E82A0777}" dt="2023-11-24T12:13:28.044" v="68"/>
          <ac:spMkLst>
            <pc:docMk/>
            <pc:sldMk cId="0" sldId="561"/>
            <ac:spMk id="96" creationId="{B05AB746-5DC2-4FC4-A97F-B9686853185B}"/>
          </ac:spMkLst>
        </pc:spChg>
        <pc:spChg chg="add del">
          <ac:chgData name="Goovaerts, Bernhard" userId="S::bernhard.goovaerts@capgemini.com::a77055f8-5443-4829-be6c-cc7ed58d2991" providerId="AD" clId="Web-{17F3DCA5-6563-D0DD-E14E-EB77E82A0777}" dt="2023-11-24T12:13:28.044" v="69"/>
          <ac:spMkLst>
            <pc:docMk/>
            <pc:sldMk cId="0" sldId="561"/>
            <ac:spMk id="97" creationId="{D57C7483-FF2A-47F2-8D88-477BAD00D337}"/>
          </ac:spMkLst>
        </pc:spChg>
        <pc:spChg chg="add del">
          <ac:chgData name="Goovaerts, Bernhard" userId="S::bernhard.goovaerts@capgemini.com::a77055f8-5443-4829-be6c-cc7ed58d2991" providerId="AD" clId="Web-{17F3DCA5-6563-D0DD-E14E-EB77E82A0777}" dt="2023-11-24T12:13:28.044" v="70"/>
          <ac:spMkLst>
            <pc:docMk/>
            <pc:sldMk cId="0" sldId="561"/>
            <ac:spMk id="98" creationId="{DAF94A80-0C82-4F98-8050-01E1297B0297}"/>
          </ac:spMkLst>
        </pc:spChg>
        <pc:spChg chg="add del">
          <ac:chgData name="Goovaerts, Bernhard" userId="S::bernhard.goovaerts@capgemini.com::a77055f8-5443-4829-be6c-cc7ed58d2991" providerId="AD" clId="Web-{17F3DCA5-6563-D0DD-E14E-EB77E82A0777}" dt="2023-11-24T12:13:28.044" v="71"/>
          <ac:spMkLst>
            <pc:docMk/>
            <pc:sldMk cId="0" sldId="561"/>
            <ac:spMk id="99" creationId="{247499CD-87CE-4718-A935-C451B64CA3E3}"/>
          </ac:spMkLst>
        </pc:spChg>
        <pc:spChg chg="add del">
          <ac:chgData name="Goovaerts, Bernhard" userId="S::bernhard.goovaerts@capgemini.com::a77055f8-5443-4829-be6c-cc7ed58d2991" providerId="AD" clId="Web-{17F3DCA5-6563-D0DD-E14E-EB77E82A0777}" dt="2023-11-24T12:13:28.044" v="72"/>
          <ac:spMkLst>
            <pc:docMk/>
            <pc:sldMk cId="0" sldId="561"/>
            <ac:spMk id="100" creationId="{A084CA38-D8E9-4293-832D-9AF0F1F29289}"/>
          </ac:spMkLst>
        </pc:spChg>
        <pc:spChg chg="add del">
          <ac:chgData name="Goovaerts, Bernhard" userId="S::bernhard.goovaerts@capgemini.com::a77055f8-5443-4829-be6c-cc7ed58d2991" providerId="AD" clId="Web-{17F3DCA5-6563-D0DD-E14E-EB77E82A0777}" dt="2023-11-24T12:13:28.044" v="73"/>
          <ac:spMkLst>
            <pc:docMk/>
            <pc:sldMk cId="0" sldId="561"/>
            <ac:spMk id="101" creationId="{A3D4561A-E7CE-4329-B009-BCD992346F13}"/>
          </ac:spMkLst>
        </pc:spChg>
        <pc:spChg chg="add del">
          <ac:chgData name="Goovaerts, Bernhard" userId="S::bernhard.goovaerts@capgemini.com::a77055f8-5443-4829-be6c-cc7ed58d2991" providerId="AD" clId="Web-{17F3DCA5-6563-D0DD-E14E-EB77E82A0777}" dt="2023-11-24T12:13:28.044" v="74"/>
          <ac:spMkLst>
            <pc:docMk/>
            <pc:sldMk cId="0" sldId="561"/>
            <ac:spMk id="102" creationId="{42582ECE-DA76-463A-B63F-0117CA31D8D7}"/>
          </ac:spMkLst>
        </pc:spChg>
        <pc:spChg chg="add del">
          <ac:chgData name="Goovaerts, Bernhard" userId="S::bernhard.goovaerts@capgemini.com::a77055f8-5443-4829-be6c-cc7ed58d2991" providerId="AD" clId="Web-{17F3DCA5-6563-D0DD-E14E-EB77E82A0777}" dt="2023-11-24T12:13:28.044" v="75"/>
          <ac:spMkLst>
            <pc:docMk/>
            <pc:sldMk cId="0" sldId="561"/>
            <ac:spMk id="103" creationId="{08641CA9-3D7C-489A-8E39-3FC46C8F5246}"/>
          </ac:spMkLst>
        </pc:spChg>
        <pc:spChg chg="add del">
          <ac:chgData name="Goovaerts, Bernhard" userId="S::bernhard.goovaerts@capgemini.com::a77055f8-5443-4829-be6c-cc7ed58d2991" providerId="AD" clId="Web-{17F3DCA5-6563-D0DD-E14E-EB77E82A0777}" dt="2023-11-24T12:13:28.044" v="76"/>
          <ac:spMkLst>
            <pc:docMk/>
            <pc:sldMk cId="0" sldId="561"/>
            <ac:spMk id="104" creationId="{A9C25E93-0B50-46E1-9379-8654807D4AAD}"/>
          </ac:spMkLst>
        </pc:spChg>
        <pc:spChg chg="add del">
          <ac:chgData name="Goovaerts, Bernhard" userId="S::bernhard.goovaerts@capgemini.com::a77055f8-5443-4829-be6c-cc7ed58d2991" providerId="AD" clId="Web-{17F3DCA5-6563-D0DD-E14E-EB77E82A0777}" dt="2023-11-24T12:13:28.044" v="77"/>
          <ac:spMkLst>
            <pc:docMk/>
            <pc:sldMk cId="0" sldId="561"/>
            <ac:spMk id="105" creationId="{D4127D69-5506-4E17-BCAB-8782E22A76D5}"/>
          </ac:spMkLst>
        </pc:spChg>
        <pc:spChg chg="add del">
          <ac:chgData name="Goovaerts, Bernhard" userId="S::bernhard.goovaerts@capgemini.com::a77055f8-5443-4829-be6c-cc7ed58d2991" providerId="AD" clId="Web-{17F3DCA5-6563-D0DD-E14E-EB77E82A0777}" dt="2023-11-24T12:13:28.044" v="78"/>
          <ac:spMkLst>
            <pc:docMk/>
            <pc:sldMk cId="0" sldId="561"/>
            <ac:spMk id="106" creationId="{49A6C69D-6736-44E5-8FA7-DCA6BC9BFDFE}"/>
          </ac:spMkLst>
        </pc:spChg>
        <pc:spChg chg="add del">
          <ac:chgData name="Goovaerts, Bernhard" userId="S::bernhard.goovaerts@capgemini.com::a77055f8-5443-4829-be6c-cc7ed58d2991" providerId="AD" clId="Web-{17F3DCA5-6563-D0DD-E14E-EB77E82A0777}" dt="2023-11-24T12:13:28.044" v="79"/>
          <ac:spMkLst>
            <pc:docMk/>
            <pc:sldMk cId="0" sldId="561"/>
            <ac:spMk id="107" creationId="{7E240EBC-1DAA-452E-A6AB-F25132C783DA}"/>
          </ac:spMkLst>
        </pc:spChg>
        <pc:spChg chg="add del">
          <ac:chgData name="Goovaerts, Bernhard" userId="S::bernhard.goovaerts@capgemini.com::a77055f8-5443-4829-be6c-cc7ed58d2991" providerId="AD" clId="Web-{17F3DCA5-6563-D0DD-E14E-EB77E82A0777}" dt="2023-11-24T12:13:28.044" v="80"/>
          <ac:spMkLst>
            <pc:docMk/>
            <pc:sldMk cId="0" sldId="561"/>
            <ac:spMk id="108" creationId="{B5A4F1D8-BD71-40DA-868F-DD9C6D41524C}"/>
          </ac:spMkLst>
        </pc:spChg>
        <pc:spChg chg="add del">
          <ac:chgData name="Goovaerts, Bernhard" userId="S::bernhard.goovaerts@capgemini.com::a77055f8-5443-4829-be6c-cc7ed58d2991" providerId="AD" clId="Web-{17F3DCA5-6563-D0DD-E14E-EB77E82A0777}" dt="2023-11-24T12:13:28.044" v="81"/>
          <ac:spMkLst>
            <pc:docMk/>
            <pc:sldMk cId="0" sldId="561"/>
            <ac:spMk id="109" creationId="{0EEC9433-EA5B-40BB-BEC7-B982949288E2}"/>
          </ac:spMkLst>
        </pc:spChg>
        <pc:spChg chg="add del">
          <ac:chgData name="Goovaerts, Bernhard" userId="S::bernhard.goovaerts@capgemini.com::a77055f8-5443-4829-be6c-cc7ed58d2991" providerId="AD" clId="Web-{17F3DCA5-6563-D0DD-E14E-EB77E82A0777}" dt="2023-11-24T12:13:28.044" v="82"/>
          <ac:spMkLst>
            <pc:docMk/>
            <pc:sldMk cId="0" sldId="561"/>
            <ac:spMk id="110" creationId="{637C0D5A-B361-4AE7-8456-A9B0F5750D2B}"/>
          </ac:spMkLst>
        </pc:spChg>
        <pc:spChg chg="add del">
          <ac:chgData name="Goovaerts, Bernhard" userId="S::bernhard.goovaerts@capgemini.com::a77055f8-5443-4829-be6c-cc7ed58d2991" providerId="AD" clId="Web-{17F3DCA5-6563-D0DD-E14E-EB77E82A0777}" dt="2023-11-24T12:13:28.044" v="83"/>
          <ac:spMkLst>
            <pc:docMk/>
            <pc:sldMk cId="0" sldId="561"/>
            <ac:spMk id="111" creationId="{8CC247B7-C34F-4F6E-BFF6-95FB2CD353C8}"/>
          </ac:spMkLst>
        </pc:spChg>
        <pc:spChg chg="add">
          <ac:chgData name="Goovaerts, Bernhard" userId="S::bernhard.goovaerts@capgemini.com::a77055f8-5443-4829-be6c-cc7ed58d2991" providerId="AD" clId="Web-{17F3DCA5-6563-D0DD-E14E-EB77E82A0777}" dt="2023-11-24T12:11:00.149" v="36"/>
          <ac:spMkLst>
            <pc:docMk/>
            <pc:sldMk cId="0" sldId="561"/>
            <ac:spMk id="112" creationId="{6DA0AC2C-DB2F-5632-363C-F5A633EB1F6E}"/>
          </ac:spMkLst>
        </pc:spChg>
        <pc:spChg chg="add">
          <ac:chgData name="Goovaerts, Bernhard" userId="S::bernhard.goovaerts@capgemini.com::a77055f8-5443-4829-be6c-cc7ed58d2991" providerId="AD" clId="Web-{17F3DCA5-6563-D0DD-E14E-EB77E82A0777}" dt="2023-11-24T12:11:00.149" v="36"/>
          <ac:spMkLst>
            <pc:docMk/>
            <pc:sldMk cId="0" sldId="561"/>
            <ac:spMk id="113" creationId="{F034D5EF-7CCD-B273-C6EB-F2D8BE18DF33}"/>
          </ac:spMkLst>
        </pc:spChg>
        <pc:spChg chg="add">
          <ac:chgData name="Goovaerts, Bernhard" userId="S::bernhard.goovaerts@capgemini.com::a77055f8-5443-4829-be6c-cc7ed58d2991" providerId="AD" clId="Web-{17F3DCA5-6563-D0DD-E14E-EB77E82A0777}" dt="2023-11-24T12:11:00.149" v="36"/>
          <ac:spMkLst>
            <pc:docMk/>
            <pc:sldMk cId="0" sldId="561"/>
            <ac:spMk id="114" creationId="{8793371A-B3EC-929F-B5DC-CAF34932A121}"/>
          </ac:spMkLst>
        </pc:spChg>
        <pc:spChg chg="add">
          <ac:chgData name="Goovaerts, Bernhard" userId="S::bernhard.goovaerts@capgemini.com::a77055f8-5443-4829-be6c-cc7ed58d2991" providerId="AD" clId="Web-{17F3DCA5-6563-D0DD-E14E-EB77E82A0777}" dt="2023-11-24T12:11:00.149" v="36"/>
          <ac:spMkLst>
            <pc:docMk/>
            <pc:sldMk cId="0" sldId="561"/>
            <ac:spMk id="115" creationId="{EB4F66E5-ECA5-94EF-FF14-5119DF79C100}"/>
          </ac:spMkLst>
        </pc:spChg>
        <pc:spChg chg="add">
          <ac:chgData name="Goovaerts, Bernhard" userId="S::bernhard.goovaerts@capgemini.com::a77055f8-5443-4829-be6c-cc7ed58d2991" providerId="AD" clId="Web-{17F3DCA5-6563-D0DD-E14E-EB77E82A0777}" dt="2023-11-24T12:11:00.149" v="36"/>
          <ac:spMkLst>
            <pc:docMk/>
            <pc:sldMk cId="0" sldId="561"/>
            <ac:spMk id="117" creationId="{D8233A48-9E43-6B8B-7369-2AA09A687FBD}"/>
          </ac:spMkLst>
        </pc:spChg>
        <pc:spChg chg="add">
          <ac:chgData name="Goovaerts, Bernhard" userId="S::bernhard.goovaerts@capgemini.com::a77055f8-5443-4829-be6c-cc7ed58d2991" providerId="AD" clId="Web-{17F3DCA5-6563-D0DD-E14E-EB77E82A0777}" dt="2023-11-24T12:11:00.149" v="36"/>
          <ac:spMkLst>
            <pc:docMk/>
            <pc:sldMk cId="0" sldId="561"/>
            <ac:spMk id="118" creationId="{948CED59-7AE0-83E3-B9A9-76165DCFCBB1}"/>
          </ac:spMkLst>
        </pc:spChg>
        <pc:spChg chg="add">
          <ac:chgData name="Goovaerts, Bernhard" userId="S::bernhard.goovaerts@capgemini.com::a77055f8-5443-4829-be6c-cc7ed58d2991" providerId="AD" clId="Web-{17F3DCA5-6563-D0DD-E14E-EB77E82A0777}" dt="2023-11-24T12:11:00.149" v="36"/>
          <ac:spMkLst>
            <pc:docMk/>
            <pc:sldMk cId="0" sldId="561"/>
            <ac:spMk id="119" creationId="{15392EEC-F8DB-0695-00E3-72907D9FD1BD}"/>
          </ac:spMkLst>
        </pc:spChg>
        <pc:spChg chg="add">
          <ac:chgData name="Goovaerts, Bernhard" userId="S::bernhard.goovaerts@capgemini.com::a77055f8-5443-4829-be6c-cc7ed58d2991" providerId="AD" clId="Web-{17F3DCA5-6563-D0DD-E14E-EB77E82A0777}" dt="2023-11-24T12:11:00.149" v="36"/>
          <ac:spMkLst>
            <pc:docMk/>
            <pc:sldMk cId="0" sldId="561"/>
            <ac:spMk id="120" creationId="{B8B700D1-AEC1-90BC-31FE-069F4BB1F630}"/>
          </ac:spMkLst>
        </pc:spChg>
        <pc:spChg chg="add">
          <ac:chgData name="Goovaerts, Bernhard" userId="S::bernhard.goovaerts@capgemini.com::a77055f8-5443-4829-be6c-cc7ed58d2991" providerId="AD" clId="Web-{17F3DCA5-6563-D0DD-E14E-EB77E82A0777}" dt="2023-11-24T12:11:00.149" v="36"/>
          <ac:spMkLst>
            <pc:docMk/>
            <pc:sldMk cId="0" sldId="561"/>
            <ac:spMk id="121" creationId="{A5430361-4F08-36E0-0ABA-94D64694748D}"/>
          </ac:spMkLst>
        </pc:spChg>
        <pc:spChg chg="add">
          <ac:chgData name="Goovaerts, Bernhard" userId="S::bernhard.goovaerts@capgemini.com::a77055f8-5443-4829-be6c-cc7ed58d2991" providerId="AD" clId="Web-{17F3DCA5-6563-D0DD-E14E-EB77E82A0777}" dt="2023-11-24T12:12:41.809" v="45"/>
          <ac:spMkLst>
            <pc:docMk/>
            <pc:sldMk cId="0" sldId="561"/>
            <ac:spMk id="123" creationId="{381A8EAE-741A-57CE-DD1F-7028BBDA19AA}"/>
          </ac:spMkLst>
        </pc:spChg>
        <pc:spChg chg="add">
          <ac:chgData name="Goovaerts, Bernhard" userId="S::bernhard.goovaerts@capgemini.com::a77055f8-5443-4829-be6c-cc7ed58d2991" providerId="AD" clId="Web-{17F3DCA5-6563-D0DD-E14E-EB77E82A0777}" dt="2023-11-24T12:12:41.809" v="45"/>
          <ac:spMkLst>
            <pc:docMk/>
            <pc:sldMk cId="0" sldId="561"/>
            <ac:spMk id="124" creationId="{F043A67A-60D4-D542-D11E-9B7F6A0E8BF7}"/>
          </ac:spMkLst>
        </pc:spChg>
        <pc:spChg chg="add">
          <ac:chgData name="Goovaerts, Bernhard" userId="S::bernhard.goovaerts@capgemini.com::a77055f8-5443-4829-be6c-cc7ed58d2991" providerId="AD" clId="Web-{17F3DCA5-6563-D0DD-E14E-EB77E82A0777}" dt="2023-11-24T12:12:41.809" v="45"/>
          <ac:spMkLst>
            <pc:docMk/>
            <pc:sldMk cId="0" sldId="561"/>
            <ac:spMk id="125" creationId="{FADF004E-34BC-7044-7CD7-F7D8EA5E9186}"/>
          </ac:spMkLst>
        </pc:spChg>
        <pc:spChg chg="add">
          <ac:chgData name="Goovaerts, Bernhard" userId="S::bernhard.goovaerts@capgemini.com::a77055f8-5443-4829-be6c-cc7ed58d2991" providerId="AD" clId="Web-{17F3DCA5-6563-D0DD-E14E-EB77E82A0777}" dt="2023-11-24T12:12:41.809" v="45"/>
          <ac:spMkLst>
            <pc:docMk/>
            <pc:sldMk cId="0" sldId="561"/>
            <ac:spMk id="126" creationId="{EC4ED2AF-4B12-6AED-CA22-C347CED5CB03}"/>
          </ac:spMkLst>
        </pc:spChg>
        <pc:spChg chg="add">
          <ac:chgData name="Goovaerts, Bernhard" userId="S::bernhard.goovaerts@capgemini.com::a77055f8-5443-4829-be6c-cc7ed58d2991" providerId="AD" clId="Web-{17F3DCA5-6563-D0DD-E14E-EB77E82A0777}" dt="2023-11-24T12:12:41.809" v="45"/>
          <ac:spMkLst>
            <pc:docMk/>
            <pc:sldMk cId="0" sldId="561"/>
            <ac:spMk id="127" creationId="{3CF8B087-297D-BE2E-35B7-8498537569CE}"/>
          </ac:spMkLst>
        </pc:spChg>
        <pc:spChg chg="add del">
          <ac:chgData name="Goovaerts, Bernhard" userId="S::bernhard.goovaerts@capgemini.com::a77055f8-5443-4829-be6c-cc7ed58d2991" providerId="AD" clId="Web-{17F3DCA5-6563-D0DD-E14E-EB77E82A0777}" dt="2023-11-24T12:13:35.029" v="89"/>
          <ac:spMkLst>
            <pc:docMk/>
            <pc:sldMk cId="0" sldId="561"/>
            <ac:spMk id="5150" creationId="{504C0D80-929E-4A69-9E62-677E6462E58B}"/>
          </ac:spMkLst>
        </pc:spChg>
        <pc:grpChg chg="add del">
          <ac:chgData name="Goovaerts, Bernhard" userId="S::bernhard.goovaerts@capgemini.com::a77055f8-5443-4829-be6c-cc7ed58d2991" providerId="AD" clId="Web-{17F3DCA5-6563-D0DD-E14E-EB77E82A0777}" dt="2023-11-24T12:13:28.044" v="84"/>
          <ac:grpSpMkLst>
            <pc:docMk/>
            <pc:sldMk cId="0" sldId="561"/>
            <ac:grpSpMk id="11" creationId="{02387C6F-2E45-B54C-44EE-9D01C570BABA}"/>
          </ac:grpSpMkLst>
        </pc:grpChg>
        <pc:grpChg chg="add del">
          <ac:chgData name="Goovaerts, Bernhard" userId="S::bernhard.goovaerts@capgemini.com::a77055f8-5443-4829-be6c-cc7ed58d2991" providerId="AD" clId="Web-{17F3DCA5-6563-D0DD-E14E-EB77E82A0777}" dt="2023-11-24T12:13:28.044" v="85"/>
          <ac:grpSpMkLst>
            <pc:docMk/>
            <pc:sldMk cId="0" sldId="561"/>
            <ac:grpSpMk id="18" creationId="{947CB31F-D16E-3AA4-5149-B8A35C381AC9}"/>
          </ac:grpSpMkLst>
        </pc:grpChg>
        <pc:grpChg chg="add del">
          <ac:chgData name="Goovaerts, Bernhard" userId="S::bernhard.goovaerts@capgemini.com::a77055f8-5443-4829-be6c-cc7ed58d2991" providerId="AD" clId="Web-{17F3DCA5-6563-D0DD-E14E-EB77E82A0777}" dt="2023-11-24T12:13:28.044" v="86"/>
          <ac:grpSpMkLst>
            <pc:docMk/>
            <pc:sldMk cId="0" sldId="561"/>
            <ac:grpSpMk id="30" creationId="{15E72051-D47B-FAFE-E321-9A288FF81CBA}"/>
          </ac:grpSpMkLst>
        </pc:grpChg>
        <pc:grpChg chg="add del">
          <ac:chgData name="Goovaerts, Bernhard" userId="S::bernhard.goovaerts@capgemini.com::a77055f8-5443-4829-be6c-cc7ed58d2991" providerId="AD" clId="Web-{17F3DCA5-6563-D0DD-E14E-EB77E82A0777}" dt="2023-11-24T12:13:28.044" v="87"/>
          <ac:grpSpMkLst>
            <pc:docMk/>
            <pc:sldMk cId="0" sldId="561"/>
            <ac:grpSpMk id="42" creationId="{E609463A-B018-CA50-96E6-4AD5C0B60D66}"/>
          </ac:grpSpMkLst>
        </pc:grpChg>
        <pc:grpChg chg="add del">
          <ac:chgData name="Goovaerts, Bernhard" userId="S::bernhard.goovaerts@capgemini.com::a77055f8-5443-4829-be6c-cc7ed58d2991" providerId="AD" clId="Web-{17F3DCA5-6563-D0DD-E14E-EB77E82A0777}" dt="2023-11-24T12:13:28.044" v="88"/>
          <ac:grpSpMkLst>
            <pc:docMk/>
            <pc:sldMk cId="0" sldId="561"/>
            <ac:grpSpMk id="49" creationId="{F31A83BA-DB55-E06E-7DBC-13BB5957B40D}"/>
          </ac:grpSpMkLst>
        </pc:grpChg>
        <pc:grpChg chg="add del">
          <ac:chgData name="Goovaerts, Bernhard" userId="S::bernhard.goovaerts@capgemini.com::a77055f8-5443-4829-be6c-cc7ed58d2991" providerId="AD" clId="Web-{17F3DCA5-6563-D0DD-E14E-EB77E82A0777}" dt="2023-11-24T12:14:16.624" v="92"/>
          <ac:grpSpMkLst>
            <pc:docMk/>
            <pc:sldMk cId="0" sldId="561"/>
            <ac:grpSpMk id="116" creationId="{FB897323-80F0-5376-BF33-11827581B626}"/>
          </ac:grpSpMkLst>
        </pc:grpChg>
        <pc:grpChg chg="add del">
          <ac:chgData name="Goovaerts, Bernhard" userId="S::bernhard.goovaerts@capgemini.com::a77055f8-5443-4829-be6c-cc7ed58d2991" providerId="AD" clId="Web-{17F3DCA5-6563-D0DD-E14E-EB77E82A0777}" dt="2023-11-24T12:14:16.624" v="91"/>
          <ac:grpSpMkLst>
            <pc:docMk/>
            <pc:sldMk cId="0" sldId="561"/>
            <ac:grpSpMk id="122" creationId="{049EBAB7-64E6-768F-5205-17DBE0D80F06}"/>
          </ac:grpSpMkLst>
        </pc:grpChg>
      </pc:sldChg>
    </pc:docChg>
  </pc:docChgLst>
  <pc:docChgLst>
    <pc:chgData name="Gozel, Halil Gözel" userId="S::halil.gozel@capgemini.com::80a23a37-af6a-40a6-9401-87953e0fc1fd" providerId="AD" clId="Web-{D2E8D4C7-B09C-8B6C-606E-1FCC8C78B8B4}"/>
    <pc:docChg chg="addSld delSld modSld addMainMaster">
      <pc:chgData name="Gozel, Halil Gözel" userId="S::halil.gozel@capgemini.com::80a23a37-af6a-40a6-9401-87953e0fc1fd" providerId="AD" clId="Web-{D2E8D4C7-B09C-8B6C-606E-1FCC8C78B8B4}" dt="2023-02-14T12:51:39.038" v="16" actId="1076"/>
      <pc:docMkLst>
        <pc:docMk/>
      </pc:docMkLst>
      <pc:sldChg chg="addSp delSp modSp">
        <pc:chgData name="Gozel, Halil Gözel" userId="S::halil.gozel@capgemini.com::80a23a37-af6a-40a6-9401-87953e0fc1fd" providerId="AD" clId="Web-{D2E8D4C7-B09C-8B6C-606E-1FCC8C78B8B4}" dt="2023-02-14T12:51:39.038" v="16" actId="1076"/>
        <pc:sldMkLst>
          <pc:docMk/>
          <pc:sldMk cId="0" sldId="561"/>
        </pc:sldMkLst>
        <pc:grpChg chg="add del mod">
          <ac:chgData name="Gozel, Halil Gözel" userId="S::halil.gozel@capgemini.com::80a23a37-af6a-40a6-9401-87953e0fc1fd" providerId="AD" clId="Web-{D2E8D4C7-B09C-8B6C-606E-1FCC8C78B8B4}" dt="2023-02-14T12:51:39.038" v="16" actId="1076"/>
          <ac:grpSpMkLst>
            <pc:docMk/>
            <pc:sldMk cId="0" sldId="561"/>
            <ac:grpSpMk id="11" creationId="{02387C6F-2E45-B54C-44EE-9D01C570BABA}"/>
          </ac:grpSpMkLst>
        </pc:grpChg>
        <pc:grpChg chg="add">
          <ac:chgData name="Gozel, Halil Gözel" userId="S::halil.gozel@capgemini.com::80a23a37-af6a-40a6-9401-87953e0fc1fd" providerId="AD" clId="Web-{D2E8D4C7-B09C-8B6C-606E-1FCC8C78B8B4}" dt="2023-02-14T12:50:25.285" v="3"/>
          <ac:grpSpMkLst>
            <pc:docMk/>
            <pc:sldMk cId="0" sldId="561"/>
            <ac:grpSpMk id="18" creationId="{947CB31F-D16E-3AA4-5149-B8A35C381AC9}"/>
          </ac:grpSpMkLst>
        </pc:grpChg>
        <pc:grpChg chg="add">
          <ac:chgData name="Gozel, Halil Gözel" userId="S::halil.gozel@capgemini.com::80a23a37-af6a-40a6-9401-87953e0fc1fd" providerId="AD" clId="Web-{D2E8D4C7-B09C-8B6C-606E-1FCC8C78B8B4}" dt="2023-02-14T12:50:25.348" v="4"/>
          <ac:grpSpMkLst>
            <pc:docMk/>
            <pc:sldMk cId="0" sldId="561"/>
            <ac:grpSpMk id="30" creationId="{15E72051-D47B-FAFE-E321-9A288FF81CBA}"/>
          </ac:grpSpMkLst>
        </pc:grpChg>
        <pc:grpChg chg="add">
          <ac:chgData name="Gozel, Halil Gözel" userId="S::halil.gozel@capgemini.com::80a23a37-af6a-40a6-9401-87953e0fc1fd" providerId="AD" clId="Web-{D2E8D4C7-B09C-8B6C-606E-1FCC8C78B8B4}" dt="2023-02-14T12:50:25.410" v="5"/>
          <ac:grpSpMkLst>
            <pc:docMk/>
            <pc:sldMk cId="0" sldId="561"/>
            <ac:grpSpMk id="42" creationId="{E609463A-B018-CA50-96E6-4AD5C0B60D66}"/>
          </ac:grpSpMkLst>
        </pc:grpChg>
        <pc:grpChg chg="add">
          <ac:chgData name="Gozel, Halil Gözel" userId="S::halil.gozel@capgemini.com::80a23a37-af6a-40a6-9401-87953e0fc1fd" providerId="AD" clId="Web-{D2E8D4C7-B09C-8B6C-606E-1FCC8C78B8B4}" dt="2023-02-14T12:50:25.488" v="6"/>
          <ac:grpSpMkLst>
            <pc:docMk/>
            <pc:sldMk cId="0" sldId="561"/>
            <ac:grpSpMk id="49" creationId="{F31A83BA-DB55-E06E-7DBC-13BB5957B40D}"/>
          </ac:grpSpMkLst>
        </pc:grpChg>
        <pc:grpChg chg="add del">
          <ac:chgData name="Gozel, Halil Gözel" userId="S::halil.gozel@capgemini.com::80a23a37-af6a-40a6-9401-87953e0fc1fd" providerId="AD" clId="Web-{D2E8D4C7-B09C-8B6C-606E-1FCC8C78B8B4}" dt="2023-02-14T12:50:46.333" v="11"/>
          <ac:grpSpMkLst>
            <pc:docMk/>
            <pc:sldMk cId="0" sldId="561"/>
            <ac:grpSpMk id="56" creationId="{47A43A14-B9F5-F37B-43FE-1D4A3F6DE510}"/>
          </ac:grpSpMkLst>
        </pc:grpChg>
      </pc:sldChg>
      <pc:sldChg chg="add del">
        <pc:chgData name="Gozel, Halil Gözel" userId="S::halil.gozel@capgemini.com::80a23a37-af6a-40a6-9401-87953e0fc1fd" providerId="AD" clId="Web-{D2E8D4C7-B09C-8B6C-606E-1FCC8C78B8B4}" dt="2023-02-14T12:51:16.474" v="14"/>
        <pc:sldMkLst>
          <pc:docMk/>
          <pc:sldMk cId="2826431132" sldId="562"/>
        </pc:sldMkLst>
      </pc:sldChg>
      <pc:sldMasterChg chg="add addSldLayout">
        <pc:chgData name="Gozel, Halil Gözel" userId="S::halil.gozel@capgemini.com::80a23a37-af6a-40a6-9401-87953e0fc1fd" providerId="AD" clId="Web-{D2E8D4C7-B09C-8B6C-606E-1FCC8C78B8B4}" dt="2023-02-14T12:49:17.189" v="0"/>
        <pc:sldMasterMkLst>
          <pc:docMk/>
          <pc:sldMasterMk cId="0" sldId="2147483683"/>
        </pc:sldMasterMkLst>
        <pc:sldLayoutChg chg="add">
          <pc:chgData name="Gozel, Halil Gözel" userId="S::halil.gozel@capgemini.com::80a23a37-af6a-40a6-9401-87953e0fc1fd" providerId="AD" clId="Web-{D2E8D4C7-B09C-8B6C-606E-1FCC8C78B8B4}" dt="2023-02-14T12:49:17.189" v="0"/>
          <pc:sldLayoutMkLst>
            <pc:docMk/>
            <pc:sldMasterMk cId="0" sldId="2147483683"/>
            <pc:sldLayoutMk cId="69078762" sldId="2147483678"/>
          </pc:sldLayoutMkLst>
        </pc:sldLayoutChg>
      </pc:sldMasterChg>
    </pc:docChg>
  </pc:docChgLst>
  <pc:docChgLst>
    <pc:chgData name="De Schrevel, Jonathan" userId="S::jonathan.de-schrevel@sogeti.com::7f7ebe48-fa52-4072-85f8-531761d52006" providerId="AD" clId="Web-{564FD43B-CA26-1947-6CB9-CBD14C89E091}"/>
    <pc:docChg chg="modSld">
      <pc:chgData name="De Schrevel, Jonathan" userId="S::jonathan.de-schrevel@sogeti.com::7f7ebe48-fa52-4072-85f8-531761d52006" providerId="AD" clId="Web-{564FD43B-CA26-1947-6CB9-CBD14C89E091}" dt="2025-01-03T14:17:45.271" v="1187" actId="1076"/>
      <pc:docMkLst>
        <pc:docMk/>
      </pc:docMkLst>
      <pc:sldChg chg="addSp delSp modSp">
        <pc:chgData name="De Schrevel, Jonathan" userId="S::jonathan.de-schrevel@sogeti.com::7f7ebe48-fa52-4072-85f8-531761d52006" providerId="AD" clId="Web-{564FD43B-CA26-1947-6CB9-CBD14C89E091}" dt="2025-01-03T14:17:45.271" v="1187" actId="1076"/>
        <pc:sldMkLst>
          <pc:docMk/>
          <pc:sldMk cId="0" sldId="561"/>
        </pc:sldMkLst>
        <pc:spChg chg="mod">
          <ac:chgData name="De Schrevel, Jonathan" userId="S::jonathan.de-schrevel@sogeti.com::7f7ebe48-fa52-4072-85f8-531761d52006" providerId="AD" clId="Web-{564FD43B-CA26-1947-6CB9-CBD14C89E091}" dt="2025-01-03T09:10:37.265" v="203"/>
          <ac:spMkLst>
            <pc:docMk/>
            <pc:sldMk cId="0" sldId="561"/>
            <ac:spMk id="2" creationId="{F36FEEDB-7599-12AA-EFD0-9C69D448C4DD}"/>
          </ac:spMkLst>
        </pc:spChg>
        <pc:spChg chg="mod">
          <ac:chgData name="De Schrevel, Jonathan" userId="S::jonathan.de-schrevel@sogeti.com::7f7ebe48-fa52-4072-85f8-531761d52006" providerId="AD" clId="Web-{564FD43B-CA26-1947-6CB9-CBD14C89E091}" dt="2025-01-03T14:17:45.240" v="1186" actId="1076"/>
          <ac:spMkLst>
            <pc:docMk/>
            <pc:sldMk cId="0" sldId="561"/>
            <ac:spMk id="7" creationId="{B807626A-31FE-4284-AF62-6C0BFCF319B6}"/>
          </ac:spMkLst>
        </pc:spChg>
        <pc:spChg chg="mod">
          <ac:chgData name="De Schrevel, Jonathan" userId="S::jonathan.de-schrevel@sogeti.com::7f7ebe48-fa52-4072-85f8-531761d52006" providerId="AD" clId="Web-{564FD43B-CA26-1947-6CB9-CBD14C89E091}" dt="2025-01-03T14:17:45.271" v="1187" actId="1076"/>
          <ac:spMkLst>
            <pc:docMk/>
            <pc:sldMk cId="0" sldId="561"/>
            <ac:spMk id="9" creationId="{6BECFBE1-AED1-4FFC-A49C-1005CCA01238}"/>
          </ac:spMkLst>
        </pc:spChg>
        <pc:spChg chg="mod">
          <ac:chgData name="De Schrevel, Jonathan" userId="S::jonathan.de-schrevel@sogeti.com::7f7ebe48-fa52-4072-85f8-531761d52006" providerId="AD" clId="Web-{564FD43B-CA26-1947-6CB9-CBD14C89E091}" dt="2025-01-03T09:10:43.374" v="204"/>
          <ac:spMkLst>
            <pc:docMk/>
            <pc:sldMk cId="0" sldId="561"/>
            <ac:spMk id="68" creationId="{16323D8B-E9F6-7961-7E2F-E265CEEB2CF3}"/>
          </ac:spMkLst>
        </pc:spChg>
        <pc:spChg chg="mod">
          <ac:chgData name="De Schrevel, Jonathan" userId="S::jonathan.de-schrevel@sogeti.com::7f7ebe48-fa52-4072-85f8-531761d52006" providerId="AD" clId="Web-{564FD43B-CA26-1947-6CB9-CBD14C89E091}" dt="2025-01-03T09:10:29.155" v="202"/>
          <ac:spMkLst>
            <pc:docMk/>
            <pc:sldMk cId="0" sldId="561"/>
            <ac:spMk id="117" creationId="{90FFE177-9E3B-59CD-5548-E28FBD7A95FF}"/>
          </ac:spMkLst>
        </pc:spChg>
        <pc:spChg chg="mod">
          <ac:chgData name="De Schrevel, Jonathan" userId="S::jonathan.de-schrevel@sogeti.com::7f7ebe48-fa52-4072-85f8-531761d52006" providerId="AD" clId="Web-{564FD43B-CA26-1947-6CB9-CBD14C89E091}" dt="2025-01-03T09:26:10.066" v="215"/>
          <ac:spMkLst>
            <pc:docMk/>
            <pc:sldMk cId="0" sldId="561"/>
            <ac:spMk id="119" creationId="{351B1AE6-37D4-65BC-1DFC-04FFC9FDC18D}"/>
          </ac:spMkLst>
        </pc:spChg>
        <pc:spChg chg="mod">
          <ac:chgData name="De Schrevel, Jonathan" userId="S::jonathan.de-schrevel@sogeti.com::7f7ebe48-fa52-4072-85f8-531761d52006" providerId="AD" clId="Web-{564FD43B-CA26-1947-6CB9-CBD14C89E091}" dt="2025-01-03T09:26:10.066" v="216"/>
          <ac:spMkLst>
            <pc:docMk/>
            <pc:sldMk cId="0" sldId="561"/>
            <ac:spMk id="120" creationId="{DA54E564-DD3B-EF5D-8E06-1108F0129887}"/>
          </ac:spMkLst>
        </pc:spChg>
        <pc:spChg chg="mod">
          <ac:chgData name="De Schrevel, Jonathan" userId="S::jonathan.de-schrevel@sogeti.com::7f7ebe48-fa52-4072-85f8-531761d52006" providerId="AD" clId="Web-{564FD43B-CA26-1947-6CB9-CBD14C89E091}" dt="2025-01-03T09:26:10.066" v="217"/>
          <ac:spMkLst>
            <pc:docMk/>
            <pc:sldMk cId="0" sldId="561"/>
            <ac:spMk id="121" creationId="{B3031F39-EA88-39AA-DC6F-93E9F31C98A7}"/>
          </ac:spMkLst>
        </pc:spChg>
        <pc:spChg chg="mod">
          <ac:chgData name="De Schrevel, Jonathan" userId="S::jonathan.de-schrevel@sogeti.com::7f7ebe48-fa52-4072-85f8-531761d52006" providerId="AD" clId="Web-{564FD43B-CA26-1947-6CB9-CBD14C89E091}" dt="2025-01-03T09:26:10.066" v="218"/>
          <ac:spMkLst>
            <pc:docMk/>
            <pc:sldMk cId="0" sldId="561"/>
            <ac:spMk id="122" creationId="{D7A9B281-2C4B-035F-EA24-1E2C0C919BAE}"/>
          </ac:spMkLst>
        </pc:spChg>
        <pc:spChg chg="mod">
          <ac:chgData name="De Schrevel, Jonathan" userId="S::jonathan.de-schrevel@sogeti.com::7f7ebe48-fa52-4072-85f8-531761d52006" providerId="AD" clId="Web-{564FD43B-CA26-1947-6CB9-CBD14C89E091}" dt="2025-01-03T09:26:10.113" v="219"/>
          <ac:spMkLst>
            <pc:docMk/>
            <pc:sldMk cId="0" sldId="561"/>
            <ac:spMk id="123" creationId="{CE742497-7A2B-BE60-62D5-2C52E8677C76}"/>
          </ac:spMkLst>
        </pc:spChg>
        <pc:spChg chg="mod">
          <ac:chgData name="De Schrevel, Jonathan" userId="S::jonathan.de-schrevel@sogeti.com::7f7ebe48-fa52-4072-85f8-531761d52006" providerId="AD" clId="Web-{564FD43B-CA26-1947-6CB9-CBD14C89E091}" dt="2025-01-03T14:17:45.161" v="1184" actId="1076"/>
          <ac:spMkLst>
            <pc:docMk/>
            <pc:sldMk cId="0" sldId="561"/>
            <ac:spMk id="5122" creationId="{673A5D40-9C02-4C3E-B71E-AEC695A13DDE}"/>
          </ac:spMkLst>
        </pc:spChg>
        <pc:spChg chg="mod">
          <ac:chgData name="De Schrevel, Jonathan" userId="S::jonathan.de-schrevel@sogeti.com::7f7ebe48-fa52-4072-85f8-531761d52006" providerId="AD" clId="Web-{564FD43B-CA26-1947-6CB9-CBD14C89E091}" dt="2025-01-03T14:17:45.193" v="1185" actId="1076"/>
          <ac:spMkLst>
            <pc:docMk/>
            <pc:sldMk cId="0" sldId="561"/>
            <ac:spMk id="5123" creationId="{07301CD2-ADA1-4D6A-900A-563644C20F29}"/>
          </ac:spMkLst>
        </pc:spChg>
        <pc:spChg chg="mod">
          <ac:chgData name="De Schrevel, Jonathan" userId="S::jonathan.de-schrevel@sogeti.com::7f7ebe48-fa52-4072-85f8-531761d52006" providerId="AD" clId="Web-{564FD43B-CA26-1947-6CB9-CBD14C89E091}" dt="2025-01-03T08:57:52.548" v="19" actId="20577"/>
          <ac:spMkLst>
            <pc:docMk/>
            <pc:sldMk cId="0" sldId="561"/>
            <ac:spMk id="5129" creationId="{0DBD2BE0-1741-408D-8A1B-BC7CE3708FD8}"/>
          </ac:spMkLst>
        </pc:spChg>
        <pc:spChg chg="mod">
          <ac:chgData name="De Schrevel, Jonathan" userId="S::jonathan.de-schrevel@sogeti.com::7f7ebe48-fa52-4072-85f8-531761d52006" providerId="AD" clId="Web-{564FD43B-CA26-1947-6CB9-CBD14C89E091}" dt="2025-01-03T08:58:42.675" v="31" actId="20577"/>
          <ac:spMkLst>
            <pc:docMk/>
            <pc:sldMk cId="0" sldId="561"/>
            <ac:spMk id="5130" creationId="{1C5C1398-DA85-4B81-A407-5A4ADF2DC734}"/>
          </ac:spMkLst>
        </pc:spChg>
        <pc:spChg chg="mod">
          <ac:chgData name="De Schrevel, Jonathan" userId="S::jonathan.de-schrevel@sogeti.com::7f7ebe48-fa52-4072-85f8-531761d52006" providerId="AD" clId="Web-{564FD43B-CA26-1947-6CB9-CBD14C89E091}" dt="2025-01-03T14:09:37.616" v="970" actId="20577"/>
          <ac:spMkLst>
            <pc:docMk/>
            <pc:sldMk cId="0" sldId="561"/>
            <ac:spMk id="5134" creationId="{CF6BA87E-2BF8-49B9-80BA-CE538C5364CA}"/>
          </ac:spMkLst>
        </pc:spChg>
        <pc:spChg chg="mod">
          <ac:chgData name="De Schrevel, Jonathan" userId="S::jonathan.de-schrevel@sogeti.com::7f7ebe48-fa52-4072-85f8-531761d52006" providerId="AD" clId="Web-{564FD43B-CA26-1947-6CB9-CBD14C89E091}" dt="2025-01-03T14:09:32.866" v="969" actId="20577"/>
          <ac:spMkLst>
            <pc:docMk/>
            <pc:sldMk cId="0" sldId="561"/>
            <ac:spMk id="5148" creationId="{91EBAC55-54B1-48DD-AA5A-2A8D518FF43C}"/>
          </ac:spMkLst>
        </pc:spChg>
        <pc:spChg chg="mod">
          <ac:chgData name="De Schrevel, Jonathan" userId="S::jonathan.de-schrevel@sogeti.com::7f7ebe48-fa52-4072-85f8-531761d52006" providerId="AD" clId="Web-{564FD43B-CA26-1947-6CB9-CBD14C89E091}" dt="2025-01-03T14:09:28.350" v="968" actId="20577"/>
          <ac:spMkLst>
            <pc:docMk/>
            <pc:sldMk cId="0" sldId="561"/>
            <ac:spMk id="5149" creationId="{1FF314AE-0EB4-48BA-856B-B1089705AA3F}"/>
          </ac:spMkLst>
        </pc:spChg>
        <pc:spChg chg="mod">
          <ac:chgData name="De Schrevel, Jonathan" userId="S::jonathan.de-schrevel@sogeti.com::7f7ebe48-fa52-4072-85f8-531761d52006" providerId="AD" clId="Web-{564FD43B-CA26-1947-6CB9-CBD14C89E091}" dt="2025-01-03T14:09:24.303" v="967" actId="20577"/>
          <ac:spMkLst>
            <pc:docMk/>
            <pc:sldMk cId="0" sldId="561"/>
            <ac:spMk id="5150" creationId="{504C0D80-929E-4A69-9E62-677E6462E58B}"/>
          </ac:spMkLst>
        </pc:spChg>
        <pc:picChg chg="add mod modCrop">
          <ac:chgData name="De Schrevel, Jonathan" userId="S::jonathan.de-schrevel@sogeti.com::7f7ebe48-fa52-4072-85f8-531761d52006" providerId="AD" clId="Web-{564FD43B-CA26-1947-6CB9-CBD14C89E091}" dt="2025-01-03T10:28:20.772" v="478"/>
          <ac:picMkLst>
            <pc:docMk/>
            <pc:sldMk cId="0" sldId="561"/>
            <ac:picMk id="4" creationId="{E1C2477E-6E82-56DE-E9CE-346DE0C72FFB}"/>
          </ac:picMkLst>
        </pc:picChg>
        <pc:picChg chg="add del mod">
          <ac:chgData name="De Schrevel, Jonathan" userId="S::jonathan.de-schrevel@sogeti.com::7f7ebe48-fa52-4072-85f8-531761d52006" providerId="AD" clId="Web-{564FD43B-CA26-1947-6CB9-CBD14C89E091}" dt="2025-01-03T11:01:57.119" v="485"/>
          <ac:picMkLst>
            <pc:docMk/>
            <pc:sldMk cId="0" sldId="561"/>
            <ac:picMk id="5" creationId="{501FAC54-E714-C438-4B88-8090C6B0EEB7}"/>
          </ac:picMkLst>
        </pc:picChg>
        <pc:picChg chg="add mod">
          <ac:chgData name="De Schrevel, Jonathan" userId="S::jonathan.de-schrevel@sogeti.com::7f7ebe48-fa52-4072-85f8-531761d52006" providerId="AD" clId="Web-{564FD43B-CA26-1947-6CB9-CBD14C89E091}" dt="2025-01-03T11:02:49.495" v="491" actId="1076"/>
          <ac:picMkLst>
            <pc:docMk/>
            <pc:sldMk cId="0" sldId="561"/>
            <ac:picMk id="6" creationId="{1D09413A-C474-09F7-E1AF-0956E9768D8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ABD83F-89E0-4677-8B46-BCB4928CEEE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pt-PT"/>
          </a:p>
        </p:txBody>
      </p:sp>
      <p:sp>
        <p:nvSpPr>
          <p:cNvPr id="3" name="Date Placeholder 2">
            <a:extLst>
              <a:ext uri="{FF2B5EF4-FFF2-40B4-BE49-F238E27FC236}">
                <a16:creationId xmlns:a16="http://schemas.microsoft.com/office/drawing/2014/main" id="{84C83D01-1756-4965-93D4-4EC709A445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65425D2-6AD2-4761-BA3C-797C4566B71E}" type="datetimeFigureOut">
              <a:rPr lang="pt-PT"/>
              <a:pPr>
                <a:defRPr/>
              </a:pPr>
              <a:t>07/05/2026</a:t>
            </a:fld>
            <a:endParaRPr lang="pt-PT"/>
          </a:p>
        </p:txBody>
      </p:sp>
      <p:sp>
        <p:nvSpPr>
          <p:cNvPr id="4" name="Footer Placeholder 3">
            <a:extLst>
              <a:ext uri="{FF2B5EF4-FFF2-40B4-BE49-F238E27FC236}">
                <a16:creationId xmlns:a16="http://schemas.microsoft.com/office/drawing/2014/main" id="{EB582D4D-0AF3-4C51-AA82-BAF506C19F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pt-PT"/>
          </a:p>
        </p:txBody>
      </p:sp>
      <p:sp>
        <p:nvSpPr>
          <p:cNvPr id="5" name="Slide Number Placeholder 4">
            <a:extLst>
              <a:ext uri="{FF2B5EF4-FFF2-40B4-BE49-F238E27FC236}">
                <a16:creationId xmlns:a16="http://schemas.microsoft.com/office/drawing/2014/main" id="{EEBFC4CE-8165-48A3-9AEC-1A19DA7DAD02}"/>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4F1EDC50-6402-4285-BEC7-DFB1519C384D}" type="slidenum">
              <a:rPr lang="pt-PT" altLang="nl-BE"/>
              <a:pPr>
                <a:defRPr/>
              </a:pPr>
              <a:t>‹#›</a:t>
            </a:fld>
            <a:endParaRPr lang="pt-PT" altLang="nl-B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Posição do Cabeçalho 1">
            <a:extLst>
              <a:ext uri="{FF2B5EF4-FFF2-40B4-BE49-F238E27FC236}">
                <a16:creationId xmlns:a16="http://schemas.microsoft.com/office/drawing/2014/main" id="{12502CCA-74BD-4C0D-9C12-1ED32A2C8F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pt-BR"/>
          </a:p>
        </p:txBody>
      </p:sp>
      <p:sp>
        <p:nvSpPr>
          <p:cNvPr id="3" name="Marcador de Posição da Data 2">
            <a:extLst>
              <a:ext uri="{FF2B5EF4-FFF2-40B4-BE49-F238E27FC236}">
                <a16:creationId xmlns:a16="http://schemas.microsoft.com/office/drawing/2014/main" id="{B9F72004-C02B-4A8C-A0C2-16D1CE52C9CF}"/>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2F39A64D-EC0E-4EC7-8546-413F72C39AB2}" type="datetimeFigureOut">
              <a:rPr lang="pt-BR"/>
              <a:pPr>
                <a:defRPr/>
              </a:pPr>
              <a:t>07/05/2026</a:t>
            </a:fld>
            <a:endParaRPr lang="pt-BR"/>
          </a:p>
        </p:txBody>
      </p:sp>
      <p:sp>
        <p:nvSpPr>
          <p:cNvPr id="4" name="Marcador de Posição da Imagem do Diapositivo 3">
            <a:extLst>
              <a:ext uri="{FF2B5EF4-FFF2-40B4-BE49-F238E27FC236}">
                <a16:creationId xmlns:a16="http://schemas.microsoft.com/office/drawing/2014/main" id="{C6CE3579-1D90-4BD7-878D-B168C1FCD37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pt-BR" noProof="0"/>
          </a:p>
        </p:txBody>
      </p:sp>
      <p:sp>
        <p:nvSpPr>
          <p:cNvPr id="5" name="Marcador de Posição de Notas 4">
            <a:extLst>
              <a:ext uri="{FF2B5EF4-FFF2-40B4-BE49-F238E27FC236}">
                <a16:creationId xmlns:a16="http://schemas.microsoft.com/office/drawing/2014/main" id="{60EB7E8C-2F01-432A-A888-CB869880069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noProof="0"/>
              <a:t>Editar os estilos de texto do Modelo Global</a:t>
            </a:r>
          </a:p>
          <a:p>
            <a:pPr lvl="1"/>
            <a:r>
              <a:rPr lang="pt-PT" noProof="0"/>
              <a:t>Segundo nível</a:t>
            </a:r>
          </a:p>
          <a:p>
            <a:pPr lvl="2"/>
            <a:r>
              <a:rPr lang="pt-PT" noProof="0"/>
              <a:t>Terceiro nível</a:t>
            </a:r>
          </a:p>
          <a:p>
            <a:pPr lvl="3"/>
            <a:r>
              <a:rPr lang="pt-PT" noProof="0"/>
              <a:t>Quarto nível</a:t>
            </a:r>
          </a:p>
          <a:p>
            <a:pPr lvl="4"/>
            <a:r>
              <a:rPr lang="pt-PT" noProof="0"/>
              <a:t>Quinto nível</a:t>
            </a:r>
            <a:endParaRPr lang="pt-BR" noProof="0"/>
          </a:p>
        </p:txBody>
      </p:sp>
      <p:sp>
        <p:nvSpPr>
          <p:cNvPr id="6" name="Marcador de Posição do Rodapé 5">
            <a:extLst>
              <a:ext uri="{FF2B5EF4-FFF2-40B4-BE49-F238E27FC236}">
                <a16:creationId xmlns:a16="http://schemas.microsoft.com/office/drawing/2014/main" id="{A0182363-6D9A-428D-BFBE-22CF4866166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pt-BR"/>
          </a:p>
        </p:txBody>
      </p:sp>
      <p:sp>
        <p:nvSpPr>
          <p:cNvPr id="7" name="Marcador de Posição do Número do Diapositivo 6">
            <a:extLst>
              <a:ext uri="{FF2B5EF4-FFF2-40B4-BE49-F238E27FC236}">
                <a16:creationId xmlns:a16="http://schemas.microsoft.com/office/drawing/2014/main" id="{5271C5F2-93FE-4205-9EFB-C593E746B73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34B7E610-AAE9-4664-B445-E9CBEF048C11}" type="slidenum">
              <a:rPr lang="pt-BR" altLang="nl-BE"/>
              <a:pPr>
                <a:defRPr/>
              </a:pPr>
              <a:t>‹#›</a:t>
            </a:fld>
            <a:endParaRPr lang="pt-BR" altLang="nl-BE"/>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Tree>
    <p:extLst>
      <p:ext uri="{BB962C8B-B14F-4D97-AF65-F5344CB8AC3E}">
        <p14:creationId xmlns:p14="http://schemas.microsoft.com/office/powerpoint/2010/main" val="24345565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3" descr="Logo&#10;&#10;Description automatically generated">
            <a:extLst>
              <a:ext uri="{FF2B5EF4-FFF2-40B4-BE49-F238E27FC236}">
                <a16:creationId xmlns:a16="http://schemas.microsoft.com/office/drawing/2014/main" id="{4B20FDF9-DF46-4670-A523-0EF7077B16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79138" y="6235700"/>
            <a:ext cx="12350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7556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603DA7-6AE7-42E0-84DA-461928796CB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09350" y="6105525"/>
            <a:ext cx="88265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0787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9B187259-0C8F-4587-AC9E-F1BDF0D19E97}"/>
              </a:ext>
            </a:extLst>
          </p:cNvPr>
          <p:cNvSpPr/>
          <p:nvPr userDrawn="1"/>
        </p:nvSpPr>
        <p:spPr>
          <a:xfrm>
            <a:off x="9232900" y="0"/>
            <a:ext cx="2962275" cy="6858000"/>
          </a:xfrm>
          <a:prstGeom prst="rect">
            <a:avLst/>
          </a:prstGeom>
          <a:solidFill>
            <a:srgbClr val="E6E7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pic>
        <p:nvPicPr>
          <p:cNvPr id="1027" name="Picture 3">
            <a:extLst>
              <a:ext uri="{FF2B5EF4-FFF2-40B4-BE49-F238E27FC236}">
                <a16:creationId xmlns:a16="http://schemas.microsoft.com/office/drawing/2014/main" id="{3B490AA3-6FF1-4357-A53A-AFD194CEB3DF}"/>
              </a:ext>
            </a:extLst>
          </p:cNvPr>
          <p:cNvPicPr>
            <a:picLocks noChangeAspect="1"/>
          </p:cNvPicPr>
          <p:nvPr userDrawn="1"/>
        </p:nvPicPr>
        <p:blipFill>
          <a:blip r:embed="rId3">
            <a:extLst>
              <a:ext uri="{28A0092B-C50C-407E-A947-70E740481C1C}">
                <a14:useLocalDpi xmlns:a14="http://schemas.microsoft.com/office/drawing/2010/main" val="0"/>
              </a:ext>
            </a:extLst>
          </a:blip>
          <a:srcRect t="3255" b="7253"/>
          <a:stretch>
            <a:fillRect/>
          </a:stretch>
        </p:blipFill>
        <p:spPr bwMode="auto">
          <a:xfrm>
            <a:off x="0" y="0"/>
            <a:ext cx="12192000" cy="559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2" r:id="rId1"/>
  </p:sldLayoutIdLst>
  <p:hf sldNum="0" hdr="0" ftr="0" dt="0"/>
  <p:txStyles>
    <p:titleStyle>
      <a:lvl1pPr algn="l" rtl="0" eaLnBrk="0" fontAlgn="base" hangingPunct="0">
        <a:lnSpc>
          <a:spcPct val="90000"/>
        </a:lnSpc>
        <a:spcBef>
          <a:spcPct val="0"/>
        </a:spcBef>
        <a:spcAft>
          <a:spcPct val="0"/>
        </a:spcAft>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4572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6pPr>
      <a:lvl7pPr marL="9144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7pPr>
      <a:lvl8pPr marL="13716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8pPr>
      <a:lvl9pPr marL="18288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9pPr>
    </p:titleStyle>
    <p:bodyStyle>
      <a:lvl1pPr algn="l" rtl="0" eaLnBrk="0" fontAlgn="base" hangingPunct="0">
        <a:lnSpc>
          <a:spcPts val="2200"/>
        </a:lnSpc>
        <a:spcBef>
          <a:spcPct val="0"/>
        </a:spcBef>
        <a:spcAft>
          <a:spcPts val="600"/>
        </a:spcAft>
        <a:buFont typeface="Arial" panose="020B0604020202020204" pitchFamily="34" charset="0"/>
        <a:defRPr kern="1200">
          <a:solidFill>
            <a:schemeClr val="tx1"/>
          </a:solidFill>
          <a:latin typeface="+mn-lt"/>
          <a:ea typeface="+mn-ea"/>
          <a:cs typeface="+mn-cs"/>
        </a:defRPr>
      </a:lvl1pPr>
      <a:lvl2pPr marL="233363" indent="-228600" algn="l" rtl="0" eaLnBrk="0" fontAlgn="base" hangingPunct="0">
        <a:lnSpc>
          <a:spcPts val="2000"/>
        </a:lnSpc>
        <a:spcBef>
          <a:spcPct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rtl="0" eaLnBrk="0" fontAlgn="base" hangingPunct="0">
        <a:lnSpc>
          <a:spcPts val="1600"/>
        </a:lnSpc>
        <a:spcBef>
          <a:spcPct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rtl="0" eaLnBrk="0" fontAlgn="base" hangingPunct="0">
        <a:lnSpc>
          <a:spcPct val="90000"/>
        </a:lnSpc>
        <a:spcBef>
          <a:spcPct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D1239A8-0A9E-4BF4-9AC5-7FB0D80DE365}"/>
              </a:ext>
            </a:extLst>
          </p:cNvPr>
          <p:cNvSpPr/>
          <p:nvPr userDrawn="1"/>
        </p:nvSpPr>
        <p:spPr>
          <a:xfrm>
            <a:off x="9226550" y="0"/>
            <a:ext cx="2968625" cy="6972300"/>
          </a:xfrm>
          <a:prstGeom prst="rect">
            <a:avLst/>
          </a:prstGeom>
          <a:solidFill>
            <a:srgbClr val="E6E7E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pic>
        <p:nvPicPr>
          <p:cNvPr id="1027" name="Picture 3">
            <a:extLst>
              <a:ext uri="{FF2B5EF4-FFF2-40B4-BE49-F238E27FC236}">
                <a16:creationId xmlns:a16="http://schemas.microsoft.com/office/drawing/2014/main" id="{228886F0-28A1-4AAA-A051-2589AA315583}"/>
              </a:ext>
            </a:extLst>
          </p:cNvPr>
          <p:cNvPicPr>
            <a:picLocks noChangeAspect="1"/>
          </p:cNvPicPr>
          <p:nvPr userDrawn="1"/>
        </p:nvPicPr>
        <p:blipFill>
          <a:blip r:embed="rId3">
            <a:extLst>
              <a:ext uri="{28A0092B-C50C-407E-A947-70E740481C1C}">
                <a14:useLocalDpi xmlns:a14="http://schemas.microsoft.com/office/drawing/2010/main" val="0"/>
              </a:ext>
            </a:extLst>
          </a:blip>
          <a:srcRect t="3255" b="7253"/>
          <a:stretch>
            <a:fillRect/>
          </a:stretch>
        </p:blipFill>
        <p:spPr bwMode="auto">
          <a:xfrm>
            <a:off x="0" y="0"/>
            <a:ext cx="12192000" cy="559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8" r:id="rId1"/>
  </p:sldLayoutIdLst>
  <p:hf sldNum="0" hdr="0" ftr="0" dt="0"/>
  <p:txStyles>
    <p:titleStyle>
      <a:lvl1pPr algn="l" rtl="0" eaLnBrk="0" fontAlgn="base" hangingPunct="0">
        <a:lnSpc>
          <a:spcPct val="90000"/>
        </a:lnSpc>
        <a:spcBef>
          <a:spcPct val="0"/>
        </a:spcBef>
        <a:spcAft>
          <a:spcPct val="0"/>
        </a:spcAft>
        <a:defRPr lang="pt-PT" sz="26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2pPr>
      <a:lvl3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3pPr>
      <a:lvl4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4pPr>
      <a:lvl5pPr algn="l" rtl="0" eaLnBrk="0" fontAlgn="base" hangingPunct="0">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5pPr>
      <a:lvl6pPr marL="4572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6pPr>
      <a:lvl7pPr marL="9144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7pPr>
      <a:lvl8pPr marL="13716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8pPr>
      <a:lvl9pPr marL="1828800" algn="l" rtl="0" fontAlgn="base">
        <a:lnSpc>
          <a:spcPct val="90000"/>
        </a:lnSpc>
        <a:spcBef>
          <a:spcPct val="0"/>
        </a:spcBef>
        <a:spcAft>
          <a:spcPct val="0"/>
        </a:spcAft>
        <a:defRPr sz="2600">
          <a:solidFill>
            <a:schemeClr val="tx2"/>
          </a:solidFill>
          <a:latin typeface="Verdana" panose="020B0604030504040204" pitchFamily="34" charset="0"/>
          <a:ea typeface="Verdana" panose="020B0604030504040204" pitchFamily="34" charset="0"/>
          <a:cs typeface="Verdana" panose="020B0604030504040204" pitchFamily="34" charset="0"/>
        </a:defRPr>
      </a:lvl9pPr>
    </p:titleStyle>
    <p:bodyStyle>
      <a:lvl1pPr algn="l" rtl="0" eaLnBrk="0" fontAlgn="base" hangingPunct="0">
        <a:lnSpc>
          <a:spcPts val="2200"/>
        </a:lnSpc>
        <a:spcBef>
          <a:spcPct val="0"/>
        </a:spcBef>
        <a:spcAft>
          <a:spcPts val="600"/>
        </a:spcAft>
        <a:buFont typeface="Arial" panose="020B0604020202020204" pitchFamily="34" charset="0"/>
        <a:defRPr kern="1200">
          <a:solidFill>
            <a:schemeClr val="tx1"/>
          </a:solidFill>
          <a:latin typeface="+mn-lt"/>
          <a:ea typeface="+mn-ea"/>
          <a:cs typeface="+mn-cs"/>
        </a:defRPr>
      </a:lvl1pPr>
      <a:lvl2pPr marL="233363" indent="-228600" algn="l" rtl="0" eaLnBrk="0" fontAlgn="base" hangingPunct="0">
        <a:lnSpc>
          <a:spcPts val="2000"/>
        </a:lnSpc>
        <a:spcBef>
          <a:spcPct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rtl="0" eaLnBrk="0" fontAlgn="base" hangingPunct="0">
        <a:lnSpc>
          <a:spcPts val="1600"/>
        </a:lnSpc>
        <a:spcBef>
          <a:spcPct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rtl="0" eaLnBrk="0" fontAlgn="base" hangingPunct="0">
        <a:lnSpc>
          <a:spcPct val="90000"/>
        </a:lnSpc>
        <a:spcBef>
          <a:spcPct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3">
            <a:extLst>
              <a:ext uri="{FF2B5EF4-FFF2-40B4-BE49-F238E27FC236}">
                <a16:creationId xmlns:a16="http://schemas.microsoft.com/office/drawing/2014/main" id="{673A5D40-9C02-4C3E-B71E-AEC695A13DDE}"/>
              </a:ext>
            </a:extLst>
          </p:cNvPr>
          <p:cNvSpPr txBox="1">
            <a:spLocks noChangeArrowheads="1"/>
          </p:cNvSpPr>
          <p:nvPr/>
        </p:nvSpPr>
        <p:spPr bwMode="auto">
          <a:xfrm>
            <a:off x="236387" y="2390694"/>
            <a:ext cx="13922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nl-NL" altLang="nl-NL" sz="1600" b="1" dirty="0">
                <a:solidFill>
                  <a:srgbClr val="0070AD"/>
                </a:solidFill>
                <a:latin typeface="Ubuntu" panose="020B0504030602030204" pitchFamily="34" charset="0"/>
              </a:rPr>
              <a:t>Profile</a:t>
            </a:r>
          </a:p>
        </p:txBody>
      </p:sp>
      <p:sp>
        <p:nvSpPr>
          <p:cNvPr id="5123" name="TextBox 4">
            <a:extLst>
              <a:ext uri="{FF2B5EF4-FFF2-40B4-BE49-F238E27FC236}">
                <a16:creationId xmlns:a16="http://schemas.microsoft.com/office/drawing/2014/main" id="{07301CD2-ADA1-4D6A-900A-563644C20F29}"/>
              </a:ext>
            </a:extLst>
          </p:cNvPr>
          <p:cNvSpPr txBox="1">
            <a:spLocks noChangeArrowheads="1"/>
          </p:cNvSpPr>
          <p:nvPr/>
        </p:nvSpPr>
        <p:spPr bwMode="auto">
          <a:xfrm>
            <a:off x="4578372" y="1844352"/>
            <a:ext cx="3087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nl-NL" altLang="nl-NL" sz="1600" b="1" dirty="0">
                <a:solidFill>
                  <a:srgbClr val="0070AD"/>
                </a:solidFill>
                <a:latin typeface="Ubuntu" panose="020B0504030602030204" pitchFamily="34" charset="0"/>
              </a:rPr>
              <a:t>Relevant Work Experience</a:t>
            </a:r>
          </a:p>
        </p:txBody>
      </p:sp>
      <p:sp>
        <p:nvSpPr>
          <p:cNvPr id="7" name="Text Placeholder 5">
            <a:extLst>
              <a:ext uri="{FF2B5EF4-FFF2-40B4-BE49-F238E27FC236}">
                <a16:creationId xmlns:a16="http://schemas.microsoft.com/office/drawing/2014/main" id="{B807626A-31FE-4284-AF62-6C0BFCF319B6}"/>
              </a:ext>
            </a:extLst>
          </p:cNvPr>
          <p:cNvSpPr txBox="1">
            <a:spLocks/>
          </p:cNvSpPr>
          <p:nvPr/>
        </p:nvSpPr>
        <p:spPr>
          <a:xfrm>
            <a:off x="4578372" y="2167250"/>
            <a:ext cx="4563671" cy="4690749"/>
          </a:xfrm>
          <a:prstGeom prst="rect">
            <a:avLst/>
          </a:prstGeom>
        </p:spPr>
        <p:txBody>
          <a:bodyPr lIns="91440" tIns="45720" rIns="91440" bIns="45720" anchor="t"/>
          <a:lstStyle>
            <a:defPPr>
              <a:defRPr lang="pt-PT"/>
            </a:defPPr>
            <a:lvl1pPr marL="0" indent="0">
              <a:lnSpc>
                <a:spcPct val="114000"/>
              </a:lnSpc>
              <a:spcAft>
                <a:spcPts val="600"/>
              </a:spcAft>
              <a:buFont typeface="Arial" panose="020B0604020202020204" pitchFamily="34" charset="0"/>
              <a:buNone/>
              <a:defRPr sz="1050" u="none" baseline="0">
                <a:latin typeface="+mn-lt"/>
              </a:defRPr>
            </a:lvl1pPr>
            <a:lvl2pPr marL="233363" indent="-228600">
              <a:lnSpc>
                <a:spcPts val="2000"/>
              </a:lnSpc>
              <a:spcAft>
                <a:spcPts val="600"/>
              </a:spcAft>
              <a:buClr>
                <a:schemeClr val="accent1"/>
              </a:buClr>
              <a:buFont typeface="Wingdings" panose="05000000000000000000" pitchFamily="2" charset="2"/>
              <a:buChar char="§"/>
              <a:defRPr sz="1600">
                <a:latin typeface="+mn-lt"/>
              </a:defRPr>
            </a:lvl2pPr>
            <a:lvl3pPr marL="457200" indent="-223838">
              <a:lnSpc>
                <a:spcPts val="1600"/>
              </a:lnSpc>
              <a:spcAft>
                <a:spcPts val="600"/>
              </a:spcAft>
              <a:buClr>
                <a:schemeClr val="accent1"/>
              </a:buClr>
              <a:buFont typeface="Arial" panose="020B0604020202020204" pitchFamily="34" charset="0"/>
              <a:buChar char="•"/>
              <a:defRPr sz="1400">
                <a:latin typeface="+mn-lt"/>
              </a:defRPr>
            </a:lvl3pPr>
            <a:lvl4pPr marL="690563" indent="-233363">
              <a:lnSpc>
                <a:spcPct val="90000"/>
              </a:lnSpc>
              <a:spcAft>
                <a:spcPts val="600"/>
              </a:spcAft>
              <a:buClr>
                <a:schemeClr val="accent1"/>
              </a:buClr>
              <a:buFont typeface="Arial" panose="020B0604020202020204" pitchFamily="34" charset="0"/>
              <a:buChar char="‒"/>
              <a:defRPr sz="1200">
                <a:latin typeface="+mn-lt"/>
              </a:defRPr>
            </a:lvl4pPr>
            <a:lvl5pPr marL="2057400" indent="-228600">
              <a:lnSpc>
                <a:spcPct val="90000"/>
              </a:lnSpc>
              <a:spcBef>
                <a:spcPts val="500"/>
              </a:spcBef>
              <a:buFont typeface="Arial" panose="020B0604020202020204" pitchFamily="34" charset="0"/>
              <a:buChar char="•"/>
              <a:defRPr sz="14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a:defRPr/>
            </a:pPr>
            <a:r>
              <a:rPr lang="en-BE" sz="1000" b="1" dirty="0">
                <a:latin typeface="IBM Plex Sans"/>
              </a:rPr>
              <a:t>01/20</a:t>
            </a:r>
            <a:r>
              <a:rPr lang="en-GB" sz="1000" b="1" dirty="0">
                <a:latin typeface="IBM Plex Sans"/>
              </a:rPr>
              <a:t>26</a:t>
            </a:r>
            <a:r>
              <a:rPr lang="en-BE" sz="1000" b="1" dirty="0">
                <a:latin typeface="IBM Plex Sans"/>
              </a:rPr>
              <a:t> - </a:t>
            </a:r>
            <a:r>
              <a:rPr lang="en-GB" sz="1000" b="1" dirty="0">
                <a:latin typeface="IBM Plex Sans"/>
              </a:rPr>
              <a:t>Present</a:t>
            </a:r>
            <a:r>
              <a:rPr lang="en-BE" sz="1000" b="1" dirty="0">
                <a:latin typeface="IBM Plex Sans"/>
              </a:rPr>
              <a:t> - </a:t>
            </a:r>
            <a:r>
              <a:rPr lang="en-US" sz="1000" b="1" dirty="0">
                <a:latin typeface="IBM Plex Sans"/>
              </a:rPr>
              <a:t>| Laco Nv |  BI Developer</a:t>
            </a:r>
          </a:p>
          <a:p>
            <a:pPr>
              <a:defRPr/>
            </a:pPr>
            <a:r>
              <a:rPr lang="en-US" sz="900" dirty="0">
                <a:latin typeface="IBM Plex Sans"/>
                <a:ea typeface="+mn-lt"/>
                <a:cs typeface="+mn-lt"/>
              </a:rPr>
              <a:t>As an experienced BI Developer, Oumar developed a data platform for our clients using Microsoft Fabric. He focused on building a scalable data architecture, including monitoring, data transformation pipelines, notebooks, and dataflows, and on delivering business insights through semantic models and Power BI reporting. For another customer, he implemented internal automation solutions for HR, inventory, and finance processes. He also supported customers by delivering Leave Request and Expense Report apps using Power Apps, Power Automate, and Logic App</a:t>
            </a:r>
            <a:br>
              <a:rPr lang="en-US" sz="1000" b="1" dirty="0">
                <a:latin typeface="IBM Plex Sans"/>
              </a:rPr>
            </a:br>
            <a:r>
              <a:rPr lang="en-BE" sz="1000" b="1" dirty="0">
                <a:latin typeface="IBM Plex Sans"/>
              </a:rPr>
              <a:t>0</a:t>
            </a:r>
            <a:r>
              <a:rPr lang="en-GB" sz="1000" b="1" dirty="0">
                <a:latin typeface="IBM Plex Sans"/>
              </a:rPr>
              <a:t>1</a:t>
            </a:r>
            <a:r>
              <a:rPr lang="en-BE" sz="1000" b="1" dirty="0">
                <a:latin typeface="IBM Plex Sans"/>
              </a:rPr>
              <a:t>/202</a:t>
            </a:r>
            <a:r>
              <a:rPr lang="en-GB" sz="1000" b="1" dirty="0">
                <a:latin typeface="IBM Plex Sans"/>
              </a:rPr>
              <a:t>3</a:t>
            </a:r>
            <a:r>
              <a:rPr lang="en-BE" sz="1000" b="1" dirty="0">
                <a:latin typeface="IBM Plex Sans"/>
              </a:rPr>
              <a:t> - 12/202</a:t>
            </a:r>
            <a:r>
              <a:rPr lang="en-GB" sz="1000" b="1" dirty="0">
                <a:latin typeface="IBM Plex Sans"/>
              </a:rPr>
              <a:t>5</a:t>
            </a:r>
            <a:r>
              <a:rPr lang="en-BE" sz="1000" b="1" dirty="0">
                <a:latin typeface="IBM Plex Sans"/>
              </a:rPr>
              <a:t> - </a:t>
            </a:r>
            <a:r>
              <a:rPr lang="en-US" sz="1000" b="1" dirty="0">
                <a:latin typeface="IBM Plex Sans"/>
              </a:rPr>
              <a:t>| Delhaize| Power BI Expert</a:t>
            </a:r>
            <a:br>
              <a:rPr lang="en-US" sz="1000" b="1" dirty="0">
                <a:latin typeface="IBM Plex Sans"/>
              </a:rPr>
            </a:br>
            <a:r>
              <a:rPr lang="en-US" sz="850" dirty="0">
                <a:latin typeface="IBM Plex Sans"/>
                <a:ea typeface="Verdana"/>
              </a:rPr>
              <a:t>As</a:t>
            </a:r>
            <a:r>
              <a:rPr lang="en-US" sz="850" dirty="0">
                <a:latin typeface="IBM Plex Sans"/>
                <a:ea typeface="+mn-lt"/>
                <a:cs typeface="+mn-lt"/>
              </a:rPr>
              <a:t> a </a:t>
            </a:r>
            <a:r>
              <a:rPr lang="en-US" sz="900" b="1" dirty="0">
                <a:latin typeface="IBM Plex Sans"/>
              </a:rPr>
              <a:t>Power BI Expert</a:t>
            </a:r>
            <a:r>
              <a:rPr lang="en-US" sz="850" dirty="0">
                <a:latin typeface="IBM Plex Sans"/>
                <a:ea typeface="+mn-lt"/>
                <a:cs typeface="+mn-lt"/>
              </a:rPr>
              <a:t>, Oumar supported the business with functional data analysis and the development, management, and maintenance of reporting solutions. He was responsible for creating Power BI semantic models, interactive dashboards, dataflows, and data-marts, as well as implementing RLS, OLS, and CLS. He also provided operational support by resolving issues and handling incidents. In addition, he contributed to data engineering tasks, including setting up pipelines and notebooks using Microsoft Fabric and Databricks. He has a capacity level admin privileges allowing him to create and manage workspaces , manages its access.</a:t>
            </a:r>
          </a:p>
          <a:p>
            <a:pPr>
              <a:lnSpc>
                <a:spcPct val="113999"/>
              </a:lnSpc>
              <a:defRPr/>
            </a:pPr>
            <a:r>
              <a:rPr lang="en-US" sz="1000" b="1" dirty="0">
                <a:latin typeface="IBM Plex Sans"/>
              </a:rPr>
              <a:t>01/2020</a:t>
            </a:r>
            <a:r>
              <a:rPr lang="en-BE" sz="1000" b="1" dirty="0">
                <a:latin typeface="IBM Plex Sans"/>
              </a:rPr>
              <a:t> - </a:t>
            </a:r>
            <a:r>
              <a:rPr lang="en-US" sz="1000" b="1" dirty="0">
                <a:latin typeface="IBM Plex Sans"/>
              </a:rPr>
              <a:t>12/2022 | AG Insurance  | BI Consultant</a:t>
            </a:r>
            <a:br>
              <a:rPr lang="en-US" b="1" dirty="0">
                <a:latin typeface="IBM Plex Sans"/>
              </a:rPr>
            </a:br>
            <a:r>
              <a:rPr lang="en-US" sz="850" dirty="0">
                <a:latin typeface="IBM Plex Sans"/>
                <a:ea typeface="+mn-lt"/>
                <a:cs typeface="+mn-lt"/>
              </a:rPr>
              <a:t>As a BI Consultant at AG, Oumar worked on several data integration projects for the Risk Division, Security Division, Employee Benefits, Life, Finance, and Daily Operational Support teams. The focus was on extracting data from multiple sources, transforming it, and loading it into dedicated target destinations. This work was delivered using both on-premises Microsoft integration solutions (SSIS, SSRS, SSAS) and Azure cloud platforms (Azure Data Factory, Azure Synapse, ADLS). In addition to ETL/ELT development, Oumar contributed to setting up and managing the analytics layer, including creating data models in SSAS Tabular (BIM model) to prepare reporting. Finally, he created several management reports connecting to both cloud sources (Azure Database, ADLS, Unity Catalog) and on-premises sources (SQL databases, CSV, Excel).</a:t>
            </a:r>
            <a:endParaRPr lang="en-BE" sz="850" dirty="0">
              <a:latin typeface="IBM Plex Sans"/>
              <a:ea typeface="+mn-lt"/>
              <a:cs typeface="+mn-lt"/>
            </a:endParaRPr>
          </a:p>
          <a:p>
            <a:pPr>
              <a:lnSpc>
                <a:spcPct val="113999"/>
              </a:lnSpc>
              <a:defRPr/>
            </a:pPr>
            <a:r>
              <a:rPr lang="en-GB" sz="850" dirty="0">
                <a:latin typeface="IBM Plex Sans"/>
                <a:ea typeface="+mn-lt"/>
                <a:cs typeface="+mn-lt"/>
              </a:rPr>
              <a:t> </a:t>
            </a:r>
            <a:endParaRPr lang="en-US" sz="850" dirty="0">
              <a:latin typeface="IBM Plex Sans"/>
              <a:ea typeface="+mn-lt"/>
              <a:cs typeface="+mn-lt"/>
            </a:endParaRPr>
          </a:p>
          <a:p>
            <a:pPr>
              <a:lnSpc>
                <a:spcPct val="113999"/>
              </a:lnSpc>
              <a:defRPr/>
            </a:pPr>
            <a:r>
              <a:rPr lang="en-US" sz="850" dirty="0">
                <a:latin typeface="IBM Plex Sans"/>
                <a:ea typeface="+mn-lt"/>
                <a:cs typeface="+mn-lt"/>
              </a:rPr>
              <a:t>.</a:t>
            </a:r>
            <a:endParaRPr lang="en-US" sz="850" dirty="0">
              <a:latin typeface="IBM Plex Sans"/>
            </a:endParaRPr>
          </a:p>
        </p:txBody>
      </p:sp>
      <p:sp>
        <p:nvSpPr>
          <p:cNvPr id="9" name="Text Placeholder 5">
            <a:extLst>
              <a:ext uri="{FF2B5EF4-FFF2-40B4-BE49-F238E27FC236}">
                <a16:creationId xmlns:a16="http://schemas.microsoft.com/office/drawing/2014/main" id="{6BECFBE1-AED1-4FFC-A49C-1005CCA01238}"/>
              </a:ext>
            </a:extLst>
          </p:cNvPr>
          <p:cNvSpPr txBox="1">
            <a:spLocks/>
          </p:cNvSpPr>
          <p:nvPr/>
        </p:nvSpPr>
        <p:spPr>
          <a:xfrm>
            <a:off x="149862" y="2728832"/>
            <a:ext cx="4249052" cy="3010245"/>
          </a:xfrm>
          <a:prstGeom prst="rect">
            <a:avLst/>
          </a:prstGeom>
        </p:spPr>
        <p:txBody>
          <a:bodyPr lIns="91440" tIns="45720" rIns="91440" bIns="45720" anchor="t"/>
          <a:lstStyle>
            <a:lvl1pPr algn="l" rtl="0" eaLnBrk="0" fontAlgn="base" hangingPunct="0">
              <a:lnSpc>
                <a:spcPct val="114000"/>
              </a:lnSpc>
              <a:spcBef>
                <a:spcPct val="0"/>
              </a:spcBef>
              <a:spcAft>
                <a:spcPts val="600"/>
              </a:spcAft>
              <a:buFont typeface="Arial" panose="020B0604020202020204" pitchFamily="34" charset="0"/>
              <a:defRPr sz="1000" u="none" kern="1200" baseline="0">
                <a:solidFill>
                  <a:schemeClr val="tx1"/>
                </a:solidFill>
                <a:latin typeface="+mn-lt"/>
                <a:ea typeface="+mn-ea"/>
                <a:cs typeface="+mn-cs"/>
              </a:defRPr>
            </a:lvl1pPr>
            <a:lvl2pPr marL="233363" indent="-228600" algn="l" rtl="0" eaLnBrk="0" fontAlgn="base" hangingPunct="0">
              <a:lnSpc>
                <a:spcPts val="2000"/>
              </a:lnSpc>
              <a:spcBef>
                <a:spcPct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rtl="0" eaLnBrk="0" fontAlgn="base" hangingPunct="0">
              <a:lnSpc>
                <a:spcPts val="1600"/>
              </a:lnSpc>
              <a:spcBef>
                <a:spcPct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rtl="0" eaLnBrk="0" fontAlgn="base" hangingPunct="0">
              <a:lnSpc>
                <a:spcPct val="90000"/>
              </a:lnSpc>
              <a:spcBef>
                <a:spcPct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IBM Plex Sans"/>
                <a:ea typeface="+mn-lt"/>
                <a:cs typeface="+mn-lt"/>
              </a:rPr>
              <a:t>Oumar is an experienced Data &amp; BI Consultant with over 8 years of expertise in data analysis and business intelligence, working across sectors such as Energy, Insurance, and Retail. He combines a strong analytical mindset with solid technical expertise, enabling him to translate complex data into clear, high-performing dashboards and insights that drive business value.</a:t>
            </a:r>
            <a:endParaRPr lang="en-BE" dirty="0">
              <a:latin typeface="IBM Plex Sans"/>
              <a:ea typeface="+mn-lt"/>
              <a:cs typeface="+mn-lt"/>
            </a:endParaRPr>
          </a:p>
          <a:p>
            <a:r>
              <a:rPr lang="en-US" dirty="0">
                <a:latin typeface="IBM Plex Sans"/>
                <a:ea typeface="+mn-lt"/>
                <a:cs typeface="+mn-lt"/>
              </a:rPr>
              <a:t>He brings strong expertise in Power BI, DAX, and Azure, supported by a solid background in data engineering, data management, and end-to-end BI delivery (ETL/ELT). With in-depth knowledge of data modeling and performance optimization, he designs and implements scalable, well-governed BI solutions in Microsoft SQL Server and Azure environments.</a:t>
            </a:r>
            <a:endParaRPr lang="en-BE" dirty="0">
              <a:latin typeface="IBM Plex Sans"/>
              <a:ea typeface="+mn-lt"/>
              <a:cs typeface="+mn-lt"/>
            </a:endParaRPr>
          </a:p>
          <a:p>
            <a:r>
              <a:rPr lang="en-US" dirty="0">
                <a:latin typeface="IBM Plex Sans"/>
                <a:ea typeface="+mn-lt"/>
                <a:cs typeface="+mn-lt"/>
              </a:rPr>
              <a:t>Fluent in Dutch, French, and English, he effectively bridges the gap between business and IT.</a:t>
            </a:r>
            <a:endParaRPr lang="en-BE" dirty="0">
              <a:latin typeface="IBM Plex Sans"/>
              <a:ea typeface="+mn-lt"/>
              <a:cs typeface="+mn-lt"/>
            </a:endParaRPr>
          </a:p>
          <a:p>
            <a:pPr>
              <a:lnSpc>
                <a:spcPct val="113999"/>
              </a:lnSpc>
              <a:defRPr/>
            </a:pPr>
            <a:endParaRPr lang="en-US" dirty="0">
              <a:latin typeface="IBM Plex Sans"/>
              <a:ea typeface="Verdana"/>
            </a:endParaRPr>
          </a:p>
        </p:txBody>
      </p:sp>
      <p:sp>
        <p:nvSpPr>
          <p:cNvPr id="5127" name="TextBox 9">
            <a:extLst>
              <a:ext uri="{FF2B5EF4-FFF2-40B4-BE49-F238E27FC236}">
                <a16:creationId xmlns:a16="http://schemas.microsoft.com/office/drawing/2014/main" id="{D213D54B-0183-47B1-A009-B0F1229F927A}"/>
              </a:ext>
            </a:extLst>
          </p:cNvPr>
          <p:cNvSpPr txBox="1">
            <a:spLocks noChangeArrowheads="1"/>
          </p:cNvSpPr>
          <p:nvPr/>
        </p:nvSpPr>
        <p:spPr bwMode="auto">
          <a:xfrm>
            <a:off x="2424113" y="1352550"/>
            <a:ext cx="11414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nl-NL" altLang="nl-NL" sz="1200" b="1" dirty="0">
                <a:solidFill>
                  <a:schemeClr val="bg1"/>
                </a:solidFill>
                <a:latin typeface="Ubuntu" panose="020B0504030602030204" pitchFamily="34" charset="0"/>
              </a:rPr>
              <a:t>City:</a:t>
            </a:r>
          </a:p>
        </p:txBody>
      </p:sp>
      <p:sp>
        <p:nvSpPr>
          <p:cNvPr id="5128" name="TextBox 12">
            <a:extLst>
              <a:ext uri="{FF2B5EF4-FFF2-40B4-BE49-F238E27FC236}">
                <a16:creationId xmlns:a16="http://schemas.microsoft.com/office/drawing/2014/main" id="{09832D65-5CF7-462B-A22C-CED1932814D2}"/>
              </a:ext>
            </a:extLst>
          </p:cNvPr>
          <p:cNvSpPr txBox="1">
            <a:spLocks noChangeArrowheads="1"/>
          </p:cNvSpPr>
          <p:nvPr/>
        </p:nvSpPr>
        <p:spPr bwMode="auto">
          <a:xfrm>
            <a:off x="2424112" y="1128683"/>
            <a:ext cx="114141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nl-NL" altLang="nl-NL" sz="1200" b="1" dirty="0">
                <a:solidFill>
                  <a:schemeClr val="bg1"/>
                </a:solidFill>
                <a:latin typeface="Ubuntu" panose="020B0504030602030204" pitchFamily="34" charset="0"/>
              </a:rPr>
              <a:t>Unit:</a:t>
            </a:r>
          </a:p>
        </p:txBody>
      </p:sp>
      <p:sp>
        <p:nvSpPr>
          <p:cNvPr id="5129" name="Text Placeholder 5">
            <a:extLst>
              <a:ext uri="{FF2B5EF4-FFF2-40B4-BE49-F238E27FC236}">
                <a16:creationId xmlns:a16="http://schemas.microsoft.com/office/drawing/2014/main" id="{0DBD2BE0-1741-408D-8A1B-BC7CE3708FD8}"/>
              </a:ext>
            </a:extLst>
          </p:cNvPr>
          <p:cNvSpPr txBox="1">
            <a:spLocks noChangeArrowheads="1"/>
          </p:cNvSpPr>
          <p:nvPr/>
        </p:nvSpPr>
        <p:spPr bwMode="auto">
          <a:xfrm>
            <a:off x="2551696" y="372696"/>
            <a:ext cx="62230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Verdana" panose="020B0604030504040204" pitchFamily="34" charset="0"/>
              </a:defRPr>
            </a:lvl1pPr>
            <a:lvl2pPr marL="233363" indent="-228600">
              <a:defRPr>
                <a:solidFill>
                  <a:schemeClr val="tx1"/>
                </a:solidFill>
                <a:latin typeface="Verdana" panose="020B0604030504040204" pitchFamily="34" charset="0"/>
              </a:defRPr>
            </a:lvl2pPr>
            <a:lvl3pPr marL="457200" indent="-223838">
              <a:defRPr>
                <a:solidFill>
                  <a:schemeClr val="tx1"/>
                </a:solidFill>
                <a:latin typeface="Verdana" panose="020B0604030504040204" pitchFamily="34" charset="0"/>
              </a:defRPr>
            </a:lvl3pPr>
            <a:lvl4pPr marL="690563" indent="-233363">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nSpc>
                <a:spcPts val="2200"/>
              </a:lnSpc>
              <a:spcAft>
                <a:spcPts val="600"/>
              </a:spcAft>
            </a:pPr>
            <a:r>
              <a:rPr lang="en-US" altLang="nl-BE" sz="2400" b="1" dirty="0">
                <a:solidFill>
                  <a:schemeClr val="bg1"/>
                </a:solidFill>
                <a:latin typeface="Ubuntu"/>
              </a:rPr>
              <a:t>Oumar Coulibaly</a:t>
            </a:r>
            <a:endParaRPr lang="en-US" dirty="0">
              <a:solidFill>
                <a:schemeClr val="bg1"/>
              </a:solidFill>
            </a:endParaRPr>
          </a:p>
        </p:txBody>
      </p:sp>
      <p:sp>
        <p:nvSpPr>
          <p:cNvPr id="5130" name="Text Placeholder 5">
            <a:extLst>
              <a:ext uri="{FF2B5EF4-FFF2-40B4-BE49-F238E27FC236}">
                <a16:creationId xmlns:a16="http://schemas.microsoft.com/office/drawing/2014/main" id="{1C5C1398-DA85-4B81-A407-5A4ADF2DC734}"/>
              </a:ext>
            </a:extLst>
          </p:cNvPr>
          <p:cNvSpPr txBox="1">
            <a:spLocks noChangeArrowheads="1"/>
          </p:cNvSpPr>
          <p:nvPr/>
        </p:nvSpPr>
        <p:spPr bwMode="auto">
          <a:xfrm>
            <a:off x="2435519" y="639763"/>
            <a:ext cx="6056312"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Verdana" panose="020B0604030504040204" pitchFamily="34" charset="0"/>
              </a:defRPr>
            </a:lvl1pPr>
            <a:lvl2pPr marL="233363" indent="-228600">
              <a:defRPr>
                <a:solidFill>
                  <a:schemeClr val="tx1"/>
                </a:solidFill>
                <a:latin typeface="Verdana" panose="020B0604030504040204" pitchFamily="34" charset="0"/>
              </a:defRPr>
            </a:lvl2pPr>
            <a:lvl3pPr marL="457200" indent="-223838">
              <a:defRPr>
                <a:solidFill>
                  <a:schemeClr val="tx1"/>
                </a:solidFill>
                <a:latin typeface="Verdana" panose="020B0604030504040204" pitchFamily="34" charset="0"/>
              </a:defRPr>
            </a:lvl3pPr>
            <a:lvl4pPr marL="690563" indent="-233363">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lnSpc>
                <a:spcPts val="2200"/>
              </a:lnSpc>
              <a:spcAft>
                <a:spcPts val="600"/>
              </a:spcAft>
            </a:pPr>
            <a:r>
              <a:rPr lang="en-US" altLang="nl-BE" sz="1600" dirty="0">
                <a:solidFill>
                  <a:schemeClr val="bg1"/>
                </a:solidFill>
                <a:latin typeface="Ubuntu"/>
              </a:rPr>
              <a:t>BI Analyst  Developer- Data Analyst /Data Engineer</a:t>
            </a:r>
            <a:endParaRPr lang="en-US" altLang="nl-BE" sz="1600" dirty="0">
              <a:solidFill>
                <a:schemeClr val="bg1"/>
              </a:solidFill>
              <a:latin typeface="Ubuntu" panose="020B0504030602030204" pitchFamily="34" charset="0"/>
            </a:endParaRPr>
          </a:p>
        </p:txBody>
      </p:sp>
      <p:sp>
        <p:nvSpPr>
          <p:cNvPr id="5131" name="Text Placeholder 5">
            <a:extLst>
              <a:ext uri="{FF2B5EF4-FFF2-40B4-BE49-F238E27FC236}">
                <a16:creationId xmlns:a16="http://schemas.microsoft.com/office/drawing/2014/main" id="{6F57E25C-15BC-4653-AA9F-1B343DD3EBE6}"/>
              </a:ext>
            </a:extLst>
          </p:cNvPr>
          <p:cNvSpPr txBox="1">
            <a:spLocks noChangeArrowheads="1"/>
          </p:cNvSpPr>
          <p:nvPr/>
        </p:nvSpPr>
        <p:spPr bwMode="auto">
          <a:xfrm>
            <a:off x="3475038" y="1302464"/>
            <a:ext cx="2373313"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233363" indent="-228600">
              <a:defRPr>
                <a:solidFill>
                  <a:schemeClr val="tx1"/>
                </a:solidFill>
                <a:latin typeface="Verdana" panose="020B0604030504040204" pitchFamily="34" charset="0"/>
              </a:defRPr>
            </a:lvl2pPr>
            <a:lvl3pPr marL="457200" indent="-223838">
              <a:defRPr>
                <a:solidFill>
                  <a:schemeClr val="tx1"/>
                </a:solidFill>
                <a:latin typeface="Verdana" panose="020B0604030504040204" pitchFamily="34" charset="0"/>
              </a:defRPr>
            </a:lvl3pPr>
            <a:lvl4pPr marL="690563" indent="-233363">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nSpc>
                <a:spcPts val="2200"/>
              </a:lnSpc>
              <a:spcAft>
                <a:spcPts val="600"/>
              </a:spcAft>
              <a:buFont typeface="Arial" panose="020B0604020202020204" pitchFamily="34" charset="0"/>
              <a:buNone/>
            </a:pPr>
            <a:r>
              <a:rPr lang="en-US" altLang="nl-BE" sz="1200" b="1" dirty="0">
                <a:solidFill>
                  <a:schemeClr val="bg1"/>
                </a:solidFill>
                <a:latin typeface="Ubuntu" panose="020B0504030602030204" pitchFamily="34" charset="0"/>
              </a:rPr>
              <a:t>Brussels</a:t>
            </a:r>
            <a:endParaRPr lang="en-US" altLang="nl-BE" sz="1100" b="1" dirty="0">
              <a:solidFill>
                <a:schemeClr val="bg1"/>
              </a:solidFill>
              <a:latin typeface="Ubuntu" panose="020B0504030602030204" pitchFamily="34" charset="0"/>
            </a:endParaRPr>
          </a:p>
        </p:txBody>
      </p:sp>
      <p:sp>
        <p:nvSpPr>
          <p:cNvPr id="5133" name="Text Placeholder 5">
            <a:extLst>
              <a:ext uri="{FF2B5EF4-FFF2-40B4-BE49-F238E27FC236}">
                <a16:creationId xmlns:a16="http://schemas.microsoft.com/office/drawing/2014/main" id="{5899D19A-30F2-48B4-9414-BAFF8CC9C6E7}"/>
              </a:ext>
            </a:extLst>
          </p:cNvPr>
          <p:cNvSpPr txBox="1">
            <a:spLocks noChangeArrowheads="1"/>
          </p:cNvSpPr>
          <p:nvPr/>
        </p:nvSpPr>
        <p:spPr bwMode="auto">
          <a:xfrm>
            <a:off x="3475300" y="1074717"/>
            <a:ext cx="2373312"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defRPr>
            </a:lvl1pPr>
            <a:lvl2pPr marL="233363" indent="-228600">
              <a:defRPr>
                <a:solidFill>
                  <a:schemeClr val="tx1"/>
                </a:solidFill>
                <a:latin typeface="Verdana" panose="020B0604030504040204" pitchFamily="34" charset="0"/>
              </a:defRPr>
            </a:lvl2pPr>
            <a:lvl3pPr marL="457200" indent="-223838">
              <a:defRPr>
                <a:solidFill>
                  <a:schemeClr val="tx1"/>
                </a:solidFill>
                <a:latin typeface="Verdana" panose="020B0604030504040204" pitchFamily="34" charset="0"/>
              </a:defRPr>
            </a:lvl3pPr>
            <a:lvl4pPr marL="690563" indent="-233363">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nSpc>
                <a:spcPts val="2200"/>
              </a:lnSpc>
              <a:spcAft>
                <a:spcPts val="600"/>
              </a:spcAft>
              <a:buFont typeface="Arial" panose="020B0604020202020204" pitchFamily="34" charset="0"/>
              <a:buNone/>
            </a:pPr>
            <a:r>
              <a:rPr lang="en-US" altLang="nl-BE" sz="1200" b="1" dirty="0">
                <a:solidFill>
                  <a:schemeClr val="bg1"/>
                </a:solidFill>
                <a:latin typeface="Ubuntu" panose="020B0504030602030204" pitchFamily="34" charset="0"/>
              </a:rPr>
              <a:t>Projects &amp; Analysis </a:t>
            </a:r>
          </a:p>
        </p:txBody>
      </p:sp>
      <p:sp>
        <p:nvSpPr>
          <p:cNvPr id="5134" name="TextBox 20">
            <a:extLst>
              <a:ext uri="{FF2B5EF4-FFF2-40B4-BE49-F238E27FC236}">
                <a16:creationId xmlns:a16="http://schemas.microsoft.com/office/drawing/2014/main" id="{CF6BA87E-2BF8-49B9-80BA-CE538C5364CA}"/>
              </a:ext>
            </a:extLst>
          </p:cNvPr>
          <p:cNvSpPr txBox="1">
            <a:spLocks noChangeArrowheads="1"/>
          </p:cNvSpPr>
          <p:nvPr/>
        </p:nvSpPr>
        <p:spPr bwMode="auto">
          <a:xfrm>
            <a:off x="9262507" y="5194978"/>
            <a:ext cx="2914235"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n-US" altLang="nl-NL" sz="1600" b="1" dirty="0">
                <a:solidFill>
                  <a:srgbClr val="0070AD"/>
                </a:solidFill>
                <a:latin typeface="IBM Plex Sans"/>
              </a:rPr>
              <a:t>Languages</a:t>
            </a:r>
            <a:br>
              <a:rPr lang="en-US" altLang="nl-NL" sz="500" b="1" dirty="0">
                <a:latin typeface="IBM Plex Sans"/>
              </a:rPr>
            </a:br>
            <a:br>
              <a:rPr lang="en-US" altLang="nl-NL" sz="500" b="1" dirty="0">
                <a:latin typeface="IBM Plex Sans"/>
              </a:rPr>
            </a:br>
            <a:r>
              <a:rPr lang="en-US" altLang="nl-NL" sz="1000" dirty="0">
                <a:latin typeface="IBM Plex Sans"/>
              </a:rPr>
              <a:t>French</a:t>
            </a:r>
          </a:p>
          <a:p>
            <a:pPr eaLnBrk="1" hangingPunct="1"/>
            <a:r>
              <a:rPr lang="en-US" altLang="nl-NL" sz="1000" dirty="0">
                <a:latin typeface="IBM Plex Sans"/>
              </a:rPr>
              <a:t>English</a:t>
            </a:r>
          </a:p>
          <a:p>
            <a:pPr eaLnBrk="1" hangingPunct="1"/>
            <a:r>
              <a:rPr lang="en-US" altLang="nl-NL" sz="1000" dirty="0">
                <a:latin typeface="IBM Plex Sans"/>
              </a:rPr>
              <a:t>Dutch</a:t>
            </a:r>
          </a:p>
        </p:txBody>
      </p:sp>
      <p:sp>
        <p:nvSpPr>
          <p:cNvPr id="24" name="Oval 23">
            <a:extLst>
              <a:ext uri="{FF2B5EF4-FFF2-40B4-BE49-F238E27FC236}">
                <a16:creationId xmlns:a16="http://schemas.microsoft.com/office/drawing/2014/main" id="{D9D7DD31-6510-467F-80F0-AA800F319A46}"/>
              </a:ext>
            </a:extLst>
          </p:cNvPr>
          <p:cNvSpPr/>
          <p:nvPr/>
        </p:nvSpPr>
        <p:spPr>
          <a:xfrm>
            <a:off x="10414219" y="5581915"/>
            <a:ext cx="10160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25" name="Oval 24">
            <a:extLst>
              <a:ext uri="{FF2B5EF4-FFF2-40B4-BE49-F238E27FC236}">
                <a16:creationId xmlns:a16="http://schemas.microsoft.com/office/drawing/2014/main" id="{EE245299-62C7-4CE6-9B1B-16684A593C6A}"/>
              </a:ext>
            </a:extLst>
          </p:cNvPr>
          <p:cNvSpPr/>
          <p:nvPr/>
        </p:nvSpPr>
        <p:spPr>
          <a:xfrm>
            <a:off x="10565032" y="5581915"/>
            <a:ext cx="10160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26" name="Oval 25">
            <a:extLst>
              <a:ext uri="{FF2B5EF4-FFF2-40B4-BE49-F238E27FC236}">
                <a16:creationId xmlns:a16="http://schemas.microsoft.com/office/drawing/2014/main" id="{3C4E802D-9482-40E5-82BB-B27EBAD64AF0}"/>
              </a:ext>
            </a:extLst>
          </p:cNvPr>
          <p:cNvSpPr/>
          <p:nvPr/>
        </p:nvSpPr>
        <p:spPr>
          <a:xfrm>
            <a:off x="10715844" y="5581915"/>
            <a:ext cx="103188"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27" name="Oval 26">
            <a:extLst>
              <a:ext uri="{FF2B5EF4-FFF2-40B4-BE49-F238E27FC236}">
                <a16:creationId xmlns:a16="http://schemas.microsoft.com/office/drawing/2014/main" id="{35FC7250-A67A-462E-846A-7003CA74E12A}"/>
              </a:ext>
            </a:extLst>
          </p:cNvPr>
          <p:cNvSpPr/>
          <p:nvPr/>
        </p:nvSpPr>
        <p:spPr>
          <a:xfrm>
            <a:off x="10866657" y="5581915"/>
            <a:ext cx="103187"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28" name="Oval 27">
            <a:extLst>
              <a:ext uri="{FF2B5EF4-FFF2-40B4-BE49-F238E27FC236}">
                <a16:creationId xmlns:a16="http://schemas.microsoft.com/office/drawing/2014/main" id="{88C0C903-107D-436B-AA96-104AB14F522D}"/>
              </a:ext>
            </a:extLst>
          </p:cNvPr>
          <p:cNvSpPr/>
          <p:nvPr/>
        </p:nvSpPr>
        <p:spPr>
          <a:xfrm>
            <a:off x="11017469" y="5581915"/>
            <a:ext cx="103188"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34" name="Oval 33">
            <a:extLst>
              <a:ext uri="{FF2B5EF4-FFF2-40B4-BE49-F238E27FC236}">
                <a16:creationId xmlns:a16="http://schemas.microsoft.com/office/drawing/2014/main" id="{7C37ED29-7EC0-4AB4-8B77-61EE8F52A427}"/>
              </a:ext>
            </a:extLst>
          </p:cNvPr>
          <p:cNvSpPr/>
          <p:nvPr/>
        </p:nvSpPr>
        <p:spPr>
          <a:xfrm>
            <a:off x="10414219" y="5896240"/>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35" name="Oval 34">
            <a:extLst>
              <a:ext uri="{FF2B5EF4-FFF2-40B4-BE49-F238E27FC236}">
                <a16:creationId xmlns:a16="http://schemas.microsoft.com/office/drawing/2014/main" id="{D474A36A-1EEE-4F26-9380-06FC82DD4308}"/>
              </a:ext>
            </a:extLst>
          </p:cNvPr>
          <p:cNvSpPr/>
          <p:nvPr/>
        </p:nvSpPr>
        <p:spPr>
          <a:xfrm>
            <a:off x="10565032" y="5896240"/>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36" name="Oval 35">
            <a:extLst>
              <a:ext uri="{FF2B5EF4-FFF2-40B4-BE49-F238E27FC236}">
                <a16:creationId xmlns:a16="http://schemas.microsoft.com/office/drawing/2014/main" id="{F577272A-C2E1-4503-BD3F-5709F78A1305}"/>
              </a:ext>
            </a:extLst>
          </p:cNvPr>
          <p:cNvSpPr/>
          <p:nvPr/>
        </p:nvSpPr>
        <p:spPr>
          <a:xfrm>
            <a:off x="10715844" y="5896240"/>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37" name="Oval 36">
            <a:extLst>
              <a:ext uri="{FF2B5EF4-FFF2-40B4-BE49-F238E27FC236}">
                <a16:creationId xmlns:a16="http://schemas.microsoft.com/office/drawing/2014/main" id="{55CAC8AA-EF3C-4BC1-B7E7-C1E24337F200}"/>
              </a:ext>
            </a:extLst>
          </p:cNvPr>
          <p:cNvSpPr/>
          <p:nvPr/>
        </p:nvSpPr>
        <p:spPr>
          <a:xfrm>
            <a:off x="10866657" y="5896240"/>
            <a:ext cx="103187"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38" name="Oval 37">
            <a:extLst>
              <a:ext uri="{FF2B5EF4-FFF2-40B4-BE49-F238E27FC236}">
                <a16:creationId xmlns:a16="http://schemas.microsoft.com/office/drawing/2014/main" id="{5A3971DB-5F0C-44E9-806E-F489373D85DE}"/>
              </a:ext>
            </a:extLst>
          </p:cNvPr>
          <p:cNvSpPr/>
          <p:nvPr/>
        </p:nvSpPr>
        <p:spPr>
          <a:xfrm>
            <a:off x="11017469" y="5896240"/>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5148" name="TextBox 20">
            <a:extLst>
              <a:ext uri="{FF2B5EF4-FFF2-40B4-BE49-F238E27FC236}">
                <a16:creationId xmlns:a16="http://schemas.microsoft.com/office/drawing/2014/main" id="{91EBAC55-54B1-48DD-AA5A-2A8D518FF43C}"/>
              </a:ext>
            </a:extLst>
          </p:cNvPr>
          <p:cNvSpPr txBox="1">
            <a:spLocks noChangeArrowheads="1"/>
          </p:cNvSpPr>
          <p:nvPr/>
        </p:nvSpPr>
        <p:spPr bwMode="auto">
          <a:xfrm>
            <a:off x="9215286" y="3171127"/>
            <a:ext cx="2914235"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n-US" altLang="nl-NL" sz="1600" b="1" dirty="0">
                <a:solidFill>
                  <a:srgbClr val="0070AD"/>
                </a:solidFill>
                <a:latin typeface="IBM Plex Sans"/>
              </a:rPr>
              <a:t>Education and Certificates</a:t>
            </a:r>
          </a:p>
          <a:p>
            <a:pPr eaLnBrk="1" hangingPunct="1"/>
            <a:endParaRPr lang="en-US" altLang="nl-NL" sz="500" b="1" dirty="0">
              <a:solidFill>
                <a:srgbClr val="0070AD"/>
              </a:solidFill>
              <a:latin typeface="IBM Plex Sans"/>
            </a:endParaRPr>
          </a:p>
          <a:p>
            <a:pPr eaLnBrk="1" hangingPunct="1"/>
            <a:r>
              <a:rPr lang="en-US" sz="900" dirty="0">
                <a:latin typeface="IBM Plex Sans"/>
                <a:ea typeface="Verdana"/>
              </a:rPr>
              <a:t>DP-700: Microsoft Fabric </a:t>
            </a:r>
            <a:r>
              <a:rPr lang="en-GB" sz="900" dirty="0">
                <a:latin typeface="IBM Plex Sans"/>
                <a:ea typeface="Verdana"/>
              </a:rPr>
              <a:t>Data Engineer 2025</a:t>
            </a:r>
            <a:endParaRPr lang="en-US" sz="900" dirty="0">
              <a:latin typeface="IBM Plex Sans"/>
              <a:ea typeface="Verdana"/>
            </a:endParaRPr>
          </a:p>
          <a:p>
            <a:pPr eaLnBrk="1" hangingPunct="1"/>
            <a:r>
              <a:rPr lang="en-US" sz="900" dirty="0">
                <a:latin typeface="IBM Plex Sans"/>
                <a:ea typeface="Verdana"/>
              </a:rPr>
              <a:t>DP-600: Microsoft Fabric Analytics Engineer</a:t>
            </a:r>
            <a:r>
              <a:rPr lang="en-GB" sz="900" dirty="0">
                <a:latin typeface="IBM Plex Sans"/>
                <a:ea typeface="Verdana"/>
              </a:rPr>
              <a:t> 2024</a:t>
            </a:r>
            <a:endParaRPr lang="en-US" sz="900" dirty="0">
              <a:latin typeface="IBM Plex Sans"/>
              <a:ea typeface="Verdana"/>
            </a:endParaRPr>
          </a:p>
          <a:p>
            <a:pPr eaLnBrk="1" hangingPunct="1"/>
            <a:r>
              <a:rPr lang="en-US" sz="900" dirty="0">
                <a:latin typeface="IBM Plex Sans"/>
                <a:ea typeface="Verdana"/>
              </a:rPr>
              <a:t>DA-100: Analyzing Data  Microsoft Power BI </a:t>
            </a:r>
            <a:r>
              <a:rPr lang="en-GB" sz="900" dirty="0">
                <a:latin typeface="IBM Plex Sans"/>
                <a:ea typeface="Verdana"/>
              </a:rPr>
              <a:t>2022</a:t>
            </a:r>
            <a:endParaRPr lang="en-US" sz="900" dirty="0">
              <a:latin typeface="IBM Plex Sans"/>
              <a:ea typeface="Verdana"/>
            </a:endParaRPr>
          </a:p>
          <a:p>
            <a:pPr eaLnBrk="1" hangingPunct="1"/>
            <a:r>
              <a:rPr lang="en-US" sz="900" dirty="0">
                <a:latin typeface="IBM Plex Sans"/>
                <a:ea typeface="Verdana"/>
              </a:rPr>
              <a:t>DP-203: Data Engineering on MS Azure</a:t>
            </a:r>
            <a:r>
              <a:rPr lang="en-GB" sz="900" dirty="0">
                <a:latin typeface="IBM Plex Sans"/>
                <a:ea typeface="Verdana"/>
              </a:rPr>
              <a:t> 2021</a:t>
            </a:r>
            <a:endParaRPr lang="en-US" altLang="nl-NL" sz="500" b="1" dirty="0">
              <a:solidFill>
                <a:srgbClr val="0070AD"/>
              </a:solidFill>
              <a:latin typeface="IBM Plex Sans"/>
            </a:endParaRPr>
          </a:p>
          <a:p>
            <a:r>
              <a:rPr lang="en-US" sz="900" dirty="0">
                <a:latin typeface="IBM Plex Sans"/>
                <a:ea typeface="Verdana"/>
              </a:rPr>
              <a:t>Querying Microsoft SQL Server</a:t>
            </a:r>
            <a:r>
              <a:rPr lang="en-GB" sz="900" dirty="0">
                <a:latin typeface="IBM Plex Sans"/>
                <a:ea typeface="Verdana"/>
              </a:rPr>
              <a:t> 2017</a:t>
            </a:r>
          </a:p>
          <a:p>
            <a:r>
              <a:rPr lang="en-GB" sz="900" dirty="0">
                <a:latin typeface="IBM Plex Sans"/>
                <a:ea typeface="Verdana"/>
              </a:rPr>
              <a:t>Bachelor Business IT and Management</a:t>
            </a:r>
            <a:endParaRPr lang="en-BE" sz="900" dirty="0">
              <a:latin typeface="IBM Plex Sans"/>
              <a:ea typeface="Verdana"/>
            </a:endParaRPr>
          </a:p>
          <a:p>
            <a:r>
              <a:rPr lang="en-GB" sz="900" dirty="0">
                <a:latin typeface="IBM Plex Sans"/>
                <a:ea typeface="Verdana"/>
              </a:rPr>
              <a:t>High    School | 2012 – 2017</a:t>
            </a:r>
            <a:br>
              <a:rPr lang="en-US" altLang="nl-NL" sz="900" dirty="0">
                <a:latin typeface="IBM Plex Sans"/>
                <a:ea typeface="Verdana"/>
              </a:rPr>
            </a:br>
            <a:r>
              <a:rPr lang="en-GB" sz="900" dirty="0">
                <a:latin typeface="IBM Plex Sans"/>
                <a:ea typeface="Verdana"/>
              </a:rPr>
              <a:t>State Exam program 2 | 2010 – 2012</a:t>
            </a:r>
            <a:endParaRPr lang="en-BE" sz="900" dirty="0">
              <a:latin typeface="IBM Plex Sans"/>
              <a:ea typeface="Verdana"/>
            </a:endParaRPr>
          </a:p>
          <a:p>
            <a:r>
              <a:rPr lang="en-GB" sz="900" dirty="0">
                <a:latin typeface="IBM Plex Sans"/>
                <a:ea typeface="Verdana"/>
              </a:rPr>
              <a:t>Economics and Management Sciences,</a:t>
            </a:r>
            <a:endParaRPr lang="en-BE" sz="900" dirty="0">
              <a:latin typeface="IBM Plex Sans"/>
              <a:ea typeface="Verdana"/>
            </a:endParaRPr>
          </a:p>
          <a:p>
            <a:r>
              <a:rPr lang="en-GB" sz="900" dirty="0">
                <a:latin typeface="IBM Plex Sans"/>
                <a:ea typeface="Verdana"/>
              </a:rPr>
              <a:t>Cote D’Ivoire | 2008 – 2010</a:t>
            </a:r>
            <a:r>
              <a:rPr lang="en-US" altLang="nl-NL" sz="1000" b="1" dirty="0">
                <a:latin typeface="IBM Plex Sans"/>
              </a:rPr>
              <a:t>​</a:t>
            </a:r>
          </a:p>
        </p:txBody>
      </p:sp>
      <p:sp>
        <p:nvSpPr>
          <p:cNvPr id="5149" name="TextBox 20">
            <a:extLst>
              <a:ext uri="{FF2B5EF4-FFF2-40B4-BE49-F238E27FC236}">
                <a16:creationId xmlns:a16="http://schemas.microsoft.com/office/drawing/2014/main" id="{1FF314AE-0EB4-48BA-856B-B1089705AA3F}"/>
              </a:ext>
            </a:extLst>
          </p:cNvPr>
          <p:cNvSpPr txBox="1">
            <a:spLocks noChangeArrowheads="1"/>
          </p:cNvSpPr>
          <p:nvPr/>
        </p:nvSpPr>
        <p:spPr bwMode="auto">
          <a:xfrm>
            <a:off x="9258726" y="870497"/>
            <a:ext cx="2914236" cy="2508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n-US" altLang="nl-NL" sz="1600" b="1" dirty="0">
                <a:solidFill>
                  <a:srgbClr val="0070AD"/>
                </a:solidFill>
                <a:latin typeface="IBM Plex Sans"/>
              </a:rPr>
              <a:t>Skills</a:t>
            </a:r>
            <a:endParaRPr lang="en-US" altLang="nl-NL" sz="1600" dirty="0">
              <a:latin typeface="IBM Plex Sans"/>
            </a:endParaRPr>
          </a:p>
          <a:p>
            <a:endParaRPr lang="en-US" altLang="nl-NL" sz="500" dirty="0">
              <a:latin typeface="IBM Plex Sans"/>
            </a:endParaRPr>
          </a:p>
          <a:p>
            <a:r>
              <a:rPr lang="en-US" altLang="nl-NL" sz="900" dirty="0">
                <a:latin typeface="IBM Plex Sans"/>
                <a:ea typeface="Verdana"/>
              </a:rPr>
              <a:t>Analytical Thinking</a:t>
            </a:r>
            <a:br>
              <a:rPr lang="en-US" altLang="nl-NL" sz="900" dirty="0">
                <a:latin typeface="IBM Plex Sans"/>
                <a:ea typeface="Verdana"/>
              </a:rPr>
            </a:br>
            <a:r>
              <a:rPr lang="en-US" altLang="nl-NL" sz="900" dirty="0">
                <a:latin typeface="IBM Plex Sans"/>
                <a:ea typeface="Verdana"/>
              </a:rPr>
              <a:t>Technical Analysis</a:t>
            </a:r>
            <a:br>
              <a:rPr lang="en-US" altLang="nl-NL" sz="900" dirty="0">
                <a:latin typeface="IBM Plex Sans"/>
                <a:ea typeface="Verdana"/>
              </a:rPr>
            </a:br>
            <a:r>
              <a:rPr lang="en-US" altLang="nl-NL" sz="900" dirty="0">
                <a:latin typeface="IBM Plex Sans"/>
                <a:ea typeface="Verdana"/>
              </a:rPr>
              <a:t>Pipeline development</a:t>
            </a:r>
          </a:p>
          <a:p>
            <a:r>
              <a:rPr lang="en-US" altLang="nl-NL" sz="900" dirty="0">
                <a:latin typeface="IBM Plex Sans"/>
                <a:ea typeface="Verdana"/>
              </a:rPr>
              <a:t>Notebooks development </a:t>
            </a:r>
          </a:p>
          <a:p>
            <a:r>
              <a:rPr lang="en-US" altLang="nl-NL" sz="900" dirty="0">
                <a:latin typeface="IBM Plex Sans"/>
                <a:ea typeface="Verdana"/>
              </a:rPr>
              <a:t>Data flows development </a:t>
            </a:r>
          </a:p>
          <a:p>
            <a:r>
              <a:rPr lang="en-US" altLang="nl-NL" sz="900" dirty="0">
                <a:latin typeface="IBM Plex Sans"/>
                <a:ea typeface="Verdana"/>
              </a:rPr>
              <a:t>Power App </a:t>
            </a:r>
          </a:p>
          <a:p>
            <a:r>
              <a:rPr lang="en-US" altLang="nl-NL" sz="900" dirty="0">
                <a:latin typeface="IBM Plex Sans"/>
                <a:ea typeface="Verdana"/>
              </a:rPr>
              <a:t>Logic Apps</a:t>
            </a:r>
          </a:p>
          <a:p>
            <a:r>
              <a:rPr lang="en-US" altLang="nl-NL" sz="900" dirty="0">
                <a:latin typeface="IBM Plex Sans"/>
                <a:ea typeface="Verdana"/>
              </a:rPr>
              <a:t>Azure Functions</a:t>
            </a:r>
          </a:p>
          <a:p>
            <a:r>
              <a:rPr lang="en-US" altLang="nl-NL" sz="900" dirty="0">
                <a:latin typeface="IBM Plex Sans"/>
                <a:ea typeface="Verdana"/>
              </a:rPr>
              <a:t>T-SQL/Pythons/DAX/Power Query /M language</a:t>
            </a:r>
          </a:p>
          <a:p>
            <a:r>
              <a:rPr lang="en-US" altLang="nl-NL" sz="900" dirty="0">
                <a:latin typeface="IBM Plex Sans"/>
                <a:ea typeface="Verdana"/>
              </a:rPr>
              <a:t>MS Fabric /Power Bi workspace Administration</a:t>
            </a:r>
            <a:br>
              <a:rPr lang="en-US" altLang="nl-NL" sz="900" dirty="0">
                <a:latin typeface="IBM Plex Sans"/>
                <a:ea typeface="Verdana"/>
              </a:rPr>
            </a:br>
            <a:r>
              <a:rPr lang="en-US" altLang="nl-NL" sz="900" dirty="0">
                <a:latin typeface="IBM Plex Sans"/>
                <a:ea typeface="Verdana"/>
              </a:rPr>
              <a:t>Business process automation (Power automate)</a:t>
            </a:r>
            <a:br>
              <a:rPr lang="en-US" altLang="nl-NL" sz="900" dirty="0">
                <a:latin typeface="IBM Plex Sans"/>
                <a:ea typeface="Verdana"/>
              </a:rPr>
            </a:br>
            <a:r>
              <a:rPr lang="en-US" altLang="nl-NL" sz="900" dirty="0">
                <a:latin typeface="IBM Plex Sans"/>
                <a:ea typeface="Verdana"/>
              </a:rPr>
              <a:t>Manual testing</a:t>
            </a:r>
            <a:br>
              <a:rPr lang="en-US" altLang="nl-NL" sz="900" dirty="0">
                <a:latin typeface="IBM Plex Sans"/>
                <a:ea typeface="Verdana"/>
              </a:rPr>
            </a:br>
            <a:r>
              <a:rPr lang="en-US" altLang="nl-NL" sz="900" dirty="0">
                <a:latin typeface="IBM Plex Sans"/>
                <a:ea typeface="Verdana"/>
              </a:rPr>
              <a:t>Automation testing (using </a:t>
            </a:r>
            <a:r>
              <a:rPr lang="en-US" altLang="nl-NL" sz="900" dirty="0" err="1">
                <a:latin typeface="IBM Plex Sans"/>
                <a:ea typeface="Verdana"/>
              </a:rPr>
              <a:t>dbt</a:t>
            </a:r>
            <a:r>
              <a:rPr lang="en-US" altLang="nl-NL" sz="900" dirty="0">
                <a:latin typeface="IBM Plex Sans"/>
                <a:ea typeface="Verdana"/>
              </a:rPr>
              <a:t>)</a:t>
            </a:r>
          </a:p>
          <a:p>
            <a:r>
              <a:rPr lang="en-US" altLang="nl-NL" sz="900" dirty="0">
                <a:latin typeface="IBM Plex Sans"/>
                <a:ea typeface="Verdana"/>
              </a:rPr>
              <a:t>CI/CD Git and Devops</a:t>
            </a:r>
          </a:p>
          <a:p>
            <a:endParaRPr lang="en-US" altLang="nl-NL" sz="1000" dirty="0">
              <a:latin typeface="IBM Plex Sans"/>
              <a:ea typeface="Verdana"/>
            </a:endParaRPr>
          </a:p>
        </p:txBody>
      </p:sp>
      <p:sp>
        <p:nvSpPr>
          <p:cNvPr id="5150" name="TextBox 20">
            <a:extLst>
              <a:ext uri="{FF2B5EF4-FFF2-40B4-BE49-F238E27FC236}">
                <a16:creationId xmlns:a16="http://schemas.microsoft.com/office/drawing/2014/main" id="{504C0D80-929E-4A69-9E62-677E6462E58B}"/>
              </a:ext>
            </a:extLst>
          </p:cNvPr>
          <p:cNvSpPr txBox="1">
            <a:spLocks noChangeArrowheads="1"/>
          </p:cNvSpPr>
          <p:nvPr/>
        </p:nvSpPr>
        <p:spPr bwMode="auto">
          <a:xfrm>
            <a:off x="9234889" y="39500"/>
            <a:ext cx="20833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r>
              <a:rPr lang="en-US" altLang="nl-NL" sz="1600" b="1" dirty="0">
                <a:solidFill>
                  <a:srgbClr val="0070AD"/>
                </a:solidFill>
                <a:latin typeface="IBM Plex Sans"/>
              </a:rPr>
              <a:t>Roles</a:t>
            </a:r>
            <a:endParaRPr lang="en-US" altLang="nl-NL" sz="1600" dirty="0">
              <a:latin typeface="IBM Plex Sans"/>
            </a:endParaRPr>
          </a:p>
          <a:p>
            <a:endParaRPr lang="en-US" altLang="nl-NL" sz="500" dirty="0">
              <a:latin typeface="IBM Plex Sans"/>
            </a:endParaRPr>
          </a:p>
          <a:p>
            <a:r>
              <a:rPr lang="en-GB" altLang="nl-NL" sz="900" dirty="0">
                <a:latin typeface="IBM Plex Sans"/>
                <a:ea typeface="Verdana"/>
              </a:rPr>
              <a:t>Data Analyst</a:t>
            </a:r>
            <a:endParaRPr lang="en-BE" altLang="nl-NL" sz="900" dirty="0">
              <a:latin typeface="IBM Plex Sans"/>
              <a:ea typeface="Verdana"/>
            </a:endParaRPr>
          </a:p>
          <a:p>
            <a:r>
              <a:rPr lang="en-GB" altLang="nl-NL" sz="900" dirty="0">
                <a:latin typeface="IBM Plex Sans"/>
                <a:ea typeface="Verdana"/>
              </a:rPr>
              <a:t>Data Engineer</a:t>
            </a:r>
            <a:r>
              <a:rPr lang="en-US" altLang="nl-NL" sz="900" dirty="0">
                <a:latin typeface="IBM Plex Sans"/>
                <a:ea typeface="Verdana"/>
              </a:rPr>
              <a:t>	</a:t>
            </a:r>
            <a:endParaRPr lang="en-US" sz="1600" dirty="0">
              <a:latin typeface="IBM Plex Sans"/>
            </a:endParaRPr>
          </a:p>
          <a:p>
            <a:r>
              <a:rPr lang="en-US" altLang="nl-NL" sz="900" dirty="0">
                <a:latin typeface="IBM Plex Sans"/>
                <a:ea typeface="Verdana"/>
              </a:rPr>
              <a:t>BI Analyst Developer</a:t>
            </a:r>
          </a:p>
        </p:txBody>
      </p:sp>
      <p:sp>
        <p:nvSpPr>
          <p:cNvPr id="57" name="Oval 56">
            <a:extLst>
              <a:ext uri="{FF2B5EF4-FFF2-40B4-BE49-F238E27FC236}">
                <a16:creationId xmlns:a16="http://schemas.microsoft.com/office/drawing/2014/main" id="{03AA8942-48FB-46AD-AB39-2269A4283375}"/>
              </a:ext>
            </a:extLst>
          </p:cNvPr>
          <p:cNvSpPr/>
          <p:nvPr/>
        </p:nvSpPr>
        <p:spPr>
          <a:xfrm>
            <a:off x="10414219" y="573907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58" name="Oval 57">
            <a:extLst>
              <a:ext uri="{FF2B5EF4-FFF2-40B4-BE49-F238E27FC236}">
                <a16:creationId xmlns:a16="http://schemas.microsoft.com/office/drawing/2014/main" id="{B1372E4C-3493-448C-B991-1F0AD6D44A97}"/>
              </a:ext>
            </a:extLst>
          </p:cNvPr>
          <p:cNvSpPr/>
          <p:nvPr/>
        </p:nvSpPr>
        <p:spPr>
          <a:xfrm>
            <a:off x="10565032" y="573907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59" name="Oval 58">
            <a:extLst>
              <a:ext uri="{FF2B5EF4-FFF2-40B4-BE49-F238E27FC236}">
                <a16:creationId xmlns:a16="http://schemas.microsoft.com/office/drawing/2014/main" id="{1E4B4E7D-5907-45BA-BCAB-8008EF341E8A}"/>
              </a:ext>
            </a:extLst>
          </p:cNvPr>
          <p:cNvSpPr/>
          <p:nvPr/>
        </p:nvSpPr>
        <p:spPr>
          <a:xfrm>
            <a:off x="10715844" y="5739077"/>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60" name="Oval 59">
            <a:extLst>
              <a:ext uri="{FF2B5EF4-FFF2-40B4-BE49-F238E27FC236}">
                <a16:creationId xmlns:a16="http://schemas.microsoft.com/office/drawing/2014/main" id="{A4C6DC54-C96A-4D21-B5A3-379ABFA9C806}"/>
              </a:ext>
            </a:extLst>
          </p:cNvPr>
          <p:cNvSpPr/>
          <p:nvPr/>
        </p:nvSpPr>
        <p:spPr>
          <a:xfrm>
            <a:off x="10866657" y="5739077"/>
            <a:ext cx="103187"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61" name="Oval 60">
            <a:extLst>
              <a:ext uri="{FF2B5EF4-FFF2-40B4-BE49-F238E27FC236}">
                <a16:creationId xmlns:a16="http://schemas.microsoft.com/office/drawing/2014/main" id="{E098F352-0201-421E-BE5C-529C4AECE601}"/>
              </a:ext>
            </a:extLst>
          </p:cNvPr>
          <p:cNvSpPr/>
          <p:nvPr/>
        </p:nvSpPr>
        <p:spPr>
          <a:xfrm>
            <a:off x="11017469" y="5739077"/>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pic>
        <p:nvPicPr>
          <p:cNvPr id="3" name="Picture 2">
            <a:extLst>
              <a:ext uri="{FF2B5EF4-FFF2-40B4-BE49-F238E27FC236}">
                <a16:creationId xmlns:a16="http://schemas.microsoft.com/office/drawing/2014/main" id="{5DDB3032-98F6-42C1-BD87-E4558DCAB822}"/>
              </a:ext>
            </a:extLst>
          </p:cNvPr>
          <p:cNvPicPr>
            <a:picLocks noChangeAspect="1"/>
          </p:cNvPicPr>
          <p:nvPr/>
        </p:nvPicPr>
        <p:blipFill>
          <a:blip r:embed="rId3">
            <a:extLst>
              <a:ext uri="{28A0092B-C50C-407E-A947-70E740481C1C}">
                <a14:useLocalDpi xmlns:a14="http://schemas.microsoft.com/office/drawing/2010/main" val="0"/>
              </a:ext>
            </a:extLst>
          </a:blip>
          <a:srcRect l="2101" r="2101"/>
          <a:stretch/>
        </p:blipFill>
        <p:spPr>
          <a:xfrm>
            <a:off x="600977" y="114300"/>
            <a:ext cx="1549400" cy="1549400"/>
          </a:xfrm>
          <a:prstGeom prst="ellipse">
            <a:avLst/>
          </a:prstGeom>
          <a:ln w="63500" cap="rnd">
            <a:noFill/>
          </a:ln>
          <a:effectLst/>
        </p:spPr>
      </p:pic>
      <p:sp>
        <p:nvSpPr>
          <p:cNvPr id="92" name="Oval 91">
            <a:extLst>
              <a:ext uri="{FF2B5EF4-FFF2-40B4-BE49-F238E27FC236}">
                <a16:creationId xmlns:a16="http://schemas.microsoft.com/office/drawing/2014/main" id="{0FA0D1DF-8DC5-4C71-890B-57F37E2A68D3}"/>
              </a:ext>
            </a:extLst>
          </p:cNvPr>
          <p:cNvSpPr/>
          <p:nvPr/>
        </p:nvSpPr>
        <p:spPr>
          <a:xfrm>
            <a:off x="11331988" y="1106424"/>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3" name="Oval 92">
            <a:extLst>
              <a:ext uri="{FF2B5EF4-FFF2-40B4-BE49-F238E27FC236}">
                <a16:creationId xmlns:a16="http://schemas.microsoft.com/office/drawing/2014/main" id="{8B638430-9189-4375-A53B-10C9371E6822}"/>
              </a:ext>
            </a:extLst>
          </p:cNvPr>
          <p:cNvSpPr/>
          <p:nvPr/>
        </p:nvSpPr>
        <p:spPr>
          <a:xfrm>
            <a:off x="11482801" y="1106424"/>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4" name="Oval 93">
            <a:extLst>
              <a:ext uri="{FF2B5EF4-FFF2-40B4-BE49-F238E27FC236}">
                <a16:creationId xmlns:a16="http://schemas.microsoft.com/office/drawing/2014/main" id="{881477D8-5E9D-431A-868B-3D84AEA16B5E}"/>
              </a:ext>
            </a:extLst>
          </p:cNvPr>
          <p:cNvSpPr/>
          <p:nvPr/>
        </p:nvSpPr>
        <p:spPr>
          <a:xfrm>
            <a:off x="11633613" y="1106424"/>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5" name="Oval 94">
            <a:extLst>
              <a:ext uri="{FF2B5EF4-FFF2-40B4-BE49-F238E27FC236}">
                <a16:creationId xmlns:a16="http://schemas.microsoft.com/office/drawing/2014/main" id="{932CEDDB-264E-4F0B-8157-FAEC06FEBC4D}"/>
              </a:ext>
            </a:extLst>
          </p:cNvPr>
          <p:cNvSpPr/>
          <p:nvPr/>
        </p:nvSpPr>
        <p:spPr>
          <a:xfrm>
            <a:off x="11784426" y="1106424"/>
            <a:ext cx="103187"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6" name="Oval 95">
            <a:extLst>
              <a:ext uri="{FF2B5EF4-FFF2-40B4-BE49-F238E27FC236}">
                <a16:creationId xmlns:a16="http://schemas.microsoft.com/office/drawing/2014/main" id="{B05AB746-5DC2-4FC4-A97F-B9686853185B}"/>
              </a:ext>
            </a:extLst>
          </p:cNvPr>
          <p:cNvSpPr/>
          <p:nvPr/>
        </p:nvSpPr>
        <p:spPr>
          <a:xfrm>
            <a:off x="11935238" y="1106424"/>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7" name="Oval 96">
            <a:extLst>
              <a:ext uri="{FF2B5EF4-FFF2-40B4-BE49-F238E27FC236}">
                <a16:creationId xmlns:a16="http://schemas.microsoft.com/office/drawing/2014/main" id="{D57C7483-FF2A-47F2-8D88-477BAD00D337}"/>
              </a:ext>
            </a:extLst>
          </p:cNvPr>
          <p:cNvSpPr/>
          <p:nvPr/>
        </p:nvSpPr>
        <p:spPr>
          <a:xfrm>
            <a:off x="11331988" y="949065"/>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8" name="Oval 97">
            <a:extLst>
              <a:ext uri="{FF2B5EF4-FFF2-40B4-BE49-F238E27FC236}">
                <a16:creationId xmlns:a16="http://schemas.microsoft.com/office/drawing/2014/main" id="{DAF94A80-0C82-4F98-8050-01E1297B0297}"/>
              </a:ext>
            </a:extLst>
          </p:cNvPr>
          <p:cNvSpPr/>
          <p:nvPr/>
        </p:nvSpPr>
        <p:spPr>
          <a:xfrm>
            <a:off x="11482801" y="949065"/>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99" name="Oval 98">
            <a:extLst>
              <a:ext uri="{FF2B5EF4-FFF2-40B4-BE49-F238E27FC236}">
                <a16:creationId xmlns:a16="http://schemas.microsoft.com/office/drawing/2014/main" id="{247499CD-87CE-4718-A935-C451B64CA3E3}"/>
              </a:ext>
            </a:extLst>
          </p:cNvPr>
          <p:cNvSpPr/>
          <p:nvPr/>
        </p:nvSpPr>
        <p:spPr>
          <a:xfrm>
            <a:off x="11633613" y="949065"/>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0" name="Oval 99">
            <a:extLst>
              <a:ext uri="{FF2B5EF4-FFF2-40B4-BE49-F238E27FC236}">
                <a16:creationId xmlns:a16="http://schemas.microsoft.com/office/drawing/2014/main" id="{A084CA38-D8E9-4293-832D-9AF0F1F29289}"/>
              </a:ext>
            </a:extLst>
          </p:cNvPr>
          <p:cNvSpPr/>
          <p:nvPr/>
        </p:nvSpPr>
        <p:spPr>
          <a:xfrm>
            <a:off x="11784426" y="949065"/>
            <a:ext cx="103187"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1" name="Oval 100">
            <a:extLst>
              <a:ext uri="{FF2B5EF4-FFF2-40B4-BE49-F238E27FC236}">
                <a16:creationId xmlns:a16="http://schemas.microsoft.com/office/drawing/2014/main" id="{A3D4561A-E7CE-4329-B009-BCD992346F13}"/>
              </a:ext>
            </a:extLst>
          </p:cNvPr>
          <p:cNvSpPr/>
          <p:nvPr/>
        </p:nvSpPr>
        <p:spPr>
          <a:xfrm>
            <a:off x="11935238" y="949065"/>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2" name="Oval 101">
            <a:extLst>
              <a:ext uri="{FF2B5EF4-FFF2-40B4-BE49-F238E27FC236}">
                <a16:creationId xmlns:a16="http://schemas.microsoft.com/office/drawing/2014/main" id="{42582ECE-DA76-463A-B63F-0117CA31D8D7}"/>
              </a:ext>
            </a:extLst>
          </p:cNvPr>
          <p:cNvSpPr/>
          <p:nvPr/>
        </p:nvSpPr>
        <p:spPr>
          <a:xfrm>
            <a:off x="11328813" y="791706"/>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3" name="Oval 102">
            <a:extLst>
              <a:ext uri="{FF2B5EF4-FFF2-40B4-BE49-F238E27FC236}">
                <a16:creationId xmlns:a16="http://schemas.microsoft.com/office/drawing/2014/main" id="{08641CA9-3D7C-489A-8E39-3FC46C8F5246}"/>
              </a:ext>
            </a:extLst>
          </p:cNvPr>
          <p:cNvSpPr/>
          <p:nvPr/>
        </p:nvSpPr>
        <p:spPr>
          <a:xfrm>
            <a:off x="11479626" y="791706"/>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4" name="Oval 103">
            <a:extLst>
              <a:ext uri="{FF2B5EF4-FFF2-40B4-BE49-F238E27FC236}">
                <a16:creationId xmlns:a16="http://schemas.microsoft.com/office/drawing/2014/main" id="{A9C25E93-0B50-46E1-9379-8654807D4AAD}"/>
              </a:ext>
            </a:extLst>
          </p:cNvPr>
          <p:cNvSpPr/>
          <p:nvPr/>
        </p:nvSpPr>
        <p:spPr>
          <a:xfrm>
            <a:off x="11630438" y="791706"/>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5" name="Oval 104">
            <a:extLst>
              <a:ext uri="{FF2B5EF4-FFF2-40B4-BE49-F238E27FC236}">
                <a16:creationId xmlns:a16="http://schemas.microsoft.com/office/drawing/2014/main" id="{D4127D69-5506-4E17-BCAB-8782E22A76D5}"/>
              </a:ext>
            </a:extLst>
          </p:cNvPr>
          <p:cNvSpPr/>
          <p:nvPr/>
        </p:nvSpPr>
        <p:spPr>
          <a:xfrm>
            <a:off x="11781251" y="791706"/>
            <a:ext cx="103187" cy="101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6" name="Oval 105">
            <a:extLst>
              <a:ext uri="{FF2B5EF4-FFF2-40B4-BE49-F238E27FC236}">
                <a16:creationId xmlns:a16="http://schemas.microsoft.com/office/drawing/2014/main" id="{49A6C69D-6736-44E5-8FA7-DCA6BC9BFDFE}"/>
              </a:ext>
            </a:extLst>
          </p:cNvPr>
          <p:cNvSpPr/>
          <p:nvPr/>
        </p:nvSpPr>
        <p:spPr>
          <a:xfrm>
            <a:off x="11932063" y="791706"/>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7" name="Oval 106">
            <a:extLst>
              <a:ext uri="{FF2B5EF4-FFF2-40B4-BE49-F238E27FC236}">
                <a16:creationId xmlns:a16="http://schemas.microsoft.com/office/drawing/2014/main" id="{7E240EBC-1DAA-452E-A6AB-F25132C783DA}"/>
              </a:ext>
            </a:extLst>
          </p:cNvPr>
          <p:cNvSpPr/>
          <p:nvPr/>
        </p:nvSpPr>
        <p:spPr>
          <a:xfrm>
            <a:off x="11328813" y="63434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8" name="Oval 107">
            <a:extLst>
              <a:ext uri="{FF2B5EF4-FFF2-40B4-BE49-F238E27FC236}">
                <a16:creationId xmlns:a16="http://schemas.microsoft.com/office/drawing/2014/main" id="{B5A4F1D8-BD71-40DA-868F-DD9C6D41524C}"/>
              </a:ext>
            </a:extLst>
          </p:cNvPr>
          <p:cNvSpPr/>
          <p:nvPr/>
        </p:nvSpPr>
        <p:spPr>
          <a:xfrm>
            <a:off x="11479626" y="63434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09" name="Oval 108">
            <a:extLst>
              <a:ext uri="{FF2B5EF4-FFF2-40B4-BE49-F238E27FC236}">
                <a16:creationId xmlns:a16="http://schemas.microsoft.com/office/drawing/2014/main" id="{0EEC9433-EA5B-40BB-BEC7-B982949288E2}"/>
              </a:ext>
            </a:extLst>
          </p:cNvPr>
          <p:cNvSpPr/>
          <p:nvPr/>
        </p:nvSpPr>
        <p:spPr>
          <a:xfrm>
            <a:off x="11630438" y="634347"/>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10" name="Oval 109">
            <a:extLst>
              <a:ext uri="{FF2B5EF4-FFF2-40B4-BE49-F238E27FC236}">
                <a16:creationId xmlns:a16="http://schemas.microsoft.com/office/drawing/2014/main" id="{637C0D5A-B361-4AE7-8456-A9B0F5750D2B}"/>
              </a:ext>
            </a:extLst>
          </p:cNvPr>
          <p:cNvSpPr/>
          <p:nvPr/>
        </p:nvSpPr>
        <p:spPr>
          <a:xfrm>
            <a:off x="11781251" y="634347"/>
            <a:ext cx="103187" cy="101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11" name="Oval 110">
            <a:extLst>
              <a:ext uri="{FF2B5EF4-FFF2-40B4-BE49-F238E27FC236}">
                <a16:creationId xmlns:a16="http://schemas.microsoft.com/office/drawing/2014/main" id="{8CC247B7-C34F-4F6E-BFF6-95FB2CD353C8}"/>
              </a:ext>
            </a:extLst>
          </p:cNvPr>
          <p:cNvSpPr/>
          <p:nvPr/>
        </p:nvSpPr>
        <p:spPr>
          <a:xfrm>
            <a:off x="11932063" y="634347"/>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56" name="Oval 55">
            <a:extLst>
              <a:ext uri="{FF2B5EF4-FFF2-40B4-BE49-F238E27FC236}">
                <a16:creationId xmlns:a16="http://schemas.microsoft.com/office/drawing/2014/main" id="{099CBCC5-8FE1-A642-0ADC-0E131FE7437A}"/>
              </a:ext>
            </a:extLst>
          </p:cNvPr>
          <p:cNvSpPr/>
          <p:nvPr/>
        </p:nvSpPr>
        <p:spPr>
          <a:xfrm>
            <a:off x="11331988" y="1106424"/>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67" name="Oval 66">
            <a:extLst>
              <a:ext uri="{FF2B5EF4-FFF2-40B4-BE49-F238E27FC236}">
                <a16:creationId xmlns:a16="http://schemas.microsoft.com/office/drawing/2014/main" id="{FD56056E-0E32-D1F7-F9A6-1EA976EF81B0}"/>
              </a:ext>
            </a:extLst>
          </p:cNvPr>
          <p:cNvSpPr/>
          <p:nvPr/>
        </p:nvSpPr>
        <p:spPr>
          <a:xfrm>
            <a:off x="11482801" y="1106424"/>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68" name="Oval 67">
            <a:extLst>
              <a:ext uri="{FF2B5EF4-FFF2-40B4-BE49-F238E27FC236}">
                <a16:creationId xmlns:a16="http://schemas.microsoft.com/office/drawing/2014/main" id="{16323D8B-E9F6-7961-7E2F-E265CEEB2CF3}"/>
              </a:ext>
            </a:extLst>
          </p:cNvPr>
          <p:cNvSpPr/>
          <p:nvPr/>
        </p:nvSpPr>
        <p:spPr>
          <a:xfrm>
            <a:off x="11633613" y="1106424"/>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69" name="Oval 68">
            <a:extLst>
              <a:ext uri="{FF2B5EF4-FFF2-40B4-BE49-F238E27FC236}">
                <a16:creationId xmlns:a16="http://schemas.microsoft.com/office/drawing/2014/main" id="{1CF57668-1F5A-83B9-E54A-47961C693323}"/>
              </a:ext>
            </a:extLst>
          </p:cNvPr>
          <p:cNvSpPr/>
          <p:nvPr/>
        </p:nvSpPr>
        <p:spPr>
          <a:xfrm>
            <a:off x="11784426" y="1106424"/>
            <a:ext cx="103187"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70" name="Oval 69">
            <a:extLst>
              <a:ext uri="{FF2B5EF4-FFF2-40B4-BE49-F238E27FC236}">
                <a16:creationId xmlns:a16="http://schemas.microsoft.com/office/drawing/2014/main" id="{259A7C30-3558-21E0-3C2D-7B0EE227A8BB}"/>
              </a:ext>
            </a:extLst>
          </p:cNvPr>
          <p:cNvSpPr/>
          <p:nvPr/>
        </p:nvSpPr>
        <p:spPr>
          <a:xfrm>
            <a:off x="11935238" y="1106424"/>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71" name="Oval 70">
            <a:extLst>
              <a:ext uri="{FF2B5EF4-FFF2-40B4-BE49-F238E27FC236}">
                <a16:creationId xmlns:a16="http://schemas.microsoft.com/office/drawing/2014/main" id="{4EA57442-313C-66C0-A056-58860AC76C6F}"/>
              </a:ext>
            </a:extLst>
          </p:cNvPr>
          <p:cNvSpPr/>
          <p:nvPr/>
        </p:nvSpPr>
        <p:spPr>
          <a:xfrm>
            <a:off x="11331988" y="949065"/>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77" name="Oval 76">
            <a:extLst>
              <a:ext uri="{FF2B5EF4-FFF2-40B4-BE49-F238E27FC236}">
                <a16:creationId xmlns:a16="http://schemas.microsoft.com/office/drawing/2014/main" id="{92805312-ABE6-0305-AF51-180438884838}"/>
              </a:ext>
            </a:extLst>
          </p:cNvPr>
          <p:cNvSpPr/>
          <p:nvPr/>
        </p:nvSpPr>
        <p:spPr>
          <a:xfrm>
            <a:off x="11482801" y="949065"/>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78" name="Oval 77">
            <a:extLst>
              <a:ext uri="{FF2B5EF4-FFF2-40B4-BE49-F238E27FC236}">
                <a16:creationId xmlns:a16="http://schemas.microsoft.com/office/drawing/2014/main" id="{D5DEBC5A-0F3F-A604-5841-C8BF965B1D9D}"/>
              </a:ext>
            </a:extLst>
          </p:cNvPr>
          <p:cNvSpPr/>
          <p:nvPr/>
        </p:nvSpPr>
        <p:spPr>
          <a:xfrm>
            <a:off x="11633613" y="949065"/>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79" name="Oval 78">
            <a:extLst>
              <a:ext uri="{FF2B5EF4-FFF2-40B4-BE49-F238E27FC236}">
                <a16:creationId xmlns:a16="http://schemas.microsoft.com/office/drawing/2014/main" id="{F3166BE8-E5BD-294E-5B45-E4ACC886213D}"/>
              </a:ext>
            </a:extLst>
          </p:cNvPr>
          <p:cNvSpPr/>
          <p:nvPr/>
        </p:nvSpPr>
        <p:spPr>
          <a:xfrm>
            <a:off x="11784426" y="949065"/>
            <a:ext cx="103187"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0" name="Oval 79">
            <a:extLst>
              <a:ext uri="{FF2B5EF4-FFF2-40B4-BE49-F238E27FC236}">
                <a16:creationId xmlns:a16="http://schemas.microsoft.com/office/drawing/2014/main" id="{09105971-6A93-6CE4-BB81-73D584F131E1}"/>
              </a:ext>
            </a:extLst>
          </p:cNvPr>
          <p:cNvSpPr/>
          <p:nvPr/>
        </p:nvSpPr>
        <p:spPr>
          <a:xfrm>
            <a:off x="11935238" y="949065"/>
            <a:ext cx="103188"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1" name="Oval 80">
            <a:extLst>
              <a:ext uri="{FF2B5EF4-FFF2-40B4-BE49-F238E27FC236}">
                <a16:creationId xmlns:a16="http://schemas.microsoft.com/office/drawing/2014/main" id="{7C9F7DA0-0F9E-327D-B88C-9F3FCB25E305}"/>
              </a:ext>
            </a:extLst>
          </p:cNvPr>
          <p:cNvSpPr/>
          <p:nvPr/>
        </p:nvSpPr>
        <p:spPr>
          <a:xfrm>
            <a:off x="11328813" y="791706"/>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2" name="Oval 81">
            <a:extLst>
              <a:ext uri="{FF2B5EF4-FFF2-40B4-BE49-F238E27FC236}">
                <a16:creationId xmlns:a16="http://schemas.microsoft.com/office/drawing/2014/main" id="{FEDCF26A-668F-82B1-4B53-46EF5EF403DD}"/>
              </a:ext>
            </a:extLst>
          </p:cNvPr>
          <p:cNvSpPr/>
          <p:nvPr/>
        </p:nvSpPr>
        <p:spPr>
          <a:xfrm>
            <a:off x="11479626" y="791706"/>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3" name="Oval 82">
            <a:extLst>
              <a:ext uri="{FF2B5EF4-FFF2-40B4-BE49-F238E27FC236}">
                <a16:creationId xmlns:a16="http://schemas.microsoft.com/office/drawing/2014/main" id="{B04A7880-C6DB-4CFD-2FDF-043EE45362A1}"/>
              </a:ext>
            </a:extLst>
          </p:cNvPr>
          <p:cNvSpPr/>
          <p:nvPr/>
        </p:nvSpPr>
        <p:spPr>
          <a:xfrm>
            <a:off x="11630438" y="791706"/>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4" name="Oval 83">
            <a:extLst>
              <a:ext uri="{FF2B5EF4-FFF2-40B4-BE49-F238E27FC236}">
                <a16:creationId xmlns:a16="http://schemas.microsoft.com/office/drawing/2014/main" id="{589572F7-8C8E-8E76-6CCB-BAE9C03F30CE}"/>
              </a:ext>
            </a:extLst>
          </p:cNvPr>
          <p:cNvSpPr/>
          <p:nvPr/>
        </p:nvSpPr>
        <p:spPr>
          <a:xfrm>
            <a:off x="11781251" y="791706"/>
            <a:ext cx="103187" cy="101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5" name="Oval 84">
            <a:extLst>
              <a:ext uri="{FF2B5EF4-FFF2-40B4-BE49-F238E27FC236}">
                <a16:creationId xmlns:a16="http://schemas.microsoft.com/office/drawing/2014/main" id="{D5A4F585-B147-4570-D8CF-8084E0A66255}"/>
              </a:ext>
            </a:extLst>
          </p:cNvPr>
          <p:cNvSpPr/>
          <p:nvPr/>
        </p:nvSpPr>
        <p:spPr>
          <a:xfrm>
            <a:off x="11932063" y="791706"/>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86" name="Oval 85">
            <a:extLst>
              <a:ext uri="{FF2B5EF4-FFF2-40B4-BE49-F238E27FC236}">
                <a16:creationId xmlns:a16="http://schemas.microsoft.com/office/drawing/2014/main" id="{7F720534-FADD-ED74-10A4-2706B44EDE45}"/>
              </a:ext>
            </a:extLst>
          </p:cNvPr>
          <p:cNvSpPr/>
          <p:nvPr/>
        </p:nvSpPr>
        <p:spPr>
          <a:xfrm>
            <a:off x="11328813" y="63434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2" name="Oval 111">
            <a:extLst>
              <a:ext uri="{FF2B5EF4-FFF2-40B4-BE49-F238E27FC236}">
                <a16:creationId xmlns:a16="http://schemas.microsoft.com/office/drawing/2014/main" id="{6DA0AC2C-DB2F-5632-363C-F5A633EB1F6E}"/>
              </a:ext>
            </a:extLst>
          </p:cNvPr>
          <p:cNvSpPr/>
          <p:nvPr/>
        </p:nvSpPr>
        <p:spPr>
          <a:xfrm>
            <a:off x="11479626" y="634347"/>
            <a:ext cx="101600"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3" name="Oval 112">
            <a:extLst>
              <a:ext uri="{FF2B5EF4-FFF2-40B4-BE49-F238E27FC236}">
                <a16:creationId xmlns:a16="http://schemas.microsoft.com/office/drawing/2014/main" id="{F034D5EF-7CCD-B273-C6EB-F2D8BE18DF33}"/>
              </a:ext>
            </a:extLst>
          </p:cNvPr>
          <p:cNvSpPr/>
          <p:nvPr/>
        </p:nvSpPr>
        <p:spPr>
          <a:xfrm>
            <a:off x="11630438" y="634347"/>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4" name="Oval 113">
            <a:extLst>
              <a:ext uri="{FF2B5EF4-FFF2-40B4-BE49-F238E27FC236}">
                <a16:creationId xmlns:a16="http://schemas.microsoft.com/office/drawing/2014/main" id="{8793371A-B3EC-929F-B5DC-CAF34932A121}"/>
              </a:ext>
            </a:extLst>
          </p:cNvPr>
          <p:cNvSpPr/>
          <p:nvPr/>
        </p:nvSpPr>
        <p:spPr>
          <a:xfrm>
            <a:off x="11781251" y="634347"/>
            <a:ext cx="103187" cy="101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5" name="Oval 114">
            <a:extLst>
              <a:ext uri="{FF2B5EF4-FFF2-40B4-BE49-F238E27FC236}">
                <a16:creationId xmlns:a16="http://schemas.microsoft.com/office/drawing/2014/main" id="{EB4F66E5-ECA5-94EF-FF14-5119DF79C100}"/>
              </a:ext>
            </a:extLst>
          </p:cNvPr>
          <p:cNvSpPr/>
          <p:nvPr/>
        </p:nvSpPr>
        <p:spPr>
          <a:xfrm>
            <a:off x="11932063" y="634347"/>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2" name="Oval 1">
            <a:extLst>
              <a:ext uri="{FF2B5EF4-FFF2-40B4-BE49-F238E27FC236}">
                <a16:creationId xmlns:a16="http://schemas.microsoft.com/office/drawing/2014/main" id="{F36FEEDB-7599-12AA-EFD0-9C69D448C4DD}"/>
              </a:ext>
            </a:extLst>
          </p:cNvPr>
          <p:cNvSpPr/>
          <p:nvPr/>
        </p:nvSpPr>
        <p:spPr>
          <a:xfrm>
            <a:off x="11785634" y="950463"/>
            <a:ext cx="103188"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6" name="Oval 115">
            <a:extLst>
              <a:ext uri="{FF2B5EF4-FFF2-40B4-BE49-F238E27FC236}">
                <a16:creationId xmlns:a16="http://schemas.microsoft.com/office/drawing/2014/main" id="{19CEFB78-F0B5-D041-DEBE-921E8D6651D2}"/>
              </a:ext>
            </a:extLst>
          </p:cNvPr>
          <p:cNvSpPr/>
          <p:nvPr/>
        </p:nvSpPr>
        <p:spPr>
          <a:xfrm>
            <a:off x="11928548" y="632396"/>
            <a:ext cx="103187" cy="101600"/>
          </a:xfrm>
          <a:prstGeom prst="ellips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sp>
        <p:nvSpPr>
          <p:cNvPr id="117" name="Oval 116">
            <a:extLst>
              <a:ext uri="{FF2B5EF4-FFF2-40B4-BE49-F238E27FC236}">
                <a16:creationId xmlns:a16="http://schemas.microsoft.com/office/drawing/2014/main" id="{90FFE177-9E3B-59CD-5548-E28FBD7A95FF}"/>
              </a:ext>
            </a:extLst>
          </p:cNvPr>
          <p:cNvSpPr/>
          <p:nvPr/>
        </p:nvSpPr>
        <p:spPr>
          <a:xfrm>
            <a:off x="11928548" y="788954"/>
            <a:ext cx="103187" cy="101600"/>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pt-PT"/>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nl-BE"/>
          </a:p>
        </p:txBody>
      </p:sp>
      <p:grpSp>
        <p:nvGrpSpPr>
          <p:cNvPr id="118" name="Group 12">
            <a:extLst>
              <a:ext uri="{FF2B5EF4-FFF2-40B4-BE49-F238E27FC236}">
                <a16:creationId xmlns:a16="http://schemas.microsoft.com/office/drawing/2014/main" id="{29454883-55C2-B8A0-EAD8-F7D2F52BBD17}"/>
              </a:ext>
            </a:extLst>
          </p:cNvPr>
          <p:cNvGrpSpPr>
            <a:grpSpLocks/>
          </p:cNvGrpSpPr>
          <p:nvPr/>
        </p:nvGrpSpPr>
        <p:grpSpPr bwMode="auto">
          <a:xfrm>
            <a:off x="10413242" y="6039116"/>
            <a:ext cx="708021" cy="103188"/>
            <a:chOff x="12224233" y="1234341"/>
            <a:chExt cx="707650" cy="103187"/>
          </a:xfrm>
        </p:grpSpPr>
        <p:sp>
          <p:nvSpPr>
            <p:cNvPr id="119" name="Oval 118">
              <a:extLst>
                <a:ext uri="{FF2B5EF4-FFF2-40B4-BE49-F238E27FC236}">
                  <a16:creationId xmlns:a16="http://schemas.microsoft.com/office/drawing/2014/main" id="{351B1AE6-37D4-65BC-1DFC-04FFC9FDC18D}"/>
                </a:ext>
              </a:extLst>
            </p:cNvPr>
            <p:cNvSpPr/>
            <p:nvPr/>
          </p:nvSpPr>
          <p:spPr>
            <a:xfrm>
              <a:off x="12224233" y="1234341"/>
              <a:ext cx="10472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20" name="Oval 119">
              <a:extLst>
                <a:ext uri="{FF2B5EF4-FFF2-40B4-BE49-F238E27FC236}">
                  <a16:creationId xmlns:a16="http://schemas.microsoft.com/office/drawing/2014/main" id="{DA54E564-DD3B-EF5D-8E06-1108F0129887}"/>
                </a:ext>
              </a:extLst>
            </p:cNvPr>
            <p:cNvSpPr/>
            <p:nvPr/>
          </p:nvSpPr>
          <p:spPr>
            <a:xfrm>
              <a:off x="12374966" y="1234341"/>
              <a:ext cx="10472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21" name="Oval 120">
              <a:extLst>
                <a:ext uri="{FF2B5EF4-FFF2-40B4-BE49-F238E27FC236}">
                  <a16:creationId xmlns:a16="http://schemas.microsoft.com/office/drawing/2014/main" id="{B3031F39-EA88-39AA-DC6F-93E9F31C98A7}"/>
                </a:ext>
              </a:extLst>
            </p:cNvPr>
            <p:cNvSpPr/>
            <p:nvPr/>
          </p:nvSpPr>
          <p:spPr>
            <a:xfrm>
              <a:off x="12525698" y="1234341"/>
              <a:ext cx="10472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22" name="Oval 121">
              <a:extLst>
                <a:ext uri="{FF2B5EF4-FFF2-40B4-BE49-F238E27FC236}">
                  <a16:creationId xmlns:a16="http://schemas.microsoft.com/office/drawing/2014/main" id="{D7A9B281-2C4B-035F-EA24-1E2C0C919BAE}"/>
                </a:ext>
              </a:extLst>
            </p:cNvPr>
            <p:cNvSpPr/>
            <p:nvPr/>
          </p:nvSpPr>
          <p:spPr>
            <a:xfrm>
              <a:off x="12676431" y="1234341"/>
              <a:ext cx="10472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sp>
          <p:nvSpPr>
            <p:cNvPr id="123" name="Oval 122">
              <a:extLst>
                <a:ext uri="{FF2B5EF4-FFF2-40B4-BE49-F238E27FC236}">
                  <a16:creationId xmlns:a16="http://schemas.microsoft.com/office/drawing/2014/main" id="{CE742497-7A2B-BE60-62D5-2C52E8677C76}"/>
                </a:ext>
              </a:extLst>
            </p:cNvPr>
            <p:cNvSpPr/>
            <p:nvPr/>
          </p:nvSpPr>
          <p:spPr>
            <a:xfrm>
              <a:off x="12827163" y="1234341"/>
              <a:ext cx="104720" cy="103187"/>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BE"/>
            </a:p>
          </p:txBody>
        </p:sp>
      </p:grpSp>
      <p:pic>
        <p:nvPicPr>
          <p:cNvPr id="4" name="Picture 3" descr="ISTQB Tester Foundation Level Actual Exam - awslagi.com">
            <a:extLst>
              <a:ext uri="{FF2B5EF4-FFF2-40B4-BE49-F238E27FC236}">
                <a16:creationId xmlns:a16="http://schemas.microsoft.com/office/drawing/2014/main" id="{E1C2477E-6E82-56DE-E9CE-346DE0C72FFB}"/>
              </a:ext>
            </a:extLst>
          </p:cNvPr>
          <p:cNvPicPr>
            <a:picLocks noChangeAspect="1"/>
          </p:cNvPicPr>
          <p:nvPr/>
        </p:nvPicPr>
        <p:blipFill>
          <a:blip r:embed="rId4"/>
          <a:srcRect l="21525" t="12500" r="15997" b="23217"/>
          <a:stretch/>
        </p:blipFill>
        <p:spPr>
          <a:xfrm>
            <a:off x="489918" y="5504391"/>
            <a:ext cx="885176" cy="488479"/>
          </a:xfrm>
          <a:prstGeom prst="rect">
            <a:avLst/>
          </a:prstGeom>
        </p:spPr>
      </p:pic>
      <p:pic>
        <p:nvPicPr>
          <p:cNvPr id="6" name="Picture 5" descr="A close-up of a sign&#10;&#10;Description automatically generated">
            <a:extLst>
              <a:ext uri="{FF2B5EF4-FFF2-40B4-BE49-F238E27FC236}">
                <a16:creationId xmlns:a16="http://schemas.microsoft.com/office/drawing/2014/main" id="{1D09413A-C474-09F7-E1AF-0956E9768D8A}"/>
              </a:ext>
            </a:extLst>
          </p:cNvPr>
          <p:cNvPicPr>
            <a:picLocks noChangeAspect="1"/>
          </p:cNvPicPr>
          <p:nvPr/>
        </p:nvPicPr>
        <p:blipFill>
          <a:blip r:embed="rId5"/>
          <a:stretch>
            <a:fillRect/>
          </a:stretch>
        </p:blipFill>
        <p:spPr>
          <a:xfrm>
            <a:off x="1495509" y="5501522"/>
            <a:ext cx="778879" cy="333377"/>
          </a:xfrm>
          <a:prstGeom prst="rect">
            <a:avLst/>
          </a:prstGeom>
        </p:spPr>
      </p:pic>
      <p:pic>
        <p:nvPicPr>
          <p:cNvPr id="5" name="Picture 4">
            <a:extLst>
              <a:ext uri="{FF2B5EF4-FFF2-40B4-BE49-F238E27FC236}">
                <a16:creationId xmlns:a16="http://schemas.microsoft.com/office/drawing/2014/main" id="{71D9B89C-8103-D176-F758-9ACCF174C4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301" y="65507"/>
            <a:ext cx="1503586" cy="164698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theme/theme1.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2.xml><?xml version="1.0" encoding="utf-8"?>
<a:theme xmlns:a="http://schemas.openxmlformats.org/drawingml/2006/main" name="Content Layout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4EDDD86-B8A8-46E1-81BA-C40220CF151C}" vid="{14D83F11-89F6-4441-B5DC-94FD0DFB8031}"/>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p:properties xmlns:p="http://schemas.microsoft.com/office/2006/metadata/properties" xmlns:xsi="http://www.w3.org/2001/XMLSchema-instance" xmlns:pc="http://schemas.microsoft.com/office/infopath/2007/PartnerControls">
  <documentManagement>
    <SharedWithUsers xmlns="7adf87fc-fc86-4f31-aed0-798d7c561cbe">
      <UserInfo>
        <DisplayName>Heidbuchel, Geert</DisplayName>
        <AccountId>6</AccountId>
        <AccountType/>
      </UserInfo>
      <UserInfo>
        <DisplayName>Geens, Astrid</DisplayName>
        <AccountId>19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73B487EBEF0CE489666CC2AEAB0A063" ma:contentTypeVersion="8" ma:contentTypeDescription="Crée un document." ma:contentTypeScope="" ma:versionID="ffe7dab168df471bf6f38ab878f7e2ea">
  <xsd:schema xmlns:xsd="http://www.w3.org/2001/XMLSchema" xmlns:xs="http://www.w3.org/2001/XMLSchema" xmlns:p="http://schemas.microsoft.com/office/2006/metadata/properties" xmlns:ns2="5e3612c1-2783-4ad0-9061-5fb33465038b" xmlns:ns3="7adf87fc-fc86-4f31-aed0-798d7c561cbe" targetNamespace="http://schemas.microsoft.com/office/2006/metadata/properties" ma:root="true" ma:fieldsID="77be104a7ebd2ea43a8afb37b597442f" ns2:_="" ns3:_="">
    <xsd:import namespace="5e3612c1-2783-4ad0-9061-5fb33465038b"/>
    <xsd:import namespace="7adf87fc-fc86-4f31-aed0-798d7c561cb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3612c1-2783-4ad0-9061-5fb3346503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adf87fc-fc86-4f31-aed0-798d7c561cbe" elementFormDefault="qualified">
    <xsd:import namespace="http://schemas.microsoft.com/office/2006/documentManagement/types"/>
    <xsd:import namespace="http://schemas.microsoft.com/office/infopath/2007/PartnerControls"/>
    <xsd:element name="SharedWithUsers" ma:index="13"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34F7AF5-FDB2-4475-922D-6EC9850BA5F1}">
  <ds:schemaRefs>
    <ds:schemaRef ds:uri="http://schemas.microsoft.com/office/2006/metadata/longProperties"/>
  </ds:schemaRefs>
</ds:datastoreItem>
</file>

<file path=customXml/itemProps2.xml><?xml version="1.0" encoding="utf-8"?>
<ds:datastoreItem xmlns:ds="http://schemas.openxmlformats.org/officeDocument/2006/customXml" ds:itemID="{7A9A4D04-8185-48F3-83BD-8B4C6E7D6F8C}">
  <ds:schemaRefs>
    <ds:schemaRef ds:uri="http://schemas.microsoft.com/office/2006/metadata/properties"/>
    <ds:schemaRef ds:uri="http://purl.org/dc/dcmitype/"/>
    <ds:schemaRef ds:uri="http://schemas.microsoft.com/office/2006/documentManagement/types"/>
    <ds:schemaRef ds:uri="http://schemas.microsoft.com/office/infopath/2007/PartnerControls"/>
    <ds:schemaRef ds:uri="http://purl.org/dc/terms/"/>
    <ds:schemaRef ds:uri="775aafc7-949e-4e7e-9e07-bf942c0b64a4"/>
    <ds:schemaRef ds:uri="http://purl.org/dc/elements/1.1/"/>
    <ds:schemaRef ds:uri="http://schemas.openxmlformats.org/package/2006/metadata/core-properties"/>
    <ds:schemaRef ds:uri="5e04dd78-5702-4509-a9d8-93e7ebe7569b"/>
    <ds:schemaRef ds:uri="http://www.w3.org/XML/1998/namespace"/>
    <ds:schemaRef ds:uri="7adf87fc-fc86-4f31-aed0-798d7c561cbe"/>
  </ds:schemaRefs>
</ds:datastoreItem>
</file>

<file path=customXml/itemProps3.xml><?xml version="1.0" encoding="utf-8"?>
<ds:datastoreItem xmlns:ds="http://schemas.openxmlformats.org/officeDocument/2006/customXml" ds:itemID="{5D6BC770-5260-466A-BB83-7629D25F07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3612c1-2783-4ad0-9061-5fb33465038b"/>
    <ds:schemaRef ds:uri="7adf87fc-fc86-4f31-aed0-798d7c561c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7109CCE-0DAB-46C5-8373-D719AC4BCB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Capgemini_Template</Template>
  <TotalTime>9169</TotalTime>
  <Words>703</Words>
  <Application>Microsoft Office PowerPoint</Application>
  <PresentationFormat>Widescreen</PresentationFormat>
  <Paragraphs>46</Paragraphs>
  <Slides>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Calibri</vt:lpstr>
      <vt:lpstr>IBM Plex Sans</vt:lpstr>
      <vt:lpstr>Ubuntu</vt:lpstr>
      <vt:lpstr>Verdana</vt:lpstr>
      <vt:lpstr>Wingdings</vt:lpstr>
      <vt:lpstr>Content Layouts</vt:lpstr>
      <vt:lpstr>Content Layouts</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insert title title</dc:title>
  <dc:creator>Das, Anindya</dc:creator>
  <cp:lastModifiedBy>Coulibaly Oumar</cp:lastModifiedBy>
  <cp:revision>536</cp:revision>
  <dcterms:created xsi:type="dcterms:W3CDTF">2017-10-18T08:40:56Z</dcterms:created>
  <dcterms:modified xsi:type="dcterms:W3CDTF">2026-05-07T14:36:34Z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splay_urn:schemas-microsoft-com:office:office#SharedWithUsers">
    <vt:lpwstr>Heidbuchel, Geert;Geens, Astrid</vt:lpwstr>
  </property>
  <property fmtid="{D5CDD505-2E9C-101B-9397-08002B2CF9AE}" pid="3" name="SharedWithUsers">
    <vt:lpwstr>6;#Heidbuchel, Geert;#19;#Geens, Astrid</vt:lpwstr>
  </property>
  <property fmtid="{D5CDD505-2E9C-101B-9397-08002B2CF9AE}" pid="4" name="ContentTypeId">
    <vt:lpwstr>0x010100173B487EBEF0CE489666CC2AEAB0A063</vt:lpwstr>
  </property>
  <property fmtid="{D5CDD505-2E9C-101B-9397-08002B2CF9AE}" pid="5" name="MediaServiceImageTags">
    <vt:lpwstr/>
  </property>
</Properties>
</file>