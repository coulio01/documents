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1CA6-395F-DBE5-7310-37FB937F0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2DD1F-679C-8808-9306-D5B363C6D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12A1B-8917-14C2-8B27-2EB7E04B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326BE-A33C-DE21-AA0D-BBE1EC38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13DB9-8865-00C6-66EB-2BAA3914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08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BF22-32CC-52C1-4FA6-5FF73942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174A-49A6-EB90-8648-7C3ACD4E6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B1E1-2AB5-FB0A-DCD7-956C43DC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3DF22-559E-E79B-0FD1-9C41D0B1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1DCF5-8B27-80D9-43C0-81C42C02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2387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CEE5-86D1-2F47-B8A5-9685BBCC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515D8-28F4-9AE4-53E2-F42F0FE13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9D89F-4133-9A13-AE87-6A38A2E6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0FF62-6B00-2FA3-DC92-AD40911E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56298-E2DE-72AE-8E4D-98DFE94C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1525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D1FE-2BDB-D7C4-2C8B-F96063B5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A021-8ADA-B1AE-6040-1BE3C2BD9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67B48-19D9-8D15-8AFA-2F85781A2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F2AE0-5F66-FEEE-50EC-7A678501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1E0C8-AF2E-8FAB-522E-BE3F03CFC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A621-E893-6CAE-DF87-7761424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666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DDB3-BF80-B502-D311-58871C1C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B37F6-4A26-C6EA-D551-B7A080D7F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AD0CE-31FF-6297-E0B8-E7213B1FD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22EF9-55B5-D825-509C-8D4135BD5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30DEB-0757-FC86-86E7-E715A85E4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733C9-8438-8F61-6764-9FC4BC60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6E143-DA1F-A1A9-24A8-0D5F79AB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A442D-4502-0401-1994-9FB217A7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455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366D-2486-4ABE-8526-90B36C2F3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9AA91-87FE-6FFF-C8C3-7CFA8F6E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12BAA-9148-882B-BE65-5E9833E0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F76CC-F9C6-BC99-F0E0-413A3303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73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6CE3A-6384-A526-695B-BBC445D3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15D22-6543-90AD-55D8-2B5C0C52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ECB75-DBD0-4EF7-F033-E74976A2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734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99E6-5B57-DA98-ED09-B4B4016F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5872-625B-B441-4487-BD9B018E7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7D6FF-2FB2-AA98-2B76-47580DE79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B5C36-53EC-9441-AD3D-F6897A45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A466A-9358-60DC-CDE8-C272E9E5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650C6-DC66-30AB-B6AA-E8CC2B09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950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1122-2830-F294-6515-87AEE8D0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A09733-B5D0-E5F1-296B-10DEEDB7B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683D3-4D59-4B9B-E325-0329451FC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2818-6B83-8229-73B1-ADA34135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2AC1B-7A1E-9891-C243-6FB991F3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5486C-2787-DE44-86EB-B5937081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0879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09DC-C42E-E785-3AE7-135A94EC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E6489-72D2-B149-7E05-D1110F9E1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4E9B2-5618-7CCD-F9FF-966DB0E2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ECDA5-2D06-005A-C359-B1D02F73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21D47-C4E6-4E8C-586F-674A2938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2972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93AC7-8C8F-FF37-0A4C-6F8D929A4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2B7FD-2B95-4B11-BCD7-9FD2EEE80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4BCE2-8CEB-D71E-7C95-F12A40B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9B39-3516-0C32-B118-B5AF20D3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10A15-7FB3-2A96-A1AD-9A554B78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8832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6E3F1-6585-71D8-164A-0324A104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BCBCF-B2A1-F45F-7D3D-14712BCD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0FA85-BD69-28A5-DC96-767202B99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A6788-E055-4F25-B24A-BEA10D33CA60}" type="datetimeFigureOut">
              <a:rPr lang="en-BE" smtClean="0"/>
              <a:t>20/04/2026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8C5D6-28C5-AD49-C94C-EAE63E274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AF1AF-0725-FD36-0DFC-6FFE2ADF4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05A9-2676-4E89-B1D5-623F5A396D3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834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AF8F-90AE-CFC7-0E2E-3C437DA2C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949"/>
          </a:xfrm>
        </p:spPr>
        <p:txBody>
          <a:bodyPr>
            <a:normAutofit fontScale="90000"/>
          </a:bodyPr>
          <a:lstStyle/>
          <a:p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A1825-7A2D-7568-50AB-1D4DC8D1F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19656"/>
            <a:ext cx="9144000" cy="3438144"/>
          </a:xfrm>
        </p:spPr>
        <p:txBody>
          <a:bodyPr/>
          <a:lstStyle/>
          <a:p>
            <a:endParaRPr lang="en-BE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D79D267-2FF1-BA60-EECD-731868A3D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25" y="1825625"/>
            <a:ext cx="9107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7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4D32-F1E9-DB0F-E7A7-22559CAF0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101B-9AFE-DC47-17B9-AEA4DCDA9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61A04-6D86-71AB-6C25-2D557DA0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0" y="1825625"/>
            <a:ext cx="7369179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4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E892-4DAA-6307-A8D4-FFF60EED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4616D1-F07B-D91A-4670-45DBE6665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031" y="2111370"/>
            <a:ext cx="735393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5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3424-DDC3-3F47-4386-61C0539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BAA3E50-052F-6045-C710-691845DA2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8565" y="1974198"/>
            <a:ext cx="7254869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3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6F51-5116-341A-8287-2BB35232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B8D0E26-F60C-9EDE-F9DE-880E809B3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049" y="2035163"/>
            <a:ext cx="7635902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2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1</cp:revision>
  <dcterms:created xsi:type="dcterms:W3CDTF">2026-04-20T19:57:49Z</dcterms:created>
  <dcterms:modified xsi:type="dcterms:W3CDTF">2026-04-24T08:22:32Z</dcterms:modified>
</cp:coreProperties>
</file>