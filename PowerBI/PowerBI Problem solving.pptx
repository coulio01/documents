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38A43BF-1B47-4914-B551-3A2277809BF4}" v="16" dt="2026-03-02T11:44:36.55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umar Coulibaly" userId="410d7d9053e664c5" providerId="LiveId" clId="{C7174FF6-D772-4FD3-BE04-ED3E664F966B}"/>
    <pc:docChg chg="custSel addSld modSld">
      <pc:chgData name="Oumar Coulibaly" userId="410d7d9053e664c5" providerId="LiveId" clId="{C7174FF6-D772-4FD3-BE04-ED3E664F966B}" dt="2026-03-02T11:55:56.681" v="6897" actId="1076"/>
      <pc:docMkLst>
        <pc:docMk/>
      </pc:docMkLst>
      <pc:sldChg chg="addSp delSp modSp new mod">
        <pc:chgData name="Oumar Coulibaly" userId="410d7d9053e664c5" providerId="LiveId" clId="{C7174FF6-D772-4FD3-BE04-ED3E664F966B}" dt="2026-02-26T12:49:45.336" v="94" actId="14100"/>
        <pc:sldMkLst>
          <pc:docMk/>
          <pc:sldMk cId="2848264056" sldId="256"/>
        </pc:sldMkLst>
        <pc:spChg chg="mod">
          <ac:chgData name="Oumar Coulibaly" userId="410d7d9053e664c5" providerId="LiveId" clId="{C7174FF6-D772-4FD3-BE04-ED3E664F966B}" dt="2026-02-26T12:43:48.445" v="68" actId="1076"/>
          <ac:spMkLst>
            <pc:docMk/>
            <pc:sldMk cId="2848264056" sldId="256"/>
            <ac:spMk id="2" creationId="{94DDDCD0-BBA1-3611-9542-299E3D37BA49}"/>
          </ac:spMkLst>
        </pc:spChg>
        <pc:picChg chg="add mod">
          <ac:chgData name="Oumar Coulibaly" userId="410d7d9053e664c5" providerId="LiveId" clId="{C7174FF6-D772-4FD3-BE04-ED3E664F966B}" dt="2026-02-26T12:43:24.858" v="63" actId="1076"/>
          <ac:picMkLst>
            <pc:docMk/>
            <pc:sldMk cId="2848264056" sldId="256"/>
            <ac:picMk id="6" creationId="{6D879FE9-15FB-618F-3C80-89FEF6C3D381}"/>
          </ac:picMkLst>
        </pc:picChg>
        <pc:picChg chg="add mod">
          <ac:chgData name="Oumar Coulibaly" userId="410d7d9053e664c5" providerId="LiveId" clId="{C7174FF6-D772-4FD3-BE04-ED3E664F966B}" dt="2026-02-26T12:43:28.263" v="64" actId="1076"/>
          <ac:picMkLst>
            <pc:docMk/>
            <pc:sldMk cId="2848264056" sldId="256"/>
            <ac:picMk id="8" creationId="{7141C009-0568-8421-1018-D72496EC29AD}"/>
          </ac:picMkLst>
        </pc:picChg>
        <pc:picChg chg="add mod">
          <ac:chgData name="Oumar Coulibaly" userId="410d7d9053e664c5" providerId="LiveId" clId="{C7174FF6-D772-4FD3-BE04-ED3E664F966B}" dt="2026-02-26T12:43:32.943" v="65" actId="1076"/>
          <ac:picMkLst>
            <pc:docMk/>
            <pc:sldMk cId="2848264056" sldId="256"/>
            <ac:picMk id="10" creationId="{7EC5F00D-7FBB-05EC-3E60-910AD0CA54C3}"/>
          </ac:picMkLst>
        </pc:picChg>
        <pc:picChg chg="add mod">
          <ac:chgData name="Oumar Coulibaly" userId="410d7d9053e664c5" providerId="LiveId" clId="{C7174FF6-D772-4FD3-BE04-ED3E664F966B}" dt="2026-02-26T12:43:44.040" v="67" actId="1076"/>
          <ac:picMkLst>
            <pc:docMk/>
            <pc:sldMk cId="2848264056" sldId="256"/>
            <ac:picMk id="12" creationId="{E03CA6D7-823A-2E43-759C-A265ACBF9395}"/>
          </ac:picMkLst>
        </pc:picChg>
        <pc:picChg chg="add mod">
          <ac:chgData name="Oumar Coulibaly" userId="410d7d9053e664c5" providerId="LiveId" clId="{C7174FF6-D772-4FD3-BE04-ED3E664F966B}" dt="2026-02-26T12:43:40.233" v="66" actId="1076"/>
          <ac:picMkLst>
            <pc:docMk/>
            <pc:sldMk cId="2848264056" sldId="256"/>
            <ac:picMk id="14" creationId="{EC8EAE39-56CE-4AD4-62DD-C05F344F8FA8}"/>
          </ac:picMkLst>
        </pc:picChg>
        <pc:picChg chg="add mod">
          <ac:chgData name="Oumar Coulibaly" userId="410d7d9053e664c5" providerId="LiveId" clId="{C7174FF6-D772-4FD3-BE04-ED3E664F966B}" dt="2026-02-26T12:44:35.476" v="73" actId="1076"/>
          <ac:picMkLst>
            <pc:docMk/>
            <pc:sldMk cId="2848264056" sldId="256"/>
            <ac:picMk id="16" creationId="{35F20CA1-B0DA-0294-9469-B137311C77CC}"/>
          </ac:picMkLst>
        </pc:picChg>
        <pc:picChg chg="add mod">
          <ac:chgData name="Oumar Coulibaly" userId="410d7d9053e664c5" providerId="LiveId" clId="{C7174FF6-D772-4FD3-BE04-ED3E664F966B}" dt="2026-02-26T12:46:30.097" v="78" actId="14100"/>
          <ac:picMkLst>
            <pc:docMk/>
            <pc:sldMk cId="2848264056" sldId="256"/>
            <ac:picMk id="18" creationId="{2E717101-FD7B-449D-47B7-A2D4C7F32F86}"/>
          </ac:picMkLst>
        </pc:picChg>
        <pc:picChg chg="add mod">
          <ac:chgData name="Oumar Coulibaly" userId="410d7d9053e664c5" providerId="LiveId" clId="{C7174FF6-D772-4FD3-BE04-ED3E664F966B}" dt="2026-02-26T12:48:01.213" v="84" actId="14100"/>
          <ac:picMkLst>
            <pc:docMk/>
            <pc:sldMk cId="2848264056" sldId="256"/>
            <ac:picMk id="20" creationId="{EDA608D5-2DC1-9664-588B-0A8F51981677}"/>
          </ac:picMkLst>
        </pc:picChg>
        <pc:picChg chg="add mod">
          <ac:chgData name="Oumar Coulibaly" userId="410d7d9053e664c5" providerId="LiveId" clId="{C7174FF6-D772-4FD3-BE04-ED3E664F966B}" dt="2026-02-26T12:49:45.336" v="94" actId="14100"/>
          <ac:picMkLst>
            <pc:docMk/>
            <pc:sldMk cId="2848264056" sldId="256"/>
            <ac:picMk id="22" creationId="{087247A8-3B95-ADCC-4CD9-11BA5BE54D32}"/>
          </ac:picMkLst>
        </pc:picChg>
      </pc:sldChg>
      <pc:sldChg chg="addSp delSp modSp add mod">
        <pc:chgData name="Oumar Coulibaly" userId="410d7d9053e664c5" providerId="LiveId" clId="{C7174FF6-D772-4FD3-BE04-ED3E664F966B}" dt="2026-02-26T12:54:19.376" v="122" actId="14100"/>
        <pc:sldMkLst>
          <pc:docMk/>
          <pc:sldMk cId="597330828" sldId="257"/>
        </pc:sldMkLst>
        <pc:picChg chg="add mod">
          <ac:chgData name="Oumar Coulibaly" userId="410d7d9053e664c5" providerId="LiveId" clId="{C7174FF6-D772-4FD3-BE04-ED3E664F966B}" dt="2026-02-26T12:51:39.774" v="108" actId="14100"/>
          <ac:picMkLst>
            <pc:docMk/>
            <pc:sldMk cId="597330828" sldId="257"/>
            <ac:picMk id="4" creationId="{684E9163-5D1B-8AE4-53DE-D33461B7CCB6}"/>
          </ac:picMkLst>
        </pc:picChg>
        <pc:picChg chg="add mod">
          <ac:chgData name="Oumar Coulibaly" userId="410d7d9053e664c5" providerId="LiveId" clId="{C7174FF6-D772-4FD3-BE04-ED3E664F966B}" dt="2026-02-26T12:54:19.376" v="122" actId="14100"/>
          <ac:picMkLst>
            <pc:docMk/>
            <pc:sldMk cId="597330828" sldId="257"/>
            <ac:picMk id="7" creationId="{E1F318B3-A75E-051E-B932-46CF51831D80}"/>
          </ac:picMkLst>
        </pc:picChg>
        <pc:picChg chg="add mod">
          <ac:chgData name="Oumar Coulibaly" userId="410d7d9053e664c5" providerId="LiveId" clId="{C7174FF6-D772-4FD3-BE04-ED3E664F966B}" dt="2026-02-26T12:53:43.361" v="119" actId="1076"/>
          <ac:picMkLst>
            <pc:docMk/>
            <pc:sldMk cId="597330828" sldId="257"/>
            <ac:picMk id="11" creationId="{A81B22A8-A197-EA52-3EFA-D99C064C1B85}"/>
          </ac:picMkLst>
        </pc:picChg>
      </pc:sldChg>
      <pc:sldChg chg="addSp delSp modSp add mod">
        <pc:chgData name="Oumar Coulibaly" userId="410d7d9053e664c5" providerId="LiveId" clId="{C7174FF6-D772-4FD3-BE04-ED3E664F966B}" dt="2026-03-02T09:43:56.267" v="3041" actId="20577"/>
        <pc:sldMkLst>
          <pc:docMk/>
          <pc:sldMk cId="2120186914" sldId="258"/>
        </pc:sldMkLst>
        <pc:spChg chg="mod">
          <ac:chgData name="Oumar Coulibaly" userId="410d7d9053e664c5" providerId="LiveId" clId="{C7174FF6-D772-4FD3-BE04-ED3E664F966B}" dt="2026-03-02T08:30:18.849" v="155" actId="20577"/>
          <ac:spMkLst>
            <pc:docMk/>
            <pc:sldMk cId="2120186914" sldId="258"/>
            <ac:spMk id="2" creationId="{945408AF-648C-2D5A-F167-82FE3FF3C9DF}"/>
          </ac:spMkLst>
        </pc:spChg>
        <pc:spChg chg="add mod">
          <ac:chgData name="Oumar Coulibaly" userId="410d7d9053e664c5" providerId="LiveId" clId="{C7174FF6-D772-4FD3-BE04-ED3E664F966B}" dt="2026-03-02T09:43:37.552" v="3032" actId="20577"/>
          <ac:spMkLst>
            <pc:docMk/>
            <pc:sldMk cId="2120186914" sldId="258"/>
            <ac:spMk id="3" creationId="{D0D01D10-EBC4-19B2-5C79-A3A85B38BF1C}"/>
          </ac:spMkLst>
        </pc:spChg>
        <pc:spChg chg="add mod">
          <ac:chgData name="Oumar Coulibaly" userId="410d7d9053e664c5" providerId="LiveId" clId="{C7174FF6-D772-4FD3-BE04-ED3E664F966B}" dt="2026-03-02T09:43:56.267" v="3041" actId="20577"/>
          <ac:spMkLst>
            <pc:docMk/>
            <pc:sldMk cId="2120186914" sldId="258"/>
            <ac:spMk id="5" creationId="{270159E9-8A1C-8751-07DA-122750951B69}"/>
          </ac:spMkLst>
        </pc:spChg>
        <pc:picChg chg="del">
          <ac:chgData name="Oumar Coulibaly" userId="410d7d9053e664c5" providerId="LiveId" clId="{C7174FF6-D772-4FD3-BE04-ED3E664F966B}" dt="2026-03-02T08:30:09.953" v="152" actId="478"/>
          <ac:picMkLst>
            <pc:docMk/>
            <pc:sldMk cId="2120186914" sldId="258"/>
            <ac:picMk id="4" creationId="{457FB0BA-122C-8C9D-0464-2C94BDF63CE8}"/>
          </ac:picMkLst>
        </pc:picChg>
        <pc:picChg chg="del">
          <ac:chgData name="Oumar Coulibaly" userId="410d7d9053e664c5" providerId="LiveId" clId="{C7174FF6-D772-4FD3-BE04-ED3E664F966B}" dt="2026-03-02T08:30:11.569" v="154" actId="478"/>
          <ac:picMkLst>
            <pc:docMk/>
            <pc:sldMk cId="2120186914" sldId="258"/>
            <ac:picMk id="7" creationId="{A6C128D6-8DC3-C888-0128-47A412EDB4A2}"/>
          </ac:picMkLst>
        </pc:picChg>
        <pc:picChg chg="del">
          <ac:chgData name="Oumar Coulibaly" userId="410d7d9053e664c5" providerId="LiveId" clId="{C7174FF6-D772-4FD3-BE04-ED3E664F966B}" dt="2026-03-02T08:30:10.870" v="153" actId="478"/>
          <ac:picMkLst>
            <pc:docMk/>
            <pc:sldMk cId="2120186914" sldId="258"/>
            <ac:picMk id="11" creationId="{EFF8290D-94C4-74F3-CA15-C5D2B4411048}"/>
          </ac:picMkLst>
        </pc:picChg>
      </pc:sldChg>
      <pc:sldChg chg="addSp delSp modSp add mod">
        <pc:chgData name="Oumar Coulibaly" userId="410d7d9053e664c5" providerId="LiveId" clId="{C7174FF6-D772-4FD3-BE04-ED3E664F966B}" dt="2026-03-02T11:16:03.366" v="6020" actId="478"/>
        <pc:sldMkLst>
          <pc:docMk/>
          <pc:sldMk cId="3969940740" sldId="259"/>
        </pc:sldMkLst>
        <pc:spChg chg="mod">
          <ac:chgData name="Oumar Coulibaly" userId="410d7d9053e664c5" providerId="LiveId" clId="{C7174FF6-D772-4FD3-BE04-ED3E664F966B}" dt="2026-03-02T10:47:58.877" v="5356" actId="113"/>
          <ac:spMkLst>
            <pc:docMk/>
            <pc:sldMk cId="3969940740" sldId="259"/>
            <ac:spMk id="3" creationId="{04D928A3-664D-8D02-1826-864FDB5A90FD}"/>
          </ac:spMkLst>
        </pc:spChg>
        <pc:spChg chg="add del mod">
          <ac:chgData name="Oumar Coulibaly" userId="410d7d9053e664c5" providerId="LiveId" clId="{C7174FF6-D772-4FD3-BE04-ED3E664F966B}" dt="2026-03-02T11:16:03.366" v="6020" actId="478"/>
          <ac:spMkLst>
            <pc:docMk/>
            <pc:sldMk cId="3969940740" sldId="259"/>
            <ac:spMk id="4" creationId="{39822E21-F2D3-3995-A373-557838EAAF34}"/>
          </ac:spMkLst>
        </pc:spChg>
        <pc:spChg chg="del">
          <ac:chgData name="Oumar Coulibaly" userId="410d7d9053e664c5" providerId="LiveId" clId="{C7174FF6-D772-4FD3-BE04-ED3E664F966B}" dt="2026-03-02T09:44:14.477" v="3043" actId="478"/>
          <ac:spMkLst>
            <pc:docMk/>
            <pc:sldMk cId="3969940740" sldId="259"/>
            <ac:spMk id="5" creationId="{4ED25882-606E-8D9D-A6D1-34B0933F1998}"/>
          </ac:spMkLst>
        </pc:spChg>
      </pc:sldChg>
      <pc:sldChg chg="addSp delSp modSp add mod">
        <pc:chgData name="Oumar Coulibaly" userId="410d7d9053e664c5" providerId="LiveId" clId="{C7174FF6-D772-4FD3-BE04-ED3E664F966B}" dt="2026-03-02T11:15:47.474" v="6018" actId="14100"/>
        <pc:sldMkLst>
          <pc:docMk/>
          <pc:sldMk cId="1180597513" sldId="260"/>
        </pc:sldMkLst>
        <pc:spChg chg="mod">
          <ac:chgData name="Oumar Coulibaly" userId="410d7d9053e664c5" providerId="LiveId" clId="{C7174FF6-D772-4FD3-BE04-ED3E664F966B}" dt="2026-03-02T11:13:26.355" v="5978" actId="20577"/>
          <ac:spMkLst>
            <pc:docMk/>
            <pc:sldMk cId="1180597513" sldId="260"/>
            <ac:spMk id="2" creationId="{0A197641-1F7E-2540-6405-5492B41D1A8C}"/>
          </ac:spMkLst>
        </pc:spChg>
        <pc:spChg chg="del">
          <ac:chgData name="Oumar Coulibaly" userId="410d7d9053e664c5" providerId="LiveId" clId="{C7174FF6-D772-4FD3-BE04-ED3E664F966B}" dt="2026-03-02T11:13:11.641" v="5952" actId="478"/>
          <ac:spMkLst>
            <pc:docMk/>
            <pc:sldMk cId="1180597513" sldId="260"/>
            <ac:spMk id="3" creationId="{4E2E4E56-1009-9DFC-D2E8-B07D48680158}"/>
          </ac:spMkLst>
        </pc:spChg>
        <pc:spChg chg="mod">
          <ac:chgData name="Oumar Coulibaly" userId="410d7d9053e664c5" providerId="LiveId" clId="{C7174FF6-D772-4FD3-BE04-ED3E664F966B}" dt="2026-03-02T11:15:47.474" v="6018" actId="14100"/>
          <ac:spMkLst>
            <pc:docMk/>
            <pc:sldMk cId="1180597513" sldId="260"/>
            <ac:spMk id="4" creationId="{C7D9A13A-AAE4-AF09-F4D2-8CCB400B5384}"/>
          </ac:spMkLst>
        </pc:spChg>
        <pc:spChg chg="add mod">
          <ac:chgData name="Oumar Coulibaly" userId="410d7d9053e664c5" providerId="LiveId" clId="{C7174FF6-D772-4FD3-BE04-ED3E664F966B}" dt="2026-03-02T11:14:25.060" v="6011" actId="108"/>
          <ac:spMkLst>
            <pc:docMk/>
            <pc:sldMk cId="1180597513" sldId="260"/>
            <ac:spMk id="5" creationId="{B1C197B6-E7C3-770D-FF93-44BB354C7619}"/>
          </ac:spMkLst>
        </pc:spChg>
        <pc:picChg chg="add mod">
          <ac:chgData name="Oumar Coulibaly" userId="410d7d9053e664c5" providerId="LiveId" clId="{C7174FF6-D772-4FD3-BE04-ED3E664F966B}" dt="2026-03-02T11:15:44.825" v="6017" actId="14100"/>
          <ac:picMkLst>
            <pc:docMk/>
            <pc:sldMk cId="1180597513" sldId="260"/>
            <ac:picMk id="7" creationId="{305B4229-94A6-5F06-1F73-4470E9A9D802}"/>
          </ac:picMkLst>
        </pc:picChg>
      </pc:sldChg>
      <pc:sldChg chg="addSp delSp modSp add mod">
        <pc:chgData name="Oumar Coulibaly" userId="410d7d9053e664c5" providerId="LiveId" clId="{C7174FF6-D772-4FD3-BE04-ED3E664F966B}" dt="2026-03-02T11:55:56.681" v="6897" actId="1076"/>
        <pc:sldMkLst>
          <pc:docMk/>
          <pc:sldMk cId="3288373940" sldId="261"/>
        </pc:sldMkLst>
        <pc:spChg chg="mod">
          <ac:chgData name="Oumar Coulibaly" userId="410d7d9053e664c5" providerId="LiveId" clId="{C7174FF6-D772-4FD3-BE04-ED3E664F966B}" dt="2026-03-02T11:30:42.014" v="6353" actId="1076"/>
          <ac:spMkLst>
            <pc:docMk/>
            <pc:sldMk cId="3288373940" sldId="261"/>
            <ac:spMk id="2" creationId="{D176AF87-9083-C460-40BF-30195801FB27}"/>
          </ac:spMkLst>
        </pc:spChg>
        <pc:spChg chg="del mod">
          <ac:chgData name="Oumar Coulibaly" userId="410d7d9053e664c5" providerId="LiveId" clId="{C7174FF6-D772-4FD3-BE04-ED3E664F966B}" dt="2026-03-02T11:21:28.546" v="6053" actId="478"/>
          <ac:spMkLst>
            <pc:docMk/>
            <pc:sldMk cId="3288373940" sldId="261"/>
            <ac:spMk id="4" creationId="{D2799F94-D123-9AE1-FCD6-85FB3EDB03C4}"/>
          </ac:spMkLst>
        </pc:spChg>
        <pc:spChg chg="mod">
          <ac:chgData name="Oumar Coulibaly" userId="410d7d9053e664c5" providerId="LiveId" clId="{C7174FF6-D772-4FD3-BE04-ED3E664F966B}" dt="2026-03-02T11:33:01.303" v="6446" actId="20577"/>
          <ac:spMkLst>
            <pc:docMk/>
            <pc:sldMk cId="3288373940" sldId="261"/>
            <ac:spMk id="5" creationId="{2D8075A2-3E1F-C79B-9DE5-53D00612CCF5}"/>
          </ac:spMkLst>
        </pc:spChg>
        <pc:spChg chg="add mod">
          <ac:chgData name="Oumar Coulibaly" userId="410d7d9053e664c5" providerId="LiveId" clId="{C7174FF6-D772-4FD3-BE04-ED3E664F966B}" dt="2026-03-02T11:40:36.416" v="6851" actId="20577"/>
          <ac:spMkLst>
            <pc:docMk/>
            <pc:sldMk cId="3288373940" sldId="261"/>
            <ac:spMk id="12" creationId="{C0C00D7F-20AB-91CD-E7B3-6BAFD02DA45D}"/>
          </ac:spMkLst>
        </pc:spChg>
        <pc:spChg chg="add mod">
          <ac:chgData name="Oumar Coulibaly" userId="410d7d9053e664c5" providerId="LiveId" clId="{C7174FF6-D772-4FD3-BE04-ED3E664F966B}" dt="2026-03-02T11:44:55.817" v="6883" actId="14100"/>
          <ac:spMkLst>
            <pc:docMk/>
            <pc:sldMk cId="3288373940" sldId="261"/>
            <ac:spMk id="13" creationId="{0B5A0B23-55CF-07B8-C4C4-0CCF91162D96}"/>
          </ac:spMkLst>
        </pc:spChg>
        <pc:picChg chg="add mod">
          <ac:chgData name="Oumar Coulibaly" userId="410d7d9053e664c5" providerId="LiveId" clId="{C7174FF6-D772-4FD3-BE04-ED3E664F966B}" dt="2026-03-02T11:25:12.383" v="6244" actId="14100"/>
          <ac:picMkLst>
            <pc:docMk/>
            <pc:sldMk cId="3288373940" sldId="261"/>
            <ac:picMk id="6" creationId="{A39AFC81-240C-C1F1-2E75-8B05FEC8B628}"/>
          </ac:picMkLst>
        </pc:picChg>
        <pc:picChg chg="del">
          <ac:chgData name="Oumar Coulibaly" userId="410d7d9053e664c5" providerId="LiveId" clId="{C7174FF6-D772-4FD3-BE04-ED3E664F966B}" dt="2026-03-02T11:21:29.489" v="6054" actId="478"/>
          <ac:picMkLst>
            <pc:docMk/>
            <pc:sldMk cId="3288373940" sldId="261"/>
            <ac:picMk id="7" creationId="{C0EE9256-A0A1-553C-A24D-F91495D0988B}"/>
          </ac:picMkLst>
        </pc:picChg>
        <pc:picChg chg="add mod">
          <ac:chgData name="Oumar Coulibaly" userId="410d7d9053e664c5" providerId="LiveId" clId="{C7174FF6-D772-4FD3-BE04-ED3E664F966B}" dt="2026-03-02T11:26:25.680" v="6306" actId="1076"/>
          <ac:picMkLst>
            <pc:docMk/>
            <pc:sldMk cId="3288373940" sldId="261"/>
            <ac:picMk id="9" creationId="{83079E94-FF9A-1A2B-987E-7D963C418442}"/>
          </ac:picMkLst>
        </pc:picChg>
        <pc:picChg chg="add mod">
          <ac:chgData name="Oumar Coulibaly" userId="410d7d9053e664c5" providerId="LiveId" clId="{C7174FF6-D772-4FD3-BE04-ED3E664F966B}" dt="2026-03-02T11:28:39.666" v="6319" actId="1076"/>
          <ac:picMkLst>
            <pc:docMk/>
            <pc:sldMk cId="3288373940" sldId="261"/>
            <ac:picMk id="11" creationId="{239FEF4E-A8AE-604B-EF28-E7352A924733}"/>
          </ac:picMkLst>
        </pc:picChg>
        <pc:picChg chg="add mod">
          <ac:chgData name="Oumar Coulibaly" userId="410d7d9053e664c5" providerId="LiveId" clId="{C7174FF6-D772-4FD3-BE04-ED3E664F966B}" dt="2026-03-02T11:45:22.611" v="6888" actId="1076"/>
          <ac:picMkLst>
            <pc:docMk/>
            <pc:sldMk cId="3288373940" sldId="261"/>
            <ac:picMk id="15" creationId="{F5A760E6-8B0A-0ED6-1575-54A0A256F978}"/>
          </ac:picMkLst>
        </pc:picChg>
        <pc:picChg chg="add mod">
          <ac:chgData name="Oumar Coulibaly" userId="410d7d9053e664c5" providerId="LiveId" clId="{C7174FF6-D772-4FD3-BE04-ED3E664F966B}" dt="2026-03-02T11:55:56.681" v="6897" actId="1076"/>
          <ac:picMkLst>
            <pc:docMk/>
            <pc:sldMk cId="3288373940" sldId="261"/>
            <ac:picMk id="17" creationId="{4D5BF52A-0129-61E7-B174-F63DCB4A1F47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40AECF-5DD2-D24B-DD33-393674EFC9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C8D9BB6-2F17-A6CD-B3FA-30DBF2F86D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515333-638A-890C-6BC1-F738BDCA07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575BE-91DC-47C4-B513-84BA3C545695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9424E8-6651-1B22-D166-09EC216F54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81343E-9A2A-E409-CC66-96631BD0A1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68FAF6-9E89-4114-8570-661AD8FB52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68498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E3CCF2-069B-C3BE-ED6C-567D67A5FA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4D9114-5B54-9FA4-362B-960A47C2C3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C0BD0E-8F58-724D-3CEA-CDB560441E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575BE-91DC-47C4-B513-84BA3C545695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849E72-E583-F42E-5406-DFCD87AFEF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B4252D-9620-4C5C-F5DA-F931FBAD4B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68FAF6-9E89-4114-8570-661AD8FB52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6279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D49023-4DBD-7E35-7521-403C4BFB14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7FDFAA-DA7C-5D22-98FC-4FAF1570E4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0DAEE3-573E-C8D1-A323-3464B06A62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575BE-91DC-47C4-B513-84BA3C545695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B6F8C9-48B3-6697-BB52-EC4577D56B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C3166A-4E99-3650-5D5E-49121048BE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68FAF6-9E89-4114-8570-661AD8FB52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05289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75B9D7-D9F7-3203-E54F-57F75EABB9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DF4B8B-CB79-0D78-AC14-93DE6706ECE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2C10F0-B04E-BF1E-9FF5-D5039994F2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565E10-A60D-BE02-08E9-78A098F823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575BE-91DC-47C4-B513-84BA3C545695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EAD8A1-3572-6621-F5C4-92C4A8C298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D10476-2806-8E96-3434-292BFCC88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68FAF6-9E89-4114-8570-661AD8FB52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36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B45D62-78F9-AEF7-523E-15EAB28700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F05C6D-6313-2F6E-10A1-AE6448F168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CF528A-F1E4-C292-609A-00E9EEA9A3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9BDFB2C-CF73-C398-64CE-66816633D31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2F86C57-D1DC-3847-7634-B0779727E6A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79D0B29-F2F5-53A7-B77A-39BE50CB03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575BE-91DC-47C4-B513-84BA3C545695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6D3AF4B-4EDC-F784-7040-A29D2C9108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9FB69A9-12F9-2691-3362-E9ABDCAC4C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68FAF6-9E89-4114-8570-661AD8FB52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41068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19F2DA-EFE7-4FEB-FC83-57ECC50B82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26C142C-D8C6-2C3A-2A11-325CA2550F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575BE-91DC-47C4-B513-84BA3C545695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4FA94D4-A9E0-865C-F2A0-28BDB26E6F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59566EE-4B0F-FE44-D66A-777AF6369A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68FAF6-9E89-4114-8570-661AD8FB52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51126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F934552-0A09-6EF9-6FEB-CACC748868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575BE-91DC-47C4-B513-84BA3C545695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B428847-980F-5F54-27D6-ACB49D8E5E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E27BAD-81D8-8660-960B-0F143EC6A7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68FAF6-9E89-4114-8570-661AD8FB52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04696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C7A0EF-A5ED-8963-8F62-E360F6475A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CAD2DA-1D4F-15C8-4996-9D160A92FF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5E22C6-11B5-9A6E-94F0-6CD64F9A7F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712E50-63DA-4C1C-1181-541D34F55C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575BE-91DC-47C4-B513-84BA3C545695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2BC073-6B7D-B2B9-6984-CD610EB89F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DCB59C-3211-BE67-5814-4375888F8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68FAF6-9E89-4114-8570-661AD8FB52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61041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5A5493-685C-AAB3-9EB0-B1BD82ECEE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10C5476-3EFE-7AA2-CE2A-529FABB079F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27B18D-F8F1-68D2-CEF0-A26F0D0457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7786E5-71D4-751E-5D4B-22C878A726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575BE-91DC-47C4-B513-84BA3C545695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DC8AE6-DE36-4649-BFF2-7916505DB3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5790AF-4E94-69F0-B531-BBD92F6F5B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68FAF6-9E89-4114-8570-661AD8FB52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81011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ADEDC2-4F15-54A7-6777-EB40D57E0A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16B348-C69E-A5D2-5470-A867B25701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047EF1-BAF5-7CDF-8B62-69228D6165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575BE-91DC-47C4-B513-84BA3C545695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F1B785-A4BA-3F9F-4890-F1E2A3E1E8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67B238-B0FC-B76A-161F-1434471B70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68FAF6-9E89-4114-8570-661AD8FB52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93737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3D42FC6-8F4F-3CF9-0B26-F9E1B8277F7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DF37EE1-C196-29F0-DF06-C4B16536E8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9F7AC4-52C3-9AD0-824D-5C73658FBC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575BE-91DC-47C4-B513-84BA3C545695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C7F97B-68BB-1E93-0F97-55DFBE9F55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DB503B-4823-AD51-CA78-D1D56CEF3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68FAF6-9E89-4114-8570-661AD8FB52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11660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762B9F5-1856-22C3-15AF-C5C0A6A305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C7A94B-FCFE-6A11-11E9-38BBF51BF8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B73F9D-8475-8CB5-31FB-76E10317099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7575BE-91DC-47C4-B513-84BA3C545695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20A22B-103E-4B9F-407A-982E317E8C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B81F74-C4E5-478D-27E5-D1CC710735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68FAF6-9E89-4114-8570-661AD8FB52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7735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DDDCD0-BBA1-3611-9542-299E3D37BA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76981" y="216723"/>
            <a:ext cx="9144000" cy="539288"/>
          </a:xfrm>
        </p:spPr>
        <p:txBody>
          <a:bodyPr>
            <a:normAutofit fontScale="90000"/>
          </a:bodyPr>
          <a:lstStyle/>
          <a:p>
            <a:r>
              <a:rPr lang="nl-BE" dirty="0"/>
              <a:t>Performence tunning </a:t>
            </a:r>
            <a:endParaRPr lang="en-US" dirty="0"/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D879FE9-15FB-618F-3C80-89FEF6C3D3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6185" y="838451"/>
            <a:ext cx="3291436" cy="1944940"/>
          </a:xfrm>
          <a:prstGeom prst="rect">
            <a:avLst/>
          </a:prstGeom>
        </p:spPr>
      </p:pic>
      <p:pic>
        <p:nvPicPr>
          <p:cNvPr id="8" name="Picture 7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7141C009-0568-8421-1018-D72496EC29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3560" y="912001"/>
            <a:ext cx="3360441" cy="1999462"/>
          </a:xfrm>
          <a:prstGeom prst="rect">
            <a:avLst/>
          </a:prstGeom>
        </p:spPr>
      </p:pic>
      <p:pic>
        <p:nvPicPr>
          <p:cNvPr id="10" name="Picture 9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7EC5F00D-7FBB-05EC-3E60-910AD0CA54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24166" y="855407"/>
            <a:ext cx="3048425" cy="1743318"/>
          </a:xfrm>
          <a:prstGeom prst="rect">
            <a:avLst/>
          </a:prstGeom>
        </p:spPr>
      </p:pic>
      <p:pic>
        <p:nvPicPr>
          <p:cNvPr id="12" name="Picture 1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03CA6D7-823A-2E43-759C-A265ACBF939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91810" y="616747"/>
            <a:ext cx="3860765" cy="945493"/>
          </a:xfrm>
          <a:prstGeom prst="rect">
            <a:avLst/>
          </a:prstGeom>
        </p:spPr>
      </p:pic>
      <p:pic>
        <p:nvPicPr>
          <p:cNvPr id="14" name="Picture 1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C8EAE39-56CE-4AD4-62DD-C05F344F8FA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63746" y="1468015"/>
            <a:ext cx="2967177" cy="5353665"/>
          </a:xfrm>
          <a:prstGeom prst="rect">
            <a:avLst/>
          </a:prstGeom>
        </p:spPr>
      </p:pic>
      <p:pic>
        <p:nvPicPr>
          <p:cNvPr id="16" name="Picture 15" descr="A screenshot of a web page&#10;&#10;AI-generated content may be incorrect.">
            <a:extLst>
              <a:ext uri="{FF2B5EF4-FFF2-40B4-BE49-F238E27FC236}">
                <a16:creationId xmlns:a16="http://schemas.microsoft.com/office/drawing/2014/main" id="{35F20CA1-B0DA-0294-9469-B137311C77C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100" y="2985013"/>
            <a:ext cx="3887775" cy="1598777"/>
          </a:xfrm>
          <a:prstGeom prst="rect">
            <a:avLst/>
          </a:prstGeom>
        </p:spPr>
      </p:pic>
      <p:pic>
        <p:nvPicPr>
          <p:cNvPr id="18" name="Picture 17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2E717101-FD7B-449D-47B7-A2D4C7F32F8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449464" y="3208708"/>
            <a:ext cx="3558123" cy="1375082"/>
          </a:xfrm>
          <a:prstGeom prst="rect">
            <a:avLst/>
          </a:prstGeom>
        </p:spPr>
      </p:pic>
      <p:pic>
        <p:nvPicPr>
          <p:cNvPr id="20" name="Picture 19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EDA608D5-2DC1-9664-588B-0A8F5198167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220929" y="3480604"/>
            <a:ext cx="3472656" cy="2518022"/>
          </a:xfrm>
          <a:prstGeom prst="rect">
            <a:avLst/>
          </a:prstGeom>
        </p:spPr>
      </p:pic>
      <p:pic>
        <p:nvPicPr>
          <p:cNvPr id="22" name="Picture 2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87247A8-3B95-ADCC-4CD9-11BA5BE54D3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58084" y="4797502"/>
            <a:ext cx="4353245" cy="2060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82640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CB5A29-BFA5-8BF4-48A5-70FF7D86B5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5ECB32-85BA-10D1-12EC-26B4E6FEF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76981" y="216723"/>
            <a:ext cx="9144000" cy="539288"/>
          </a:xfrm>
        </p:spPr>
        <p:txBody>
          <a:bodyPr>
            <a:normAutofit fontScale="90000"/>
          </a:bodyPr>
          <a:lstStyle/>
          <a:p>
            <a:r>
              <a:rPr lang="nl-BE" dirty="0"/>
              <a:t>Performence tunning </a:t>
            </a:r>
            <a:endParaRPr lang="en-US" dirty="0"/>
          </a:p>
        </p:txBody>
      </p:sp>
      <p:pic>
        <p:nvPicPr>
          <p:cNvPr id="4" name="Picture 3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684E9163-5D1B-8AE4-53DE-D33461B7CC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525" y="1074679"/>
            <a:ext cx="4735156" cy="1688186"/>
          </a:xfrm>
          <a:prstGeom prst="rect">
            <a:avLst/>
          </a:prstGeom>
        </p:spPr>
      </p:pic>
      <p:pic>
        <p:nvPicPr>
          <p:cNvPr id="7" name="Picture 6" descr="A white box with black text&#10;&#10;AI-generated content may be incorrect.">
            <a:extLst>
              <a:ext uri="{FF2B5EF4-FFF2-40B4-BE49-F238E27FC236}">
                <a16:creationId xmlns:a16="http://schemas.microsoft.com/office/drawing/2014/main" id="{E1F318B3-A75E-051E-B932-46CF51831D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8257" y="2625592"/>
            <a:ext cx="5031008" cy="2418754"/>
          </a:xfrm>
          <a:prstGeom prst="rect">
            <a:avLst/>
          </a:prstGeom>
        </p:spPr>
      </p:pic>
      <p:pic>
        <p:nvPicPr>
          <p:cNvPr id="11" name="Picture 10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A81B22A8-A197-EA52-3EFA-D99C064C1B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9783" y="910854"/>
            <a:ext cx="4782217" cy="1714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73308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A5DAEA-0EC7-6A92-B810-0A7D026D29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5408AF-648C-2D5A-F167-82FE3FF3C9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8951" y="128017"/>
            <a:ext cx="8208067" cy="448056"/>
          </a:xfrm>
        </p:spPr>
        <p:txBody>
          <a:bodyPr>
            <a:noAutofit/>
          </a:bodyPr>
          <a:lstStyle/>
          <a:p>
            <a:r>
              <a:rPr lang="nl-BE" sz="4000" dirty="0"/>
              <a:t>PBI Problems solving</a:t>
            </a:r>
            <a:endParaRPr lang="en-US" sz="4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0D01D10-EBC4-19B2-5C79-A3A85B38BF1C}"/>
              </a:ext>
            </a:extLst>
          </p:cNvPr>
          <p:cNvSpPr txBox="1"/>
          <p:nvPr/>
        </p:nvSpPr>
        <p:spPr>
          <a:xfrm>
            <a:off x="318516" y="576073"/>
            <a:ext cx="11329416" cy="286232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nl-BE" sz="900" b="1" i="1" dirty="0">
                <a:solidFill>
                  <a:srgbClr val="FF0000"/>
                </a:solidFill>
              </a:rPr>
              <a:t>Topic 1 :</a:t>
            </a:r>
          </a:p>
          <a:p>
            <a:r>
              <a:rPr lang="nl-BE" sz="900" b="1" i="1" dirty="0"/>
              <a:t>Goal</a:t>
            </a:r>
            <a:r>
              <a:rPr lang="nl-BE" sz="900" dirty="0"/>
              <a:t> : reduce report (fact table of 1 billion rows ) load time from several minute to less than 1 min</a:t>
            </a:r>
          </a:p>
          <a:p>
            <a:endParaRPr lang="nl-BE" sz="900" b="1" i="1" dirty="0">
              <a:solidFill>
                <a:srgbClr val="FF0000"/>
              </a:solidFill>
            </a:endParaRPr>
          </a:p>
          <a:p>
            <a:r>
              <a:rPr lang="nl-BE" sz="900" b="1" i="1" dirty="0"/>
              <a:t>Problem </a:t>
            </a:r>
          </a:p>
          <a:p>
            <a:r>
              <a:rPr lang="nl-BE" sz="900" dirty="0"/>
              <a:t>Fact table in sql server 2022 (1 billion rows) – Repofrt load time 6 to 10 min – Visuals timing out -- Power Bi Sevice refresh failure –</a:t>
            </a:r>
          </a:p>
          <a:p>
            <a:endParaRPr lang="nl-BE" sz="900" dirty="0"/>
          </a:p>
          <a:p>
            <a:r>
              <a:rPr lang="nl-BE" sz="900" b="1" i="1" dirty="0"/>
              <a:t>Root cause </a:t>
            </a:r>
            <a:r>
              <a:rPr lang="nl-BE" sz="900" dirty="0"/>
              <a:t>:</a:t>
            </a:r>
          </a:p>
          <a:p>
            <a:r>
              <a:rPr lang="nl-BE" sz="900" dirty="0"/>
              <a:t>No partitionfor the big fact table – No index strategy – Complex Dax queries with nested Filers – Import mode with full refrsh – No Incremental load set up –Data model not properly created</a:t>
            </a:r>
          </a:p>
          <a:p>
            <a:endParaRPr lang="nl-BE" sz="900" dirty="0"/>
          </a:p>
          <a:p>
            <a:r>
              <a:rPr lang="nl-BE" sz="900" b="1" i="1" dirty="0"/>
              <a:t>Soluition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nl-BE" sz="800" b="1" i="1" dirty="0">
                <a:solidFill>
                  <a:schemeClr val="accent1"/>
                </a:solidFill>
              </a:rPr>
              <a:t>Database</a:t>
            </a:r>
            <a:r>
              <a:rPr lang="nl-BE" sz="900" dirty="0"/>
              <a:t>  : Implement table partition (by year/Month) –Add column store index – Update the fact tables statistics , create some views instead of using the tabls it self.	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nl-BE" sz="800" b="1" i="1" dirty="0">
                <a:solidFill>
                  <a:schemeClr val="accent1"/>
                </a:solidFill>
              </a:rPr>
              <a:t>Data model </a:t>
            </a:r>
            <a:r>
              <a:rPr lang="nl-BE" sz="900" dirty="0"/>
              <a:t>: Create a proper star / Snauflake model , remove bi-directionel relationships , reduce cardinality when there were to mush , Replace calculated column by using measure or calculate some kpi on view lavel , implement a proper incremental load and refresh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nl-BE" sz="800" b="1" i="1" dirty="0">
                <a:solidFill>
                  <a:schemeClr val="accent1"/>
                </a:solidFill>
              </a:rPr>
              <a:t>Capacity optimisation </a:t>
            </a:r>
            <a:r>
              <a:rPr lang="nl-BE" sz="900" dirty="0"/>
              <a:t>: Schedul teh refresh during the low-usage period , Monitor the performence using Performence Analyzer and Dax studion</a:t>
            </a:r>
          </a:p>
          <a:p>
            <a:endParaRPr lang="nl-BE" sz="900" dirty="0"/>
          </a:p>
          <a:p>
            <a:r>
              <a:rPr lang="nl-BE" sz="900" dirty="0"/>
              <a:t>R</a:t>
            </a:r>
            <a:r>
              <a:rPr lang="nl-BE" sz="900" b="1" i="1" dirty="0"/>
              <a:t>esult </a:t>
            </a:r>
          </a:p>
          <a:p>
            <a:r>
              <a:rPr lang="nl-BE" sz="900" dirty="0"/>
              <a:t>Load time reduce from 6 min to 30 sec</a:t>
            </a:r>
          </a:p>
          <a:p>
            <a:r>
              <a:rPr lang="nl-BE" sz="900" dirty="0"/>
              <a:t>Data size reduced by 60% using index </a:t>
            </a:r>
          </a:p>
          <a:p>
            <a:r>
              <a:rPr lang="nl-BE" sz="900" dirty="0"/>
              <a:t>Refrech time reduce</a:t>
            </a:r>
          </a:p>
          <a:p>
            <a:r>
              <a:rPr lang="nl-BE" sz="900" dirty="0"/>
              <a:t>User confidence in the reporting increase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70159E9-8A1C-8751-07DA-122750951B69}"/>
              </a:ext>
            </a:extLst>
          </p:cNvPr>
          <p:cNvSpPr txBox="1"/>
          <p:nvPr/>
        </p:nvSpPr>
        <p:spPr>
          <a:xfrm>
            <a:off x="318516" y="3835103"/>
            <a:ext cx="11329416" cy="2585323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nl-BE" sz="900" b="1" i="1" dirty="0">
                <a:solidFill>
                  <a:srgbClr val="FF0000"/>
                </a:solidFill>
              </a:rPr>
              <a:t>TopIC 2 :</a:t>
            </a:r>
          </a:p>
          <a:p>
            <a:r>
              <a:rPr lang="nl-BE" sz="900" b="1" i="1" dirty="0"/>
              <a:t>Goal</a:t>
            </a:r>
            <a:r>
              <a:rPr lang="nl-BE" sz="900" dirty="0"/>
              <a:t> : Compare revunue numbers in power and  a ERP application </a:t>
            </a:r>
          </a:p>
          <a:p>
            <a:endParaRPr lang="nl-BE" sz="900" dirty="0"/>
          </a:p>
          <a:p>
            <a:r>
              <a:rPr lang="nl-BE" sz="900" b="1" i="1" dirty="0"/>
              <a:t>Problem </a:t>
            </a:r>
          </a:p>
          <a:p>
            <a:r>
              <a:rPr lang="nl-BE" sz="900" dirty="0"/>
              <a:t>The revunue values in the financial application did not match the value in power bi</a:t>
            </a:r>
          </a:p>
          <a:p>
            <a:endParaRPr lang="nl-BE" sz="900" dirty="0"/>
          </a:p>
          <a:p>
            <a:r>
              <a:rPr lang="nl-BE" sz="900" b="1" i="1" dirty="0"/>
              <a:t>Root cause </a:t>
            </a:r>
            <a:r>
              <a:rPr lang="nl-BE" sz="900" dirty="0"/>
              <a:t>:</a:t>
            </a:r>
          </a:p>
          <a:p>
            <a:r>
              <a:rPr lang="nl-BE" sz="900" dirty="0"/>
              <a:t>Duplicate rows – Different  revenue calculation logic – some currency conversion not doen correctly using DAX</a:t>
            </a:r>
          </a:p>
          <a:p>
            <a:endParaRPr lang="nl-BE" sz="900" dirty="0"/>
          </a:p>
          <a:p>
            <a:r>
              <a:rPr lang="nl-BE" sz="900" b="1" i="1" dirty="0"/>
              <a:t>Soluition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nl-BE" sz="800" b="1" i="1" dirty="0">
                <a:solidFill>
                  <a:schemeClr val="accent1"/>
                </a:solidFill>
              </a:rPr>
              <a:t>Data validation </a:t>
            </a:r>
            <a:r>
              <a:rPr lang="nl-BE" sz="900" dirty="0"/>
              <a:t>  : Create a reconsiliation table (ERP and Power BI ) , check delta on daily basis  	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nl-BE" sz="800" b="1" i="1" dirty="0">
                <a:solidFill>
                  <a:schemeClr val="accent1"/>
                </a:solidFill>
              </a:rPr>
              <a:t>Data model fix </a:t>
            </a:r>
            <a:r>
              <a:rPr lang="nl-BE" sz="900" dirty="0"/>
              <a:t>: Replace the many to many relatuonship by implementing bridges tables – Standardize the KPI calcutions (agrement with the business) – create a proper currency fact table instesd of using DAX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nl-BE" sz="800" b="1" i="1" dirty="0">
                <a:solidFill>
                  <a:schemeClr val="accent1"/>
                </a:solidFill>
              </a:rPr>
              <a:t>Data gouvernance</a:t>
            </a:r>
            <a:r>
              <a:rPr lang="nl-BE" sz="900" dirty="0"/>
              <a:t>: Documentation of all KPI’s – Implementation of Sementic layer standadisation – Create a Data quality dashboad using teh consiliation table , delta..</a:t>
            </a:r>
          </a:p>
          <a:p>
            <a:endParaRPr lang="nl-BE" sz="900" dirty="0"/>
          </a:p>
          <a:p>
            <a:r>
              <a:rPr lang="nl-BE" sz="900" dirty="0"/>
              <a:t>R</a:t>
            </a:r>
            <a:r>
              <a:rPr lang="nl-BE" sz="900" b="1" i="1" dirty="0"/>
              <a:t>esult </a:t>
            </a:r>
          </a:p>
          <a:p>
            <a:r>
              <a:rPr lang="nl-BE" sz="900" dirty="0"/>
              <a:t>100% kpi missmatch eliminated </a:t>
            </a:r>
          </a:p>
          <a:p>
            <a:r>
              <a:rPr lang="nl-BE" sz="900" dirty="0"/>
              <a:t>The trust on reporting increased</a:t>
            </a:r>
          </a:p>
          <a:p>
            <a:endParaRPr lang="nl-BE" sz="900" dirty="0"/>
          </a:p>
        </p:txBody>
      </p:sp>
    </p:spTree>
    <p:extLst>
      <p:ext uri="{BB962C8B-B14F-4D97-AF65-F5344CB8AC3E}">
        <p14:creationId xmlns:p14="http://schemas.microsoft.com/office/powerpoint/2010/main" val="21201869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B480AB-8A93-52DE-E75A-3CFA4BE115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A0524B-4CE9-C046-E855-09F55BE3F1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8951" y="128017"/>
            <a:ext cx="8208067" cy="448056"/>
          </a:xfrm>
        </p:spPr>
        <p:txBody>
          <a:bodyPr>
            <a:noAutofit/>
          </a:bodyPr>
          <a:lstStyle/>
          <a:p>
            <a:r>
              <a:rPr lang="nl-BE" sz="4000" dirty="0"/>
              <a:t>PBI Problems solving</a:t>
            </a:r>
            <a:endParaRPr lang="en-US" sz="4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4D928A3-664D-8D02-1826-864FDB5A90FD}"/>
              </a:ext>
            </a:extLst>
          </p:cNvPr>
          <p:cNvSpPr txBox="1"/>
          <p:nvPr/>
        </p:nvSpPr>
        <p:spPr>
          <a:xfrm>
            <a:off x="318516" y="576073"/>
            <a:ext cx="11329416" cy="286232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nl-BE" sz="900" b="1" i="1" dirty="0">
                <a:solidFill>
                  <a:srgbClr val="FF0000"/>
                </a:solidFill>
              </a:rPr>
              <a:t>Topic 3 : </a:t>
            </a:r>
          </a:p>
          <a:p>
            <a:r>
              <a:rPr lang="nl-BE" sz="900" b="1" i="1" dirty="0"/>
              <a:t>Problem</a:t>
            </a:r>
          </a:p>
          <a:p>
            <a:r>
              <a:rPr lang="nl-BE" sz="900" dirty="0"/>
              <a:t> How to increase the reporting performance , when total rows is more than 1 billions , </a:t>
            </a:r>
          </a:p>
          <a:p>
            <a:endParaRPr lang="nl-BE" sz="900" dirty="0"/>
          </a:p>
          <a:p>
            <a:r>
              <a:rPr lang="nl-BE" sz="900" b="1" i="1" dirty="0"/>
              <a:t>Performence investigation  tools </a:t>
            </a:r>
          </a:p>
          <a:p>
            <a:r>
              <a:rPr lang="nl-BE" sz="900" dirty="0"/>
              <a:t>Performense analyzer – DAX studio –Vertipaq analyzer – usage metrics report (Fabric Capicity Metric app) – SQL exceution plan check</a:t>
            </a:r>
          </a:p>
          <a:p>
            <a:r>
              <a:rPr lang="nl-BE" sz="900" dirty="0"/>
              <a:t> </a:t>
            </a:r>
          </a:p>
          <a:p>
            <a:r>
              <a:rPr lang="nl-BE" sz="900" b="1" i="1" dirty="0"/>
              <a:t>Perfomence analysis</a:t>
            </a:r>
          </a:p>
          <a:p>
            <a:r>
              <a:rPr lang="nl-BE" sz="900" b="1" i="1" dirty="0">
                <a:solidFill>
                  <a:schemeClr val="accent1"/>
                </a:solidFill>
              </a:rPr>
              <a:t>Check</a:t>
            </a:r>
            <a:r>
              <a:rPr lang="nl-BE" sz="900" dirty="0"/>
              <a:t> : storage mode import/DQ/dual – Star /Snowflake in the model – Colum cardinaties – bidirectional relationships—Many to many relationships –Incremental refresh configured – Fact Table partition implamented – columnstore index on fact table – Use of aggregated tables -- ?</a:t>
            </a:r>
          </a:p>
          <a:p>
            <a:endParaRPr lang="nl-BE" sz="900" dirty="0"/>
          </a:p>
          <a:p>
            <a:r>
              <a:rPr lang="nl-BE" sz="900" b="1" i="1" dirty="0"/>
              <a:t> Probable solution </a:t>
            </a:r>
            <a:r>
              <a:rPr lang="nl-BE" sz="900" dirty="0"/>
              <a:t>: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nl-BE" sz="800" b="1" i="1" dirty="0">
                <a:solidFill>
                  <a:schemeClr val="accent1"/>
                </a:solidFill>
              </a:rPr>
              <a:t>Data model </a:t>
            </a:r>
            <a:r>
              <a:rPr lang="nl-BE" sz="900" dirty="0"/>
              <a:t>: Design a proper sementic data model with a STAR structure  including bridgs tables instead of using many to many realtionships and removing  snoflake configuration by doing  great denormalizing in the model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nl-BE" sz="800" b="1" i="1" dirty="0">
                <a:solidFill>
                  <a:schemeClr val="accent1"/>
                </a:solidFill>
              </a:rPr>
              <a:t>Performence issue fixes : </a:t>
            </a:r>
            <a:r>
              <a:rPr lang="nl-BE" sz="900" dirty="0"/>
              <a:t>Replace calculated column by measuers , reduce caridinalties , remove unsued columns, Optimize DAX , using variables , use less Filters() function , implemente aggregated tables (</a:t>
            </a:r>
            <a:r>
              <a:rPr lang="nl-BE" sz="900" b="1" i="1" dirty="0"/>
              <a:t>1B row </a:t>
            </a:r>
            <a:r>
              <a:rPr lang="nl-BE" sz="900" dirty="0"/>
              <a:t>is only used for drillthrough and aggregated tables </a:t>
            </a:r>
            <a:r>
              <a:rPr lang="nl-BE" sz="900" b="1" i="1" dirty="0"/>
              <a:t>5 to 6 m rows  </a:t>
            </a:r>
            <a:r>
              <a:rPr lang="nl-BE" sz="900" dirty="0"/>
              <a:t>for most visuals) , Enable Incremental refresh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nl-BE" sz="800" b="1" i="1" dirty="0">
                <a:solidFill>
                  <a:schemeClr val="accent1"/>
                </a:solidFill>
              </a:rPr>
              <a:t>Database </a:t>
            </a:r>
            <a:r>
              <a:rPr lang="nl-BE" sz="900" dirty="0"/>
              <a:t>: for big fact table use Clusted Column Index (</a:t>
            </a:r>
            <a:r>
              <a:rPr lang="nl-BE" sz="900" b="1" i="1" dirty="0"/>
              <a:t>CCI</a:t>
            </a:r>
            <a:r>
              <a:rPr lang="nl-BE" sz="900" dirty="0"/>
              <a:t>) ,Remove or modify unnecessary Nvarchar data type , partitionning of the table , Pre-aggregate heavy logic (</a:t>
            </a:r>
            <a:r>
              <a:rPr lang="nl-BE" sz="900" b="1" i="1" dirty="0"/>
              <a:t>by doing </a:t>
            </a:r>
            <a:r>
              <a:rPr lang="nl-BE" sz="900" i="1" dirty="0"/>
              <a:t>complex caculation and large volume computation on the source not on Power BI</a:t>
            </a:r>
            <a:r>
              <a:rPr lang="nl-BE" sz="900" dirty="0"/>
              <a:t>) , Validate excecution plan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nl-BE" sz="800" b="1" i="1" dirty="0">
                <a:solidFill>
                  <a:schemeClr val="accent1"/>
                </a:solidFill>
              </a:rPr>
              <a:t>Data validation </a:t>
            </a:r>
            <a:r>
              <a:rPr lang="nl-BE" sz="900" dirty="0"/>
              <a:t>: Reconsiliation tables  (between 2 app to track data discrepencies) , implement data quality dashboard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nl-BE" sz="800" b="1" i="1" dirty="0">
                <a:solidFill>
                  <a:schemeClr val="accent1"/>
                </a:solidFill>
              </a:rPr>
              <a:t>Capcity and scaling Strategy </a:t>
            </a:r>
            <a:r>
              <a:rPr lang="nl-BE" sz="900" dirty="0"/>
              <a:t>: </a:t>
            </a:r>
            <a:r>
              <a:rPr lang="nl-BE" sz="900" dirty="0">
                <a:solidFill>
                  <a:srgbClr val="FF0000"/>
                </a:solidFill>
              </a:rPr>
              <a:t>Identify memory spikes , reduce parallel refresh , Stagger data refresh , Evalute Hybrid tables , Propose scale-up or optimize before scalling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nl-BE" sz="900" dirty="0"/>
          </a:p>
        </p:txBody>
      </p:sp>
    </p:spTree>
    <p:extLst>
      <p:ext uri="{BB962C8B-B14F-4D97-AF65-F5344CB8AC3E}">
        <p14:creationId xmlns:p14="http://schemas.microsoft.com/office/powerpoint/2010/main" val="39699407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E2C8ED-3A7D-1146-463A-6653326BE6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197641-1F7E-2540-6405-5492B41D1A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8951" y="128017"/>
            <a:ext cx="8208067" cy="448056"/>
          </a:xfrm>
        </p:spPr>
        <p:txBody>
          <a:bodyPr>
            <a:noAutofit/>
          </a:bodyPr>
          <a:lstStyle/>
          <a:p>
            <a:r>
              <a:rPr lang="nl-BE" sz="4000" dirty="0"/>
              <a:t>Partition big table (fact)</a:t>
            </a:r>
            <a:endParaRPr lang="en-US" sz="4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7D9A13A-AAE4-AF09-F4D2-8CCB400B5384}"/>
              </a:ext>
            </a:extLst>
          </p:cNvPr>
          <p:cNvSpPr txBox="1"/>
          <p:nvPr/>
        </p:nvSpPr>
        <p:spPr>
          <a:xfrm>
            <a:off x="272796" y="576072"/>
            <a:ext cx="6146292" cy="40010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sz="2000" b="1" i="1" dirty="0"/>
              <a:t>Create partition on fact tables</a:t>
            </a:r>
          </a:p>
          <a:p>
            <a:r>
              <a:rPr lang="nl-BE" sz="900" b="1" i="1" dirty="0"/>
              <a:t>Step1 : Create partition function </a:t>
            </a:r>
          </a:p>
          <a:p>
            <a:r>
              <a:rPr lang="nl-BE" sz="900" i="1" dirty="0">
                <a:solidFill>
                  <a:schemeClr val="accent6">
                    <a:lumMod val="75000"/>
                  </a:schemeClr>
                </a:solidFill>
              </a:rPr>
              <a:t>Create Parition </a:t>
            </a:r>
            <a:r>
              <a:rPr lang="nl-BE" sz="900" b="1" i="1" dirty="0">
                <a:solidFill>
                  <a:schemeClr val="accent6">
                    <a:lumMod val="75000"/>
                  </a:schemeClr>
                </a:solidFill>
              </a:rPr>
              <a:t>Function</a:t>
            </a:r>
            <a:r>
              <a:rPr lang="nl-BE" sz="900" i="1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sz="900" i="1" dirty="0" err="1">
                <a:solidFill>
                  <a:schemeClr val="accent6">
                    <a:lumMod val="75000"/>
                  </a:schemeClr>
                </a:solidFill>
              </a:rPr>
              <a:t>pf_FactEnergy_ByYear</a:t>
            </a:r>
            <a:r>
              <a:rPr lang="nl-BE" sz="900" i="1" dirty="0">
                <a:solidFill>
                  <a:schemeClr val="accent6">
                    <a:lumMod val="75000"/>
                  </a:schemeClr>
                </a:solidFill>
              </a:rPr>
              <a:t>  (date)  </a:t>
            </a:r>
            <a:r>
              <a:rPr lang="nl-BE" sz="900" b="1" i="1" dirty="0">
                <a:solidFill>
                  <a:schemeClr val="accent6">
                    <a:lumMod val="75000"/>
                  </a:schemeClr>
                </a:solidFill>
              </a:rPr>
              <a:t>as range </a:t>
            </a:r>
            <a:r>
              <a:rPr lang="nl-BE" sz="900" i="1" dirty="0">
                <a:solidFill>
                  <a:schemeClr val="accent6">
                    <a:lumMod val="75000"/>
                  </a:schemeClr>
                </a:solidFill>
              </a:rPr>
              <a:t>right for values (‘2022-01-01’,’2023-01-01’,’2024-01-01’)</a:t>
            </a:r>
          </a:p>
          <a:p>
            <a:r>
              <a:rPr lang="nl-BE" sz="900" b="1" i="1" dirty="0"/>
              <a:t>Stpe2 : create partition Sheme</a:t>
            </a:r>
          </a:p>
          <a:p>
            <a:r>
              <a:rPr lang="en-GB" sz="900" i="1" dirty="0">
                <a:solidFill>
                  <a:schemeClr val="accent6">
                    <a:lumMod val="75000"/>
                  </a:schemeClr>
                </a:solidFill>
              </a:rPr>
              <a:t>CREATE PARTITION </a:t>
            </a:r>
            <a:r>
              <a:rPr lang="en-GB" sz="900" b="1" i="1" dirty="0">
                <a:solidFill>
                  <a:schemeClr val="accent6">
                    <a:lumMod val="75000"/>
                  </a:schemeClr>
                </a:solidFill>
              </a:rPr>
              <a:t>SCHEME</a:t>
            </a:r>
            <a:r>
              <a:rPr lang="en-GB" sz="900" i="1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sz="900" i="1" dirty="0" err="1">
                <a:solidFill>
                  <a:schemeClr val="accent6">
                    <a:lumMod val="75000"/>
                  </a:schemeClr>
                </a:solidFill>
              </a:rPr>
              <a:t>ps_FactEnergy_ByYear</a:t>
            </a:r>
            <a:r>
              <a:rPr lang="en-GB" sz="900" i="1" dirty="0">
                <a:solidFill>
                  <a:schemeClr val="accent6">
                    <a:lumMod val="75000"/>
                  </a:schemeClr>
                </a:solidFill>
              </a:rPr>
              <a:t>  AS PARTITION </a:t>
            </a:r>
            <a:r>
              <a:rPr lang="en-GB" sz="900" i="1" dirty="0" err="1">
                <a:solidFill>
                  <a:schemeClr val="accent6">
                    <a:lumMod val="75000"/>
                  </a:schemeClr>
                </a:solidFill>
              </a:rPr>
              <a:t>pf_FactEnergy_ByYear</a:t>
            </a:r>
            <a:r>
              <a:rPr lang="en-GB" sz="900" i="1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GB" sz="900" b="1" i="1" dirty="0">
                <a:solidFill>
                  <a:schemeClr val="accent6">
                    <a:lumMod val="75000"/>
                  </a:schemeClr>
                </a:solidFill>
              </a:rPr>
              <a:t>ALL TO </a:t>
            </a:r>
            <a:r>
              <a:rPr lang="en-GB" sz="900" i="1" dirty="0">
                <a:solidFill>
                  <a:schemeClr val="accent6">
                    <a:lumMod val="75000"/>
                  </a:schemeClr>
                </a:solidFill>
              </a:rPr>
              <a:t>([PRIMARY]);</a:t>
            </a:r>
          </a:p>
          <a:p>
            <a:r>
              <a:rPr lang="en-GB" sz="900" b="1" i="1" dirty="0"/>
              <a:t>Step3: Create partitioned fact table </a:t>
            </a:r>
          </a:p>
          <a:p>
            <a:r>
              <a:rPr lang="en-US" sz="900" i="1" dirty="0">
                <a:solidFill>
                  <a:schemeClr val="accent6">
                    <a:lumMod val="75000"/>
                  </a:schemeClr>
                </a:solidFill>
              </a:rPr>
              <a:t>CREATE TABLE </a:t>
            </a:r>
            <a:r>
              <a:rPr lang="en-US" sz="900" i="1" dirty="0" err="1">
                <a:solidFill>
                  <a:schemeClr val="accent6">
                    <a:lumMod val="75000"/>
                  </a:schemeClr>
                </a:solidFill>
              </a:rPr>
              <a:t>dbo.FactEnergyProduction</a:t>
            </a:r>
            <a:br>
              <a:rPr lang="en-US" sz="900" i="1" dirty="0">
                <a:solidFill>
                  <a:schemeClr val="accent6">
                    <a:lumMod val="75000"/>
                  </a:schemeClr>
                </a:solidFill>
              </a:rPr>
            </a:br>
            <a:r>
              <a:rPr lang="en-US" sz="900" i="1" dirty="0">
                <a:solidFill>
                  <a:schemeClr val="accent6">
                    <a:lumMod val="75000"/>
                  </a:schemeClr>
                </a:solidFill>
              </a:rPr>
              <a:t>(</a:t>
            </a:r>
            <a:br>
              <a:rPr lang="en-US" sz="900" i="1" dirty="0">
                <a:solidFill>
                  <a:schemeClr val="accent6">
                    <a:lumMod val="75000"/>
                  </a:schemeClr>
                </a:solidFill>
              </a:rPr>
            </a:br>
            <a:r>
              <a:rPr lang="en-US" sz="900" i="1" dirty="0" err="1">
                <a:solidFill>
                  <a:schemeClr val="accent6">
                    <a:lumMod val="75000"/>
                  </a:schemeClr>
                </a:solidFill>
              </a:rPr>
              <a:t>ProductionID</a:t>
            </a:r>
            <a:r>
              <a:rPr lang="en-US" sz="900" i="1" dirty="0">
                <a:solidFill>
                  <a:schemeClr val="accent6">
                    <a:lumMod val="75000"/>
                  </a:schemeClr>
                </a:solidFill>
              </a:rPr>
              <a:t> BIGINT IDENTITY(1,1),</a:t>
            </a:r>
            <a:br>
              <a:rPr lang="en-US" sz="900" i="1" dirty="0">
                <a:solidFill>
                  <a:schemeClr val="accent6">
                    <a:lumMod val="75000"/>
                  </a:schemeClr>
                </a:solidFill>
              </a:rPr>
            </a:br>
            <a:r>
              <a:rPr lang="en-US" sz="900" i="1" dirty="0" err="1">
                <a:solidFill>
                  <a:schemeClr val="accent6">
                    <a:lumMod val="75000"/>
                  </a:schemeClr>
                </a:solidFill>
              </a:rPr>
              <a:t>PlantID</a:t>
            </a:r>
            <a:r>
              <a:rPr lang="en-US" sz="900" i="1" dirty="0">
                <a:solidFill>
                  <a:schemeClr val="accent6">
                    <a:lumMod val="75000"/>
                  </a:schemeClr>
                </a:solidFill>
              </a:rPr>
              <a:t> INT NOT NULL,</a:t>
            </a:r>
            <a:br>
              <a:rPr lang="en-US" sz="900" i="1" dirty="0">
                <a:solidFill>
                  <a:schemeClr val="accent6">
                    <a:lumMod val="75000"/>
                  </a:schemeClr>
                </a:solidFill>
              </a:rPr>
            </a:br>
            <a:r>
              <a:rPr lang="en-US" sz="900" i="1" dirty="0" err="1">
                <a:solidFill>
                  <a:schemeClr val="accent6">
                    <a:lumMod val="75000"/>
                  </a:schemeClr>
                </a:solidFill>
              </a:rPr>
              <a:t>EnergyProduced</a:t>
            </a:r>
            <a:r>
              <a:rPr lang="en-US" sz="900" i="1" dirty="0">
                <a:solidFill>
                  <a:schemeClr val="accent6">
                    <a:lumMod val="75000"/>
                  </a:schemeClr>
                </a:solidFill>
              </a:rPr>
              <a:t> DECIMAL(18,2),</a:t>
            </a:r>
            <a:br>
              <a:rPr lang="en-US" sz="900" i="1" dirty="0">
                <a:solidFill>
                  <a:schemeClr val="accent6">
                    <a:lumMod val="75000"/>
                  </a:schemeClr>
                </a:solidFill>
              </a:rPr>
            </a:br>
            <a:r>
              <a:rPr lang="en-US" sz="900" i="1" dirty="0" err="1">
                <a:solidFill>
                  <a:schemeClr val="accent6">
                    <a:lumMod val="75000"/>
                  </a:schemeClr>
                </a:solidFill>
              </a:rPr>
              <a:t>CostAmount</a:t>
            </a:r>
            <a:r>
              <a:rPr lang="en-US" sz="900" i="1" dirty="0">
                <a:solidFill>
                  <a:schemeClr val="accent6">
                    <a:lumMod val="75000"/>
                  </a:schemeClr>
                </a:solidFill>
              </a:rPr>
              <a:t> DECIMAL(18,2)</a:t>
            </a:r>
            <a:br>
              <a:rPr lang="en-US" sz="900" i="1" dirty="0">
                <a:solidFill>
                  <a:schemeClr val="accent6">
                    <a:lumMod val="75000"/>
                  </a:schemeClr>
                </a:solidFill>
              </a:rPr>
            </a:br>
            <a:r>
              <a:rPr lang="en-US" sz="900" i="1" dirty="0">
                <a:solidFill>
                  <a:schemeClr val="accent6">
                    <a:lumMod val="75000"/>
                  </a:schemeClr>
                </a:solidFill>
              </a:rPr>
              <a:t>)</a:t>
            </a:r>
            <a:br>
              <a:rPr lang="en-US" sz="900" i="1" dirty="0">
                <a:solidFill>
                  <a:schemeClr val="accent6">
                    <a:lumMod val="75000"/>
                  </a:schemeClr>
                </a:solidFill>
              </a:rPr>
            </a:br>
            <a:r>
              <a:rPr lang="en-US" sz="900" b="1" i="1" dirty="0">
                <a:solidFill>
                  <a:schemeClr val="accent6">
                    <a:lumMod val="75000"/>
                  </a:schemeClr>
                </a:solidFill>
              </a:rPr>
              <a:t>ON </a:t>
            </a:r>
            <a:r>
              <a:rPr lang="en-US" sz="900" b="1" i="1" dirty="0" err="1">
                <a:solidFill>
                  <a:schemeClr val="accent6">
                    <a:lumMod val="75000"/>
                  </a:schemeClr>
                </a:solidFill>
              </a:rPr>
              <a:t>ps_FactEnergy_ByYear</a:t>
            </a:r>
            <a:r>
              <a:rPr lang="en-US" sz="900" b="1" i="1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sz="900" i="1" dirty="0">
                <a:solidFill>
                  <a:schemeClr val="accent6">
                    <a:lumMod val="75000"/>
                  </a:schemeClr>
                </a:solidFill>
              </a:rPr>
              <a:t>(</a:t>
            </a:r>
            <a:r>
              <a:rPr lang="en-US" sz="900" i="1" dirty="0" err="1">
                <a:solidFill>
                  <a:schemeClr val="accent6">
                    <a:lumMod val="75000"/>
                  </a:schemeClr>
                </a:solidFill>
              </a:rPr>
              <a:t>ProductionDate</a:t>
            </a:r>
            <a:r>
              <a:rPr lang="en-US" sz="900" i="1" dirty="0">
                <a:solidFill>
                  <a:schemeClr val="accent6">
                    <a:lumMod val="75000"/>
                  </a:schemeClr>
                </a:solidFill>
              </a:rPr>
              <a:t>);</a:t>
            </a:r>
          </a:p>
          <a:p>
            <a:endParaRPr lang="en-US" sz="900" i="1" dirty="0">
              <a:solidFill>
                <a:schemeClr val="accent6">
                  <a:lumMod val="75000"/>
                </a:schemeClr>
              </a:solidFill>
            </a:endParaRPr>
          </a:p>
          <a:p>
            <a:r>
              <a:rPr lang="en-US" sz="900" b="1" i="1" dirty="0"/>
              <a:t>Step3 : Add </a:t>
            </a:r>
            <a:r>
              <a:rPr lang="en-US" sz="900" b="1" i="1" dirty="0" err="1"/>
              <a:t>Clusterd</a:t>
            </a:r>
            <a:r>
              <a:rPr lang="en-US" sz="900" b="1" i="1" dirty="0"/>
              <a:t> </a:t>
            </a:r>
            <a:r>
              <a:rPr lang="en-US" sz="900" b="1" i="1" dirty="0" err="1"/>
              <a:t>columnstrore</a:t>
            </a:r>
            <a:r>
              <a:rPr lang="en-US" sz="900" b="1" i="1" dirty="0"/>
              <a:t> index </a:t>
            </a:r>
          </a:p>
          <a:p>
            <a:r>
              <a:rPr lang="en-GB" sz="900" i="1" dirty="0">
                <a:solidFill>
                  <a:srgbClr val="0070C0"/>
                </a:solidFill>
              </a:rPr>
              <a:t>CREATE CLUSTERED COLUMNSTORE INDEX </a:t>
            </a:r>
            <a:r>
              <a:rPr lang="en-GB" sz="900" i="1" dirty="0" err="1">
                <a:solidFill>
                  <a:srgbClr val="0070C0"/>
                </a:solidFill>
              </a:rPr>
              <a:t>CCI_FactEnergy</a:t>
            </a:r>
            <a:br>
              <a:rPr lang="en-GB" sz="900" i="1" dirty="0">
                <a:solidFill>
                  <a:srgbClr val="0070C0"/>
                </a:solidFill>
              </a:rPr>
            </a:br>
            <a:r>
              <a:rPr lang="en-GB" sz="900" i="1" dirty="0">
                <a:solidFill>
                  <a:srgbClr val="0070C0"/>
                </a:solidFill>
              </a:rPr>
              <a:t>ON </a:t>
            </a:r>
            <a:r>
              <a:rPr lang="en-GB" sz="900" i="1" dirty="0" err="1">
                <a:solidFill>
                  <a:srgbClr val="0070C0"/>
                </a:solidFill>
              </a:rPr>
              <a:t>dbo.FactEnergyProduction</a:t>
            </a:r>
            <a:r>
              <a:rPr lang="en-GB" sz="900" i="1" dirty="0">
                <a:solidFill>
                  <a:srgbClr val="0070C0"/>
                </a:solidFill>
              </a:rPr>
              <a:t>;</a:t>
            </a:r>
          </a:p>
          <a:p>
            <a:endParaRPr lang="en-GB" sz="900" i="1" dirty="0">
              <a:solidFill>
                <a:srgbClr val="0070C0"/>
              </a:solidFill>
            </a:endParaRPr>
          </a:p>
          <a:p>
            <a:r>
              <a:rPr lang="en-GB" sz="900" b="1" i="1" dirty="0"/>
              <a:t>Step4 : add new partition</a:t>
            </a:r>
          </a:p>
          <a:p>
            <a:r>
              <a:rPr lang="en-GB" sz="900" i="1" dirty="0">
                <a:solidFill>
                  <a:srgbClr val="0070C0"/>
                </a:solidFill>
              </a:rPr>
              <a:t>ALTER PARTITION FUNCTION </a:t>
            </a:r>
            <a:r>
              <a:rPr lang="en-GB" sz="900" i="1" dirty="0" err="1">
                <a:solidFill>
                  <a:srgbClr val="0070C0"/>
                </a:solidFill>
              </a:rPr>
              <a:t>pf_FactEnergy_ByYear</a:t>
            </a:r>
            <a:r>
              <a:rPr lang="en-GB" sz="900" i="1" dirty="0">
                <a:solidFill>
                  <a:srgbClr val="0070C0"/>
                </a:solidFill>
              </a:rPr>
              <a:t>()</a:t>
            </a:r>
            <a:br>
              <a:rPr lang="en-GB" sz="900" i="1" dirty="0">
                <a:solidFill>
                  <a:srgbClr val="0070C0"/>
                </a:solidFill>
              </a:rPr>
            </a:br>
            <a:r>
              <a:rPr lang="en-GB" sz="900" i="1" dirty="0">
                <a:solidFill>
                  <a:srgbClr val="0070C0"/>
                </a:solidFill>
              </a:rPr>
              <a:t>SPLIT RANGE ('2027-01-01’);</a:t>
            </a:r>
          </a:p>
          <a:p>
            <a:endParaRPr lang="en-GB" sz="900" i="1" dirty="0">
              <a:solidFill>
                <a:srgbClr val="0070C0"/>
              </a:solidFill>
            </a:endParaRPr>
          </a:p>
          <a:p>
            <a:r>
              <a:rPr lang="en-GB" sz="900" b="1" i="1" dirty="0"/>
              <a:t>Step5 : Archive oldest partitions</a:t>
            </a:r>
          </a:p>
          <a:p>
            <a:r>
              <a:rPr lang="en-GB" sz="900" i="1" dirty="0">
                <a:solidFill>
                  <a:srgbClr val="0070C0"/>
                </a:solidFill>
              </a:rPr>
              <a:t>ALTER TABLE </a:t>
            </a:r>
            <a:r>
              <a:rPr lang="en-GB" sz="900" i="1" dirty="0" err="1">
                <a:solidFill>
                  <a:srgbClr val="0070C0"/>
                </a:solidFill>
              </a:rPr>
              <a:t>dbo.FactEnergyProduction</a:t>
            </a:r>
            <a:br>
              <a:rPr lang="en-GB" sz="900" i="1" dirty="0">
                <a:solidFill>
                  <a:srgbClr val="0070C0"/>
                </a:solidFill>
              </a:rPr>
            </a:br>
            <a:r>
              <a:rPr lang="en-GB" sz="900" i="1" dirty="0">
                <a:solidFill>
                  <a:srgbClr val="0070C0"/>
                </a:solidFill>
              </a:rPr>
              <a:t>SWITCH PARTITION 1</a:t>
            </a:r>
            <a:br>
              <a:rPr lang="en-GB" sz="900" i="1" dirty="0">
                <a:solidFill>
                  <a:srgbClr val="0070C0"/>
                </a:solidFill>
              </a:rPr>
            </a:br>
            <a:r>
              <a:rPr lang="en-GB" sz="900" i="1" dirty="0">
                <a:solidFill>
                  <a:srgbClr val="0070C0"/>
                </a:solidFill>
              </a:rPr>
              <a:t>TO </a:t>
            </a:r>
            <a:r>
              <a:rPr lang="en-GB" sz="900" i="1" dirty="0" err="1">
                <a:solidFill>
                  <a:srgbClr val="0070C0"/>
                </a:solidFill>
              </a:rPr>
              <a:t>dbo.FactEnergyProduction_Archive</a:t>
            </a:r>
            <a:r>
              <a:rPr lang="en-GB" sz="900" i="1" dirty="0">
                <a:solidFill>
                  <a:srgbClr val="0070C0"/>
                </a:solidFill>
              </a:rPr>
              <a:t>;</a:t>
            </a:r>
            <a:endParaRPr lang="en-US" sz="900" i="1" dirty="0">
              <a:solidFill>
                <a:srgbClr val="0070C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1C197B6-E7C3-770D-FF93-44BB354C7619}"/>
              </a:ext>
            </a:extLst>
          </p:cNvPr>
          <p:cNvSpPr txBox="1"/>
          <p:nvPr/>
        </p:nvSpPr>
        <p:spPr>
          <a:xfrm>
            <a:off x="7895987" y="512064"/>
            <a:ext cx="23921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sz="2000" b="1" i="1" dirty="0"/>
              <a:t>Performance impact </a:t>
            </a:r>
            <a:endParaRPr lang="en-US" sz="2000" b="1" i="1" dirty="0"/>
          </a:p>
        </p:txBody>
      </p:sp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05B4229-94A6-5F06-1F73-4470E9A9D8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6276" y="960120"/>
            <a:ext cx="4206140" cy="3831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05975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BB6A06-8908-67F7-E864-288B855094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76AF87-9083-C460-40BF-30195801FB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27502" y="178669"/>
            <a:ext cx="8208067" cy="448056"/>
          </a:xfrm>
        </p:spPr>
        <p:txBody>
          <a:bodyPr>
            <a:noAutofit/>
          </a:bodyPr>
          <a:lstStyle/>
          <a:p>
            <a:r>
              <a:rPr lang="nl-BE" sz="3200" dirty="0"/>
              <a:t>SQL execution plan analysis and statistics </a:t>
            </a:r>
            <a:endParaRPr lang="en-US" sz="3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D8075A2-3E1F-C79B-9DE5-53D00612CCF5}"/>
              </a:ext>
            </a:extLst>
          </p:cNvPr>
          <p:cNvSpPr txBox="1"/>
          <p:nvPr/>
        </p:nvSpPr>
        <p:spPr>
          <a:xfrm>
            <a:off x="272753" y="813816"/>
            <a:ext cx="5158783" cy="4462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sz="2000" b="1" i="1" dirty="0"/>
              <a:t>Analysis </a:t>
            </a:r>
          </a:p>
          <a:p>
            <a:r>
              <a:rPr lang="nl-BE" sz="1200" b="1" i="1" dirty="0"/>
              <a:t>Power bi sends the following query to the sql engine</a:t>
            </a:r>
          </a:p>
          <a:p>
            <a:endParaRPr lang="nl-BE" sz="1200" b="1" i="1" dirty="0"/>
          </a:p>
          <a:p>
            <a:r>
              <a:rPr lang="en-GB" sz="800" i="1" dirty="0">
                <a:solidFill>
                  <a:srgbClr val="0070C0"/>
                </a:solidFill>
              </a:rPr>
              <a:t>SELECT </a:t>
            </a:r>
            <a:br>
              <a:rPr lang="en-GB" sz="800" i="1" dirty="0">
                <a:solidFill>
                  <a:srgbClr val="0070C0"/>
                </a:solidFill>
              </a:rPr>
            </a:br>
            <a:r>
              <a:rPr lang="en-GB" sz="800" i="1" dirty="0" err="1">
                <a:solidFill>
                  <a:srgbClr val="0070C0"/>
                </a:solidFill>
              </a:rPr>
              <a:t>PlantID</a:t>
            </a:r>
            <a:r>
              <a:rPr lang="en-GB" sz="800" i="1" dirty="0">
                <a:solidFill>
                  <a:srgbClr val="0070C0"/>
                </a:solidFill>
              </a:rPr>
              <a:t>,</a:t>
            </a:r>
            <a:br>
              <a:rPr lang="en-GB" sz="800" i="1" dirty="0">
                <a:solidFill>
                  <a:srgbClr val="0070C0"/>
                </a:solidFill>
              </a:rPr>
            </a:br>
            <a:r>
              <a:rPr lang="en-GB" sz="800" i="1" dirty="0">
                <a:solidFill>
                  <a:srgbClr val="0070C0"/>
                </a:solidFill>
              </a:rPr>
              <a:t>SUM(</a:t>
            </a:r>
            <a:r>
              <a:rPr lang="en-GB" sz="800" i="1" dirty="0" err="1">
                <a:solidFill>
                  <a:srgbClr val="0070C0"/>
                </a:solidFill>
              </a:rPr>
              <a:t>EnergyProduced</a:t>
            </a:r>
            <a:r>
              <a:rPr lang="en-GB" sz="800" i="1" dirty="0">
                <a:solidFill>
                  <a:srgbClr val="0070C0"/>
                </a:solidFill>
              </a:rPr>
              <a:t>) AS </a:t>
            </a:r>
            <a:r>
              <a:rPr lang="en-GB" sz="800" i="1" dirty="0" err="1">
                <a:solidFill>
                  <a:srgbClr val="0070C0"/>
                </a:solidFill>
              </a:rPr>
              <a:t>TotalEnergy</a:t>
            </a:r>
            <a:br>
              <a:rPr lang="en-GB" sz="800" i="1" dirty="0">
                <a:solidFill>
                  <a:srgbClr val="0070C0"/>
                </a:solidFill>
              </a:rPr>
            </a:br>
            <a:r>
              <a:rPr lang="en-GB" sz="800" i="1" dirty="0">
                <a:solidFill>
                  <a:srgbClr val="0070C0"/>
                </a:solidFill>
              </a:rPr>
              <a:t>FROM </a:t>
            </a:r>
            <a:r>
              <a:rPr lang="en-GB" sz="800" i="1" dirty="0" err="1">
                <a:solidFill>
                  <a:srgbClr val="0070C0"/>
                </a:solidFill>
              </a:rPr>
              <a:t>dbo.FactEnergyProduction</a:t>
            </a:r>
            <a:br>
              <a:rPr lang="en-GB" sz="800" i="1" dirty="0">
                <a:solidFill>
                  <a:srgbClr val="0070C0"/>
                </a:solidFill>
              </a:rPr>
            </a:br>
            <a:r>
              <a:rPr lang="en-GB" sz="800" i="1" dirty="0">
                <a:solidFill>
                  <a:srgbClr val="0070C0"/>
                </a:solidFill>
              </a:rPr>
              <a:t>WHERE </a:t>
            </a:r>
            <a:r>
              <a:rPr lang="en-GB" sz="800" i="1" dirty="0" err="1">
                <a:solidFill>
                  <a:srgbClr val="0070C0"/>
                </a:solidFill>
              </a:rPr>
              <a:t>ProductionDate</a:t>
            </a:r>
            <a:r>
              <a:rPr lang="en-GB" sz="800" i="1" dirty="0">
                <a:solidFill>
                  <a:srgbClr val="0070C0"/>
                </a:solidFill>
              </a:rPr>
              <a:t> &gt;= '2024-01-01'</a:t>
            </a:r>
            <a:br>
              <a:rPr lang="en-GB" sz="800" i="1" dirty="0">
                <a:solidFill>
                  <a:srgbClr val="0070C0"/>
                </a:solidFill>
              </a:rPr>
            </a:br>
            <a:r>
              <a:rPr lang="en-GB" sz="800" i="1" dirty="0">
                <a:solidFill>
                  <a:srgbClr val="0070C0"/>
                </a:solidFill>
              </a:rPr>
              <a:t>GROUP BY </a:t>
            </a:r>
            <a:r>
              <a:rPr lang="en-GB" sz="800" i="1" dirty="0" err="1">
                <a:solidFill>
                  <a:srgbClr val="0070C0"/>
                </a:solidFill>
              </a:rPr>
              <a:t>PlantID</a:t>
            </a:r>
            <a:r>
              <a:rPr lang="en-GB" sz="800" i="1" dirty="0">
                <a:solidFill>
                  <a:srgbClr val="0070C0"/>
                </a:solidFill>
              </a:rPr>
              <a:t>;</a:t>
            </a:r>
            <a:endParaRPr lang="nl-BE" sz="800" i="1" dirty="0">
              <a:solidFill>
                <a:srgbClr val="0070C0"/>
              </a:solidFill>
            </a:endParaRPr>
          </a:p>
          <a:p>
            <a:r>
              <a:rPr lang="nl-BE" sz="1200" dirty="0"/>
              <a:t> </a:t>
            </a:r>
          </a:p>
          <a:p>
            <a:r>
              <a:rPr lang="nl-BE" sz="1200" b="1" i="1" dirty="0"/>
              <a:t>To ccheck the exacution plan do the followings: </a:t>
            </a:r>
          </a:p>
          <a:p>
            <a:endParaRPr lang="nl-BE" sz="1200" b="1" i="1" dirty="0"/>
          </a:p>
          <a:p>
            <a:endParaRPr lang="nl-BE" sz="1200" b="1" i="1" dirty="0"/>
          </a:p>
          <a:p>
            <a:endParaRPr lang="nl-BE" sz="1200" b="1" i="1" dirty="0"/>
          </a:p>
          <a:p>
            <a:endParaRPr lang="nl-BE" sz="1200" b="1" i="1" dirty="0"/>
          </a:p>
          <a:p>
            <a:endParaRPr lang="nl-BE" sz="1200" b="1" i="1" dirty="0"/>
          </a:p>
          <a:p>
            <a:endParaRPr lang="nl-BE" sz="1200" b="1" i="1" dirty="0"/>
          </a:p>
          <a:p>
            <a:r>
              <a:rPr lang="nl-BE" sz="1200" b="1" i="1" dirty="0"/>
              <a:t>Some typical bad and goodoutput  </a:t>
            </a:r>
          </a:p>
          <a:p>
            <a:endParaRPr lang="nl-BE" sz="1200" b="1" i="1" dirty="0"/>
          </a:p>
          <a:p>
            <a:endParaRPr lang="nl-BE" sz="1200" b="1" i="1" dirty="0"/>
          </a:p>
          <a:p>
            <a:endParaRPr lang="nl-BE" sz="1200" b="1" i="1" dirty="0"/>
          </a:p>
          <a:p>
            <a:endParaRPr lang="nl-BE" sz="1200" b="1" i="1" dirty="0"/>
          </a:p>
          <a:p>
            <a:endParaRPr lang="nl-BE" sz="1200" b="1" i="1" dirty="0"/>
          </a:p>
          <a:p>
            <a:endParaRPr lang="nl-BE" sz="1200" b="1" i="1" dirty="0"/>
          </a:p>
          <a:p>
            <a:endParaRPr lang="en-US" sz="1200" dirty="0"/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39AFC81-240C-C1F1-2E75-8B05FEC8B6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753" y="3064620"/>
            <a:ext cx="2503673" cy="913020"/>
          </a:xfrm>
          <a:prstGeom prst="rect">
            <a:avLst/>
          </a:prstGeom>
        </p:spPr>
      </p:pic>
      <p:pic>
        <p:nvPicPr>
          <p:cNvPr id="9" name="Picture 8" descr="A close-up of a white background&#10;&#10;AI-generated content may be incorrect.">
            <a:extLst>
              <a:ext uri="{FF2B5EF4-FFF2-40B4-BE49-F238E27FC236}">
                <a16:creationId xmlns:a16="http://schemas.microsoft.com/office/drawing/2014/main" id="{83079E94-FF9A-1A2B-987E-7D963C4184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178" y="4400270"/>
            <a:ext cx="2459248" cy="996992"/>
          </a:xfrm>
          <a:prstGeom prst="rect">
            <a:avLst/>
          </a:prstGeom>
        </p:spPr>
      </p:pic>
      <p:pic>
        <p:nvPicPr>
          <p:cNvPr id="11" name="Picture 10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239FEF4E-A8AE-604B-EF28-E7352A9247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08258" y="4400270"/>
            <a:ext cx="2932330" cy="99699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0C00D7F-20AB-91CD-E7B3-6BAFD02DA45D}"/>
              </a:ext>
            </a:extLst>
          </p:cNvPr>
          <p:cNvSpPr txBox="1"/>
          <p:nvPr/>
        </p:nvSpPr>
        <p:spPr>
          <a:xfrm>
            <a:off x="5431535" y="813816"/>
            <a:ext cx="5733288" cy="20544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sz="2000" b="1" i="1" dirty="0"/>
              <a:t>Some interpratation and fix</a:t>
            </a:r>
          </a:p>
          <a:p>
            <a:r>
              <a:rPr lang="nl-BE" sz="1200" b="1" i="1" dirty="0"/>
              <a:t>When reviewing a ex plan check </a:t>
            </a:r>
          </a:p>
          <a:p>
            <a:endParaRPr lang="nl-BE" sz="1200" b="1" i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l-BE" sz="1100" b="1" i="1" dirty="0"/>
              <a:t>Estimated vs Actual </a:t>
            </a:r>
          </a:p>
          <a:p>
            <a:r>
              <a:rPr lang="nl-BE" sz="1050" i="1" dirty="0"/>
              <a:t>If Estimate = 1k rows and actual = 50 M row  </a:t>
            </a:r>
            <a:r>
              <a:rPr lang="nl-BE" sz="1050" i="1" dirty="0">
                <a:sym typeface="Wingdings" panose="05000000000000000000" pitchFamily="2" charset="2"/>
              </a:rPr>
              <a:t> </a:t>
            </a:r>
            <a:r>
              <a:rPr lang="nl-BE" sz="1050" i="1" dirty="0">
                <a:solidFill>
                  <a:srgbClr val="0070C0"/>
                </a:solidFill>
                <a:sym typeface="Wingdings" panose="05000000000000000000" pitchFamily="2" charset="2"/>
              </a:rPr>
              <a:t>Statistics are outdated</a:t>
            </a:r>
          </a:p>
          <a:p>
            <a:r>
              <a:rPr lang="nl-BE" sz="900" i="1" dirty="0">
                <a:solidFill>
                  <a:srgbClr val="0070C0"/>
                </a:solidFill>
                <a:sym typeface="Wingdings" panose="05000000000000000000" pitchFamily="2" charset="2"/>
              </a:rPr>
              <a:t> </a:t>
            </a:r>
            <a:r>
              <a:rPr lang="nl-BE" sz="1050" i="1" dirty="0">
                <a:sym typeface="Wingdings" panose="05000000000000000000" pitchFamily="2" charset="2"/>
              </a:rPr>
              <a:t>Update the statistics </a:t>
            </a:r>
            <a:r>
              <a:rPr lang="nl-BE" sz="900" i="1" dirty="0">
                <a:solidFill>
                  <a:srgbClr val="0070C0"/>
                </a:solidFill>
                <a:sym typeface="Wingdings" panose="05000000000000000000" pitchFamily="2" charset="2"/>
              </a:rPr>
              <a:t>    Update STATISTICS dbo.facttable  </a:t>
            </a:r>
          </a:p>
          <a:p>
            <a:endParaRPr lang="nl-BE" sz="900" i="1" dirty="0">
              <a:solidFill>
                <a:srgbClr val="0070C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l-BE" sz="1100" b="1" i="1" dirty="0"/>
              <a:t>Check logical reads</a:t>
            </a:r>
            <a:endParaRPr lang="en-US" sz="2000" b="1" i="1" dirty="0"/>
          </a:p>
          <a:p>
            <a:r>
              <a:rPr lang="en-US" sz="1050" i="1" dirty="0"/>
              <a:t>Run this query  </a:t>
            </a:r>
            <a:r>
              <a:rPr lang="en-US" sz="1050" i="1" dirty="0">
                <a:sym typeface="Wingdings" panose="05000000000000000000" pitchFamily="2" charset="2"/>
              </a:rPr>
              <a:t> </a:t>
            </a:r>
            <a:r>
              <a:rPr lang="en-US" sz="900" i="1" dirty="0">
                <a:solidFill>
                  <a:srgbClr val="0070C0"/>
                </a:solidFill>
                <a:sym typeface="Wingdings" panose="05000000000000000000" pitchFamily="2" charset="2"/>
              </a:rPr>
              <a:t>SET STATISTICS IO ON</a:t>
            </a:r>
          </a:p>
          <a:p>
            <a:r>
              <a:rPr lang="en-US" sz="1050" i="1" dirty="0">
                <a:sym typeface="Wingdings" panose="05000000000000000000" pitchFamily="2" charset="2"/>
              </a:rPr>
              <a:t>If Logical reads = millions then it a </a:t>
            </a:r>
            <a:r>
              <a:rPr lang="en-US" sz="1050" i="1" dirty="0" err="1">
                <a:sym typeface="Wingdings" panose="05000000000000000000" pitchFamily="2" charset="2"/>
              </a:rPr>
              <a:t>Problom</a:t>
            </a:r>
            <a:endParaRPr lang="en-US" sz="1050" i="1" dirty="0">
              <a:sym typeface="Wingdings" panose="05000000000000000000" pitchFamily="2" charset="2"/>
            </a:endParaRPr>
          </a:p>
          <a:p>
            <a:endParaRPr lang="nl-BE" sz="1050" i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B5A0B23-55CF-07B8-C4C4-0CCF91162D96}"/>
              </a:ext>
            </a:extLst>
          </p:cNvPr>
          <p:cNvSpPr txBox="1"/>
          <p:nvPr/>
        </p:nvSpPr>
        <p:spPr>
          <a:xfrm>
            <a:off x="5495544" y="3064620"/>
            <a:ext cx="34673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sz="2000" b="1" i="1" dirty="0"/>
              <a:t>Typical question and answers </a:t>
            </a:r>
            <a:endParaRPr lang="en-US" sz="2000" b="1" i="1" dirty="0"/>
          </a:p>
        </p:txBody>
      </p:sp>
      <p:pic>
        <p:nvPicPr>
          <p:cNvPr id="15" name="Picture 14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F5A760E6-8B0A-0ED6-1575-54A0A256F97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75961" y="3563115"/>
            <a:ext cx="5395277" cy="1713461"/>
          </a:xfrm>
          <a:prstGeom prst="rect">
            <a:avLst/>
          </a:prstGeom>
        </p:spPr>
      </p:pic>
      <p:pic>
        <p:nvPicPr>
          <p:cNvPr id="17" name="Picture 1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D5BF52A-0129-61E7-B174-F63DCB4A1F4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50592" y="5472971"/>
            <a:ext cx="6446520" cy="42242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83739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4438</TotalTime>
  <Words>962</Words>
  <Application>Microsoft Office PowerPoint</Application>
  <PresentationFormat>Widescreen</PresentationFormat>
  <Paragraphs>104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Wingdings</vt:lpstr>
      <vt:lpstr>Office Theme</vt:lpstr>
      <vt:lpstr>Performence tunning </vt:lpstr>
      <vt:lpstr>Performence tunning </vt:lpstr>
      <vt:lpstr>PBI Problems solving</vt:lpstr>
      <vt:lpstr>PBI Problems solving</vt:lpstr>
      <vt:lpstr>Partition big table (fact)</vt:lpstr>
      <vt:lpstr>SQL execution plan analysis and statistics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Oumar Coulibaly</dc:creator>
  <cp:lastModifiedBy>Coulibaly Oumar</cp:lastModifiedBy>
  <cp:revision>2</cp:revision>
  <dcterms:created xsi:type="dcterms:W3CDTF">2026-02-26T12:35:32Z</dcterms:created>
  <dcterms:modified xsi:type="dcterms:W3CDTF">2026-03-29T10:43:42Z</dcterms:modified>
</cp:coreProperties>
</file>