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61" r:id="rId2"/>
    <p:sldId id="263" r:id="rId3"/>
    <p:sldId id="264" r:id="rId4"/>
    <p:sldId id="259" r:id="rId5"/>
  </p:sldIdLst>
  <p:sldSz cx="14630400" cy="8229600"/>
  <p:notesSz cx="8229600" cy="14630400"/>
  <p:embeddedFontLst>
    <p:embeddedFont>
      <p:font typeface="Source Sans 3" panose="020B0604020202020204" charset="0"/>
      <p:regular r:id="rId7"/>
    </p:embeddedFont>
  </p:embeddedFontLst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0" d="100"/>
          <a:sy n="80" d="100"/>
        </p:scale>
        <p:origin x="1146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8203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2B146-B089-1A3C-DE18-E11FD4C89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9499FE-93E0-9EFF-D647-4C0F4AC30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11041-B452-7209-E7BE-140DC0819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80D91-BF1B-60CA-CECB-D1E057B367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444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  <p:txBody>
          <a:bodyPr/>
          <a:lstStyle/>
          <a:p>
            <a:endParaRPr lang="en-B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  <p:txBody>
          <a:bodyPr/>
          <a:lstStyle/>
          <a:p>
            <a:endParaRPr lang="en-BE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AEE4BD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29B9F6-BEC9-0FC8-3CBA-692F2E3B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C9A1B7-607B-233C-3BDF-F31914052A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" b="-1"/>
          <a:stretch>
            <a:fillRect/>
          </a:stretch>
        </p:blipFill>
        <p:spPr>
          <a:xfrm>
            <a:off x="548640" y="1058778"/>
            <a:ext cx="13533120" cy="66221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1BFBCA-4741-061E-7E91-D0775FB22681}"/>
              </a:ext>
            </a:extLst>
          </p:cNvPr>
          <p:cNvSpPr txBox="1"/>
          <p:nvPr/>
        </p:nvSpPr>
        <p:spPr>
          <a:xfrm>
            <a:off x="421105" y="240632"/>
            <a:ext cx="2394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b="1" dirty="0">
                <a:solidFill>
                  <a:schemeClr val="bg1"/>
                </a:solidFill>
              </a:rPr>
              <a:t>LACO /</a:t>
            </a:r>
            <a:endParaRPr lang="en-BE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5996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71584B-DC4D-64B9-07FB-CC727DD69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6715B5F-DA90-42DF-E435-C54D594802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21EE78-6F51-6FBD-C68B-18F46D465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283A56-831D-6F33-B11B-8EA655350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311B6E-5E7D-0303-22E0-F2FEF0809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98F8B4-FAF8-6673-B9B2-BC1A7A725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631" y="1021769"/>
            <a:ext cx="12761241" cy="66543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98AB5D-772B-2BEA-DAC2-3F839632AA7F}"/>
              </a:ext>
            </a:extLst>
          </p:cNvPr>
          <p:cNvSpPr txBox="1"/>
          <p:nvPr/>
        </p:nvSpPr>
        <p:spPr>
          <a:xfrm>
            <a:off x="421105" y="240632"/>
            <a:ext cx="2394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b="1" dirty="0">
                <a:solidFill>
                  <a:schemeClr val="bg1"/>
                </a:solidFill>
              </a:rPr>
              <a:t>LACO /</a:t>
            </a:r>
            <a:endParaRPr lang="en-BE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956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F9C3DE-6105-7F8B-27B8-68D09C110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697DB3B-26BC-5E9E-B3C7-88DA24A4F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30400" cy="8229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F2875-E1AD-D76D-E0E1-EB5469EB0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199940" y="-3199426"/>
            <a:ext cx="8229600" cy="1462948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C7E56-7FE3-94FC-6C3C-2A47E2380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773" y="0"/>
            <a:ext cx="10885015" cy="8229086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57B4F-B292-FC26-77BC-4F14D45DA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79389" y="-2023008"/>
            <a:ext cx="5873477" cy="14632255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AA3CDD-FFE2-1B9E-500B-AD6366B52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537" y="956317"/>
            <a:ext cx="12832897" cy="67920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C5252E-BCC5-E01D-8247-8915589D939A}"/>
              </a:ext>
            </a:extLst>
          </p:cNvPr>
          <p:cNvSpPr txBox="1"/>
          <p:nvPr/>
        </p:nvSpPr>
        <p:spPr>
          <a:xfrm>
            <a:off x="421105" y="240632"/>
            <a:ext cx="2394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 b="1" dirty="0">
                <a:solidFill>
                  <a:schemeClr val="bg1"/>
                </a:solidFill>
              </a:rPr>
              <a:t>LACO /</a:t>
            </a:r>
            <a:endParaRPr lang="en-BE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0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EEA9-316D-3392-7567-0C75DE6D7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3D00C0E-AD0C-40F4-C92D-193D237223E0}"/>
              </a:ext>
            </a:extLst>
          </p:cNvPr>
          <p:cNvSpPr txBox="1"/>
          <p:nvPr/>
        </p:nvSpPr>
        <p:spPr>
          <a:xfrm>
            <a:off x="3910263" y="911641"/>
            <a:ext cx="59676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8800" b="1" dirty="0" err="1"/>
              <a:t>Demo</a:t>
            </a:r>
            <a:endParaRPr lang="en-BE" sz="88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422310-8A6C-A0AA-4AAA-F1F276FBEB87}"/>
              </a:ext>
            </a:extLst>
          </p:cNvPr>
          <p:cNvSpPr txBox="1"/>
          <p:nvPr/>
        </p:nvSpPr>
        <p:spPr>
          <a:xfrm>
            <a:off x="3176336" y="3507214"/>
            <a:ext cx="9781674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Power BI Service → Apps → Get Apps → Search "Microsoft Fabric Capacity Metrics"</a:t>
            </a:r>
            <a:endParaRPr lang="en-US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741792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24</Words>
  <Application>Microsoft Office PowerPoint</Application>
  <PresentationFormat>Custom</PresentationFormat>
  <Paragraphs>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Source Sans 3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Coulibaly Oumar</cp:lastModifiedBy>
  <cp:revision>4</cp:revision>
  <dcterms:created xsi:type="dcterms:W3CDTF">2026-04-10T08:50:52Z</dcterms:created>
  <dcterms:modified xsi:type="dcterms:W3CDTF">2026-04-10T09:07:20Z</dcterms:modified>
</cp:coreProperties>
</file>