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BE47B-C713-A367-5161-1F33097C15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F03049-1089-7656-D313-E966F5E7E0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A31D4-5437-7E1C-424A-B45F4D06D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02/04/2026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883E5-DD20-27BF-23AC-96F2C5C5C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A7FC8-12E0-8AD6-3162-430D3760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82603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5DAD-BE83-FE48-1875-010CAFFA6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22431-6FB1-B401-E17A-AA8BBF4F2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7B2AC-4F2B-F14D-6184-99EF84E60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02/04/2026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0F27F-44F0-5D2A-BC74-335F78162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7533B-FD36-A16B-C420-B62BFAEB1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41051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0BDE5-29AF-323E-AD8B-B7D8C79B7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49ECB4-113F-8301-3D9A-AFD7BCD30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CCEB2-B4B5-EA15-3404-57D4B5A14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02/04/2026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6772A-0C73-5E7A-25C8-9B4678265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560CFE-3CAD-6A35-52A8-C235737FF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41698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B286B-EAA0-7804-8006-8E0463D26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A6310-654A-3293-E349-6AEBA49C5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84FD36-640D-1950-6E14-EC8FC4442B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9B0CEB-8B76-49EA-E342-64755C08D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02/04/2026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3C6467-F0FC-9CA5-171D-3B18D54D0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662D65-0516-CB4C-8677-9AB6061FD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44122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656F5-8A43-3CD6-A9EB-B38E9736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C9FE5-0244-E8E4-58AD-1DF267D18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F0E1D3-1D24-0388-26D4-6B7B4B6B36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10BCBD-0D7B-3A9A-78D7-AB34E82CA8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EA6431-ACF8-3F76-994C-5DEC7D808C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209E-929A-F95C-A8A3-C841D9214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02/04/2026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65016E-1DE9-2551-C55D-8A8D20EFB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366F0E-12BC-8F06-270C-A48E9AA35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42119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7F8B7-5A6E-F5A7-965C-665B2EBE9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F734DC-19BC-0CB2-B476-B2B82D5BA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02/04/2026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1A0A35-A857-0619-5007-8483472E9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A6CA96-79C6-0C65-DD2D-749E6EB12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34335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C721C9-9A72-D0DC-5C05-9CB841A38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02/04/2026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BE793-30BA-00A0-2F95-4CFD983A3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88CCE7-8490-43EC-1B5C-36A9C944B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91950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FCA22-AD87-84E7-237C-5C5EA7708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B63AA-D38C-2AFE-2CFC-7BC8FD5BD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D91E32-018A-99CD-6293-5C7DEA002F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D980EF-86AA-8A8C-9444-8FC0AEB17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02/04/2026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91BA6-4FBF-BB04-7197-4B330EDCF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209B78-653F-8140-C90B-14DE6DE98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33803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F34B6-2EDE-3CFA-6D19-E90053F79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C8A9EB-8DFD-F213-D9B6-BEB26F1EC8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B6AE9-1704-400F-E604-903F33663A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B15B19-3C7A-C1F3-47C1-10E4D7981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02/04/2026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DBB4F8-D5A8-B2A1-F35C-B2499AEFF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2D9340-F8F1-2948-F80A-072128190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28717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C609A-819B-EDA0-F585-9AD65CFD8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08507A-356A-4810-0C46-E3FBDF24A0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37520-0FA4-B4B0-22D7-32E0C8DB8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02/04/2026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54E6D2-F8F8-3147-A049-CCA2B4F92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B50FC-6C97-770D-E3D4-37B0A4C25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9930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636A2D-314C-7544-187B-262AE4A68F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623FCB-8FDB-2CF5-B498-39DAAB532B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48D541-6482-D59B-4884-47A99EDA1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02/04/2026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09C99-C157-DAC1-4154-D0220419F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58543-B52C-9569-A1F2-4D0CD03F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47120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462B7E-EA5E-7B10-B1F0-8B3080C78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5316B6-7481-549D-8EB1-4E344E4E2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A152BD-6AE2-BE42-BF0C-9F3BA1F45F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5B7192-DAEA-42CD-98BD-293E7644B89D}" type="datetimeFigureOut">
              <a:rPr lang="en-BE" smtClean="0"/>
              <a:t>02/04/2026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04714-9558-F679-AC87-2A482F0933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E8201-F523-687C-3083-2FE200980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19223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udemy.com/course/simplifying-data-pipelines-using-dbt/learn/lecture/54953001?start=300#overview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B4017-14D4-A8AB-EF11-46313EF1A0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1440" y="426719"/>
            <a:ext cx="9144000" cy="594043"/>
          </a:xfrm>
        </p:spPr>
        <p:txBody>
          <a:bodyPr>
            <a:normAutofit fontScale="90000"/>
          </a:bodyPr>
          <a:lstStyle/>
          <a:p>
            <a:r>
              <a:rPr lang="en-GB" dirty="0" err="1"/>
              <a:t>dbt</a:t>
            </a:r>
            <a:endParaRPr lang="en-B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40024A-28D9-E703-08EA-E65B2E3D5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798" y="1020762"/>
            <a:ext cx="11531601" cy="1138238"/>
          </a:xfrm>
        </p:spPr>
        <p:txBody>
          <a:bodyPr>
            <a:normAutofit/>
          </a:bodyPr>
          <a:lstStyle/>
          <a:p>
            <a:pPr algn="l"/>
            <a:r>
              <a:rPr lang="en-GB" sz="1400" dirty="0">
                <a:hlinkClick r:id="rId2"/>
              </a:rPr>
              <a:t>https://www.udemy.com/course/simplifying-data-pipelines-using-dbt/learn/lecture/54953001?start=300#overview</a:t>
            </a:r>
            <a:r>
              <a:rPr lang="en-GB" sz="1400" dirty="0"/>
              <a:t> </a:t>
            </a:r>
            <a:endParaRPr lang="en-BE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B735E0-6E8F-8192-8228-5ECE2A97507B}"/>
              </a:ext>
            </a:extLst>
          </p:cNvPr>
          <p:cNvSpPr txBox="1"/>
          <p:nvPr/>
        </p:nvSpPr>
        <p:spPr>
          <a:xfrm>
            <a:off x="431798" y="1752600"/>
            <a:ext cx="1067646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To install </a:t>
            </a:r>
            <a:r>
              <a:rPr lang="en-GB" sz="1400" dirty="0" err="1"/>
              <a:t>dbt</a:t>
            </a:r>
            <a:r>
              <a:rPr lang="en-GB" sz="1400" dirty="0"/>
              <a:t> core into your local machine (not </a:t>
            </a:r>
            <a:r>
              <a:rPr lang="en-GB" sz="1400" dirty="0" err="1"/>
              <a:t>esay</a:t>
            </a:r>
            <a:r>
              <a:rPr lang="en-GB" sz="1400" dirty="0"/>
              <a:t>) the following steps are needed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Create a folder like this VS code folder/</a:t>
            </a:r>
            <a:r>
              <a:rPr lang="en-GB" sz="1400" dirty="0" err="1"/>
              <a:t>dbt_project</a:t>
            </a:r>
            <a:r>
              <a:rPr lang="en-GB" sz="1400" dirty="0"/>
              <a:t>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From VS code open that folder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Create a virtual environment like   </a:t>
            </a:r>
            <a:r>
              <a:rPr lang="en-GB" sz="1400" b="1" i="1" dirty="0" err="1">
                <a:solidFill>
                  <a:srgbClr val="FF0000"/>
                </a:solidFill>
              </a:rPr>
              <a:t>dbt</a:t>
            </a:r>
            <a:r>
              <a:rPr lang="en-GB" sz="1400" b="1" i="1" dirty="0">
                <a:solidFill>
                  <a:srgbClr val="FF0000"/>
                </a:solidFill>
              </a:rPr>
              <a:t>-env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Ask the following prompt to </a:t>
            </a:r>
            <a:r>
              <a:rPr lang="en-GB" sz="1400" dirty="0" err="1"/>
              <a:t>chatgpt</a:t>
            </a:r>
            <a:r>
              <a:rPr lang="en-GB" sz="1400" dirty="0"/>
              <a:t>  </a:t>
            </a:r>
            <a:r>
              <a:rPr lang="en-GB" sz="1400" dirty="0">
                <a:highlight>
                  <a:srgbClr val="FFFF00"/>
                </a:highlight>
              </a:rPr>
              <a:t>“I want to install </a:t>
            </a:r>
            <a:r>
              <a:rPr lang="en-GB" sz="1400" dirty="0" err="1">
                <a:highlight>
                  <a:srgbClr val="FFFF00"/>
                </a:highlight>
              </a:rPr>
              <a:t>dbt</a:t>
            </a:r>
            <a:r>
              <a:rPr lang="en-GB" sz="1400" dirty="0">
                <a:highlight>
                  <a:srgbClr val="FFFF00"/>
                </a:highlight>
              </a:rPr>
              <a:t> core to my local machine using Vs code and virtual </a:t>
            </a:r>
            <a:r>
              <a:rPr lang="en-GB" sz="1400" dirty="0" err="1">
                <a:highlight>
                  <a:srgbClr val="FFFF00"/>
                </a:highlight>
              </a:rPr>
              <a:t>envirment</a:t>
            </a:r>
            <a:r>
              <a:rPr lang="en-GB" sz="1400" dirty="0">
                <a:highlight>
                  <a:srgbClr val="FFFF00"/>
                </a:highlight>
              </a:rPr>
              <a:t> , can please </a:t>
            </a:r>
            <a:r>
              <a:rPr lang="en-GB" sz="1400" dirty="0" err="1">
                <a:highlight>
                  <a:srgbClr val="FFFF00"/>
                </a:highlight>
              </a:rPr>
              <a:t>gide</a:t>
            </a:r>
            <a:r>
              <a:rPr lang="en-GB" sz="1400" dirty="0">
                <a:highlight>
                  <a:srgbClr val="FFFF00"/>
                </a:highlight>
              </a:rPr>
              <a:t> step by step”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>
              <a:highlight>
                <a:srgbClr val="FFFF00"/>
              </a:highlight>
            </a:endParaRPr>
          </a:p>
          <a:p>
            <a:r>
              <a:rPr lang="en-GB" sz="1400" dirty="0"/>
              <a:t>When installation succeeded you should have the following :</a:t>
            </a:r>
          </a:p>
          <a:p>
            <a:r>
              <a:rPr lang="en-GB" sz="1400" dirty="0"/>
              <a:t>Note : In my case I create a </a:t>
            </a:r>
            <a:r>
              <a:rPr lang="en-GB" sz="1400" dirty="0" err="1"/>
              <a:t>dbt</a:t>
            </a:r>
            <a:r>
              <a:rPr lang="en-GB" sz="1400" dirty="0"/>
              <a:t> for a </a:t>
            </a:r>
            <a:r>
              <a:rPr lang="en-GB" sz="1400" b="1" i="1" dirty="0"/>
              <a:t>Fabric project</a:t>
            </a:r>
            <a:r>
              <a:rPr lang="en-GB" sz="1400" dirty="0"/>
              <a:t>.</a:t>
            </a:r>
            <a:endParaRPr lang="en-BE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B8DC79-5370-3637-8414-9FF328B64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798" y="4165555"/>
            <a:ext cx="5456393" cy="10668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29D8F6-D241-3C64-2218-984531D8A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798" y="5347737"/>
            <a:ext cx="2370025" cy="1463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687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1250</TotalTime>
  <Words>121</Words>
  <Application>Microsoft Office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dbt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Coulibaly Oumar</dc:creator>
  <cp:lastModifiedBy>Coulibaly Oumar</cp:lastModifiedBy>
  <cp:revision>7</cp:revision>
  <dcterms:created xsi:type="dcterms:W3CDTF">2026-03-29T10:46:37Z</dcterms:created>
  <dcterms:modified xsi:type="dcterms:W3CDTF">2026-04-02T15:27:50Z</dcterms:modified>
</cp:coreProperties>
</file>