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8383-F629-86D0-1BA5-0E5EE06D2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A6714-459F-797A-240A-2781EB719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2DE1-68DE-1096-2481-F2157663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110A3-3AF2-0E91-F4D7-180FC9DD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6CD00-F9AD-2EBE-8696-3E083720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6145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E0B1-FE2A-61BE-551B-E7061008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3CC4-FBE8-255F-87D7-19055B041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932E-320B-C16E-F7CE-1935F03B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D477A-4945-74B3-F7E8-FB260734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62A1-E937-C00E-D1CE-D656DACE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14461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E25B-D052-28CB-8D50-FF89329A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6111C-8A9C-A289-5454-8356AADF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A7527-8DD9-2996-162B-F29781A75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B273-2A39-0F49-DA4F-0B494F98F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61022-FF45-2B96-CB11-1B3FDD13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653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9801-82F7-7A51-5F2E-3FD1F189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AC83-61AE-AF19-E6A3-80608C2DB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BE8B6-1DB5-DF50-9E71-369E8325A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95254-80D3-4B3B-D659-86C0F154D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EC9C0-7013-DE43-023B-C4FE262F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A6D11-D91B-A9BC-07F5-70369D79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4243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CE9B-1D24-6A26-D9DE-62526E6A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ECA7F-A860-3B2C-46A9-6420869C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BB79A-4CE3-A958-BCD2-0EB692D37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77170-7942-D44F-AD57-D5871FCCA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C4A1E-734D-3BEA-4E14-8518B336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1AA6E0-5D0C-E12B-AD30-55CC5B51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0F947-61F1-B475-354D-A70DDF55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FE5C2-437F-5F5E-3B63-A17CD7CB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101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37DD-13E3-3AD7-5882-8EA906B7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736A9-B838-240F-0370-0B014348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BA79D-3089-38E1-7CC4-1EF0431F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D8DFF-EED6-52AF-C670-9CA3A30E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478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E4FC5-4987-B71E-446C-BCC06A65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3E3D5-CB03-4A42-6554-494FE49D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E93FB-AD71-04DE-F387-4BBE25555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758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5614-B090-723C-B36A-CDF359A4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C43A-6DF3-3F27-B70A-F3D3D73EB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FB90A-7851-1BFD-EA08-340387C25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40814-6660-38D6-0848-07FE0DD6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14D8A-7CAF-5018-8B91-0E9648CA6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C449E-C06E-02F4-C6EF-CBD861F0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117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A95F-2449-FE1F-5707-FA1B1774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AC949-6F6F-A7CA-74AF-136BBFE72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FB300-AC69-4E99-E771-DB389AC19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29F78-AFD6-1062-BAB2-FCC024B5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E42E5-F920-7750-642B-FB585107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2488C-A34B-F0EC-BAC8-489DF917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3499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70E4-AB61-DF1F-9FD1-A047BD47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23BB5-9CAC-E906-E9B4-2CFB9A417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2970E-F088-0943-4ABA-B37E497A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F8842-DA5C-5DB1-FAA3-F3C8B28B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F73DD-1CBC-8ED2-028F-94FB0D4A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7880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D27CA-0B69-4334-0BF3-13BE5607B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13E5E-0D77-144F-3187-D6D699A50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A37A0-8697-D04A-4915-A1CA49F9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01E19-3D2F-3DBE-CAA9-0DC773E3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C419-F0C6-A93E-51FF-DA41901E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5818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16E10-9C9C-7350-52C6-ACBF732B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3EB4E-020E-4060-0E79-816DF28ED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C0FA9-3DD0-2EA4-B8F5-9991F2BC5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C101C-6249-4F58-8640-2B2FB3E9202D}" type="datetimeFigureOut">
              <a:rPr lang="en-BE" smtClean="0"/>
              <a:t>29/03/2026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86159-84E8-1CA1-FA4F-E2992FA28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BA2D3-0CD8-4E36-3339-82AF1B715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94D92-09FF-4DDE-8E69-633FC5EB75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1203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udemy.com/course/microsoft-power-bi-masterclass-expand-excellence/learn/lecture/44989203#over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demy.com/course/microsoft-power-bi-masterclass-expand-excellence/learn/lecture/45915177#overview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demy.com/course/microsoft-power-bi-masterclass-expand-excellence/learn/lecture/46327421#overview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udemy.com/course/microsoft-power-bi-masterclass-expand-excellence/learn/lecture/49203701#over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udemy.com/course/microsoft-power-bi-masterclass-expand-excellence/learn/lecture/52288257#overview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demy.com/course/microsoft-power-bi-masterclass-expand-excellence/learn/lecture/53728701#overview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B5AF-9902-EDFD-204C-E21966FE1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Autofit/>
          </a:bodyPr>
          <a:lstStyle/>
          <a:p>
            <a:r>
              <a:rPr lang="fr-BE" sz="4000" dirty="0"/>
              <a:t>AI for Power bi </a:t>
            </a:r>
            <a:endParaRPr lang="en-BE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0895AB-D76C-B5DA-2632-DA74D64601AE}"/>
              </a:ext>
            </a:extLst>
          </p:cNvPr>
          <p:cNvSpPr txBox="1"/>
          <p:nvPr/>
        </p:nvSpPr>
        <p:spPr>
          <a:xfrm>
            <a:off x="304800" y="719667"/>
            <a:ext cx="11472333" cy="2292935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fr-BE" sz="1100" dirty="0" err="1"/>
              <a:t>Copilot</a:t>
            </a:r>
            <a:r>
              <a:rPr lang="fr-BE" sz="1100" dirty="0"/>
              <a:t>  in </a:t>
            </a:r>
            <a:r>
              <a:rPr lang="fr-BE" sz="1100" dirty="0" err="1"/>
              <a:t>coding</a:t>
            </a:r>
            <a:endParaRPr lang="fr-BE" sz="1100" dirty="0"/>
          </a:p>
          <a:p>
            <a:pPr marL="228600" indent="-228600">
              <a:buFont typeface="+mj-lt"/>
              <a:buAutoNum type="arabicPeriod"/>
            </a:pPr>
            <a:r>
              <a:rPr lang="fr-BE" sz="1100" dirty="0"/>
              <a:t>Power bi Ai </a:t>
            </a:r>
            <a:r>
              <a:rPr lang="fr-BE" sz="1100" dirty="0" err="1"/>
              <a:t>visuals</a:t>
            </a:r>
            <a:r>
              <a:rPr lang="fr-BE" sz="1100" dirty="0"/>
              <a:t>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fr-BE" sz="1100" dirty="0"/>
              <a:t>Q&amp;A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fr-BE" sz="1100" dirty="0"/>
              <a:t>Key Influence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fr-BE" sz="1100" dirty="0" err="1"/>
              <a:t>Decomposition</a:t>
            </a:r>
            <a:r>
              <a:rPr lang="fr-BE" sz="1100" dirty="0"/>
              <a:t> </a:t>
            </a:r>
            <a:r>
              <a:rPr lang="fr-BE" sz="1100" dirty="0" err="1"/>
              <a:t>tree</a:t>
            </a:r>
            <a:endParaRPr lang="fr-BE" sz="11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fr-BE" sz="1100" dirty="0"/>
              <a:t>Narrative (</a:t>
            </a:r>
            <a:r>
              <a:rPr lang="fr-BE" sz="1100" dirty="0" err="1"/>
              <a:t>witch</a:t>
            </a:r>
            <a:r>
              <a:rPr lang="fr-BE" sz="1100" dirty="0"/>
              <a:t> </a:t>
            </a:r>
            <a:r>
              <a:rPr lang="fr-BE" sz="1100" dirty="0" err="1"/>
              <a:t>give</a:t>
            </a:r>
            <a:r>
              <a:rPr lang="fr-BE" sz="1100" dirty="0"/>
              <a:t> </a:t>
            </a:r>
            <a:r>
              <a:rPr lang="fr-BE" sz="1100" dirty="0" err="1"/>
              <a:t>you</a:t>
            </a:r>
            <a:r>
              <a:rPr lang="fr-BE" sz="1100" dirty="0"/>
              <a:t> </a:t>
            </a:r>
            <a:r>
              <a:rPr lang="fr-BE" sz="1100" dirty="0" err="1"/>
              <a:t>summarry</a:t>
            </a:r>
            <a:r>
              <a:rPr lang="fr-BE" sz="1100" dirty="0"/>
              <a:t> on </a:t>
            </a:r>
            <a:r>
              <a:rPr lang="fr-BE" sz="1100" dirty="0" err="1"/>
              <a:t>what</a:t>
            </a:r>
            <a:r>
              <a:rPr lang="fr-BE" sz="1100" dirty="0"/>
              <a:t> </a:t>
            </a:r>
            <a:r>
              <a:rPr lang="fr-BE" sz="1100" dirty="0" err="1"/>
              <a:t>you</a:t>
            </a:r>
            <a:r>
              <a:rPr lang="fr-BE" sz="1100" dirty="0"/>
              <a:t> have in </a:t>
            </a:r>
            <a:r>
              <a:rPr lang="fr-BE" sz="1100" dirty="0" err="1"/>
              <a:t>given</a:t>
            </a:r>
            <a:r>
              <a:rPr lang="fr-BE" sz="1100" dirty="0"/>
              <a:t> </a:t>
            </a:r>
            <a:r>
              <a:rPr lang="fr-BE" sz="1100" dirty="0" err="1"/>
              <a:t>pbi</a:t>
            </a:r>
            <a:r>
              <a:rPr lang="fr-BE" sz="1100" dirty="0"/>
              <a:t> page )	</a:t>
            </a:r>
          </a:p>
          <a:p>
            <a:r>
              <a:rPr lang="fr-BE" sz="1100" dirty="0"/>
              <a:t>3. </a:t>
            </a:r>
            <a:r>
              <a:rPr lang="fr-BE" sz="1100" dirty="0" err="1"/>
              <a:t>OpenAi</a:t>
            </a:r>
            <a:r>
              <a:rPr lang="fr-BE" sz="1100" dirty="0"/>
              <a:t> in Power </a:t>
            </a:r>
            <a:r>
              <a:rPr lang="fr-BE" sz="1100" dirty="0" err="1"/>
              <a:t>query</a:t>
            </a:r>
            <a:endParaRPr lang="fr-BE" sz="1100" dirty="0"/>
          </a:p>
          <a:p>
            <a:r>
              <a:rPr lang="fr-BE" sz="1100" dirty="0"/>
              <a:t>4. Use open </a:t>
            </a:r>
            <a:r>
              <a:rPr lang="fr-BE" sz="1100" dirty="0" err="1"/>
              <a:t>souce</a:t>
            </a:r>
            <a:r>
              <a:rPr lang="fr-BE" sz="1100" dirty="0"/>
              <a:t> LLM (</a:t>
            </a:r>
            <a:r>
              <a:rPr lang="fr-BE" sz="1100" dirty="0" err="1"/>
              <a:t>ollama</a:t>
            </a:r>
            <a:r>
              <a:rPr lang="fr-BE" sz="1100" dirty="0"/>
              <a:t> for power </a:t>
            </a:r>
            <a:r>
              <a:rPr lang="fr-BE" sz="1100" dirty="0" err="1"/>
              <a:t>query</a:t>
            </a:r>
            <a:r>
              <a:rPr lang="fr-BE" sz="1100" dirty="0"/>
              <a:t>)</a:t>
            </a:r>
          </a:p>
          <a:p>
            <a:r>
              <a:rPr lang="fr-BE" sz="1100" dirty="0"/>
              <a:t>5. </a:t>
            </a:r>
            <a:r>
              <a:rPr lang="fr-BE" sz="1100" dirty="0" err="1"/>
              <a:t>Remove</a:t>
            </a:r>
            <a:r>
              <a:rPr lang="fr-BE" sz="1100" dirty="0"/>
              <a:t> </a:t>
            </a:r>
            <a:r>
              <a:rPr lang="fr-BE" sz="1100" dirty="0" err="1"/>
              <a:t>unsed</a:t>
            </a:r>
            <a:r>
              <a:rPr lang="fr-BE" sz="1100" dirty="0"/>
              <a:t> </a:t>
            </a:r>
            <a:r>
              <a:rPr lang="fr-BE" sz="1100" dirty="0" err="1"/>
              <a:t>measure</a:t>
            </a:r>
            <a:r>
              <a:rPr lang="fr-BE" sz="1100" dirty="0"/>
              <a:t> and </a:t>
            </a:r>
            <a:r>
              <a:rPr lang="fr-BE" sz="1100" dirty="0" err="1"/>
              <a:t>columns</a:t>
            </a:r>
            <a:r>
              <a:rPr lang="fr-BE" sz="1100" dirty="0"/>
              <a:t> </a:t>
            </a:r>
            <a:r>
              <a:rPr lang="fr-BE" sz="1100" dirty="0" err="1"/>
              <a:t>using</a:t>
            </a:r>
            <a:r>
              <a:rPr lang="fr-BE" sz="1100" dirty="0"/>
              <a:t> </a:t>
            </a:r>
            <a:r>
              <a:rPr lang="fr-BE" sz="1100" b="1" i="1" dirty="0" err="1"/>
              <a:t>Measure</a:t>
            </a:r>
            <a:r>
              <a:rPr lang="fr-BE" sz="1100" b="1" i="1" dirty="0"/>
              <a:t> killer</a:t>
            </a:r>
          </a:p>
          <a:p>
            <a:r>
              <a:rPr lang="fr-BE" sz="1100" dirty="0"/>
              <a:t>6. </a:t>
            </a:r>
            <a:r>
              <a:rPr lang="fr-BE" sz="1100" dirty="0" err="1"/>
              <a:t>Datamodel</a:t>
            </a:r>
            <a:r>
              <a:rPr lang="fr-BE" sz="1100" dirty="0"/>
              <a:t> </a:t>
            </a:r>
            <a:r>
              <a:rPr lang="fr-BE" sz="1100" dirty="0" err="1"/>
              <a:t>optimization</a:t>
            </a:r>
            <a:r>
              <a:rPr lang="fr-BE" sz="1100" dirty="0"/>
              <a:t> </a:t>
            </a:r>
            <a:r>
              <a:rPr lang="fr-BE" sz="1100" dirty="0" err="1"/>
              <a:t>using</a:t>
            </a:r>
            <a:r>
              <a:rPr lang="fr-BE" sz="1100" dirty="0"/>
              <a:t> Dax studio-</a:t>
            </a:r>
            <a:r>
              <a:rPr lang="fr-BE" sz="1100" dirty="0" err="1"/>
              <a:t>Vertipaq</a:t>
            </a:r>
            <a:r>
              <a:rPr lang="fr-BE" sz="1100" dirty="0"/>
              <a:t> and LLM (</a:t>
            </a:r>
            <a:r>
              <a:rPr lang="fr-BE" sz="1100" dirty="0" err="1"/>
              <a:t>chatGpt</a:t>
            </a:r>
            <a:r>
              <a:rPr lang="fr-BE" sz="1100" dirty="0"/>
              <a:t> , Clause)</a:t>
            </a:r>
          </a:p>
          <a:p>
            <a:r>
              <a:rPr lang="fr-BE" sz="1100" dirty="0"/>
              <a:t>7. Count </a:t>
            </a:r>
            <a:r>
              <a:rPr lang="fr-BE" sz="1100" dirty="0" err="1"/>
              <a:t>filers</a:t>
            </a:r>
            <a:r>
              <a:rPr lang="fr-BE" sz="1100" dirty="0"/>
              <a:t>  </a:t>
            </a:r>
            <a:r>
              <a:rPr lang="fr-BE" sz="1100" dirty="0" err="1"/>
              <a:t>visually</a:t>
            </a:r>
            <a:r>
              <a:rPr lang="fr-BE" sz="1100" dirty="0"/>
              <a:t> and </a:t>
            </a:r>
            <a:r>
              <a:rPr lang="fr-BE" sz="1100" dirty="0" err="1"/>
              <a:t>dynamically</a:t>
            </a:r>
            <a:r>
              <a:rPr lang="fr-BE" sz="1100" dirty="0"/>
              <a:t> on a </a:t>
            </a:r>
            <a:r>
              <a:rPr lang="fr-BE" sz="1100" dirty="0" err="1"/>
              <a:t>current</a:t>
            </a:r>
            <a:r>
              <a:rPr lang="fr-BE" sz="1100" dirty="0"/>
              <a:t> report </a:t>
            </a:r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r>
              <a:rPr lang="fr-BE" dirty="0"/>
              <a:t> 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871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860B-8037-F3A6-4C6D-7076482A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EA67-F7BD-0C47-A79E-52D7F7388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rmAutofit fontScale="90000"/>
          </a:bodyPr>
          <a:lstStyle/>
          <a:p>
            <a:r>
              <a:rPr lang="fr-BE" dirty="0"/>
              <a:t>AI for Power bi 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598DC-88CD-6802-5D72-96CCEAF74AE4}"/>
              </a:ext>
            </a:extLst>
          </p:cNvPr>
          <p:cNvSpPr txBox="1"/>
          <p:nvPr/>
        </p:nvSpPr>
        <p:spPr>
          <a:xfrm>
            <a:off x="143934" y="1016001"/>
            <a:ext cx="11333963" cy="123110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BE" b="1" u="sng" dirty="0" err="1"/>
              <a:t>Copilot</a:t>
            </a:r>
            <a:r>
              <a:rPr lang="fr-BE" dirty="0"/>
              <a:t> : </a:t>
            </a:r>
            <a:r>
              <a:rPr lang="fr-BE" sz="1400" dirty="0"/>
              <a:t>This </a:t>
            </a:r>
            <a:r>
              <a:rPr lang="fr-BE" sz="1400" dirty="0" err="1"/>
              <a:t>need</a:t>
            </a:r>
            <a:r>
              <a:rPr lang="fr-BE" sz="1400" dirty="0"/>
              <a:t> to </a:t>
            </a:r>
            <a:r>
              <a:rPr lang="fr-BE" sz="1400" dirty="0" err="1"/>
              <a:t>be</a:t>
            </a:r>
            <a:r>
              <a:rPr lang="fr-BE" sz="1400" dirty="0"/>
              <a:t> enable for tenant settings </a:t>
            </a:r>
            <a:r>
              <a:rPr lang="fr-BE" sz="1400" dirty="0" err="1"/>
              <a:t>then</a:t>
            </a:r>
            <a:r>
              <a:rPr lang="fr-BE" sz="1400" dirty="0"/>
              <a:t> </a:t>
            </a:r>
            <a:r>
              <a:rPr lang="fr-BE" sz="1400" dirty="0" err="1"/>
              <a:t>copilot</a:t>
            </a:r>
            <a:r>
              <a:rPr lang="fr-BE" sz="1400" dirty="0"/>
              <a:t> </a:t>
            </a:r>
            <a:r>
              <a:rPr lang="fr-BE" sz="1400" dirty="0" err="1"/>
              <a:t>will</a:t>
            </a:r>
            <a:r>
              <a:rPr lang="fr-BE" sz="1400" dirty="0"/>
              <a:t> </a:t>
            </a:r>
            <a:r>
              <a:rPr lang="fr-BE" sz="1400" dirty="0" err="1"/>
              <a:t>appear</a:t>
            </a:r>
            <a:r>
              <a:rPr lang="fr-BE" sz="1400" dirty="0"/>
              <a:t> </a:t>
            </a:r>
            <a:r>
              <a:rPr lang="fr-BE" sz="1400" dirty="0" err="1"/>
              <a:t>near</a:t>
            </a:r>
            <a:r>
              <a:rPr lang="fr-BE" sz="1400" dirty="0"/>
              <a:t> the quick </a:t>
            </a:r>
            <a:r>
              <a:rPr lang="fr-BE" sz="1400" dirty="0" err="1"/>
              <a:t>measures</a:t>
            </a:r>
            <a:r>
              <a:rPr lang="fr-BE" sz="1400" dirty="0"/>
              <a:t> and </a:t>
            </a:r>
            <a:r>
              <a:rPr lang="fr-BE" sz="1400" dirty="0" err="1"/>
              <a:t>you</a:t>
            </a:r>
            <a:r>
              <a:rPr lang="fr-BE" sz="1400" dirty="0"/>
              <a:t> </a:t>
            </a:r>
            <a:r>
              <a:rPr lang="fr-BE" sz="1400" dirty="0" err="1"/>
              <a:t>ask</a:t>
            </a:r>
            <a:r>
              <a:rPr lang="fr-BE" sz="1400" dirty="0"/>
              <a:t> in </a:t>
            </a:r>
            <a:r>
              <a:rPr lang="fr-BE" sz="1400" dirty="0" err="1"/>
              <a:t>natural</a:t>
            </a:r>
            <a:r>
              <a:rPr lang="fr-BE" sz="1400" dirty="0"/>
              <a:t> </a:t>
            </a:r>
            <a:r>
              <a:rPr lang="fr-BE" sz="1400" dirty="0" err="1"/>
              <a:t>language</a:t>
            </a:r>
            <a:r>
              <a:rPr lang="fr-BE" sz="1400" dirty="0"/>
              <a:t> </a:t>
            </a:r>
            <a:r>
              <a:rPr lang="fr-BE" sz="1400" dirty="0" err="1"/>
              <a:t>wicth</a:t>
            </a:r>
            <a:r>
              <a:rPr lang="fr-BE" sz="1400" dirty="0"/>
              <a:t> </a:t>
            </a:r>
            <a:r>
              <a:rPr lang="fr-BE" sz="1400" dirty="0" err="1"/>
              <a:t>measures</a:t>
            </a:r>
            <a:r>
              <a:rPr lang="fr-BE" sz="1400" dirty="0"/>
              <a:t> </a:t>
            </a:r>
            <a:r>
              <a:rPr lang="fr-BE" sz="1400" dirty="0" err="1"/>
              <a:t>you</a:t>
            </a:r>
            <a:r>
              <a:rPr lang="fr-BE" sz="1400" dirty="0"/>
              <a:t> </a:t>
            </a:r>
            <a:r>
              <a:rPr lang="fr-BE" sz="1400" dirty="0" err="1"/>
              <a:t>want</a:t>
            </a:r>
            <a:r>
              <a:rPr lang="fr-BE" sz="1400" dirty="0"/>
              <a:t> to </a:t>
            </a:r>
            <a:r>
              <a:rPr lang="fr-BE" sz="1400" dirty="0" err="1"/>
              <a:t>write</a:t>
            </a:r>
            <a:endParaRPr lang="fr-BE" sz="1400" dirty="0"/>
          </a:p>
          <a:p>
            <a:r>
              <a:rPr lang="fr-BE" sz="1400" dirty="0">
                <a:hlinkClick r:id="rId2"/>
              </a:rPr>
              <a:t>https://www.udemy.com/course/microsoft-power-bi-masterclass-expand-excellence/learn/lecture/44989203#overview</a:t>
            </a:r>
            <a:r>
              <a:rPr lang="fr-BE" sz="1400" dirty="0"/>
              <a:t> </a:t>
            </a:r>
          </a:p>
          <a:p>
            <a:endParaRPr lang="fr-BE" sz="1400" dirty="0"/>
          </a:p>
          <a:p>
            <a:r>
              <a:rPr lang="fr-BE" sz="1400" dirty="0"/>
              <a:t>  </a:t>
            </a:r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5448D4-8A1A-C2CE-4690-F8F58D1F1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4" y="2180495"/>
            <a:ext cx="4106150" cy="17667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5876A9-7782-2189-AE07-E8648E50E218}"/>
              </a:ext>
            </a:extLst>
          </p:cNvPr>
          <p:cNvSpPr txBox="1"/>
          <p:nvPr/>
        </p:nvSpPr>
        <p:spPr>
          <a:xfrm>
            <a:off x="5003092" y="2160651"/>
            <a:ext cx="3650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200" dirty="0" err="1"/>
              <a:t>Other</a:t>
            </a:r>
            <a:r>
              <a:rPr lang="fr-BE" sz="1200" dirty="0"/>
              <a:t> AI </a:t>
            </a:r>
            <a:r>
              <a:rPr lang="fr-BE" sz="1200" dirty="0" err="1"/>
              <a:t>tools</a:t>
            </a:r>
            <a:r>
              <a:rPr lang="fr-BE" sz="1200" dirty="0"/>
              <a:t> in Power BI in action </a:t>
            </a:r>
            <a:r>
              <a:rPr lang="fr-BE" sz="1200" dirty="0" err="1"/>
              <a:t>see</a:t>
            </a:r>
            <a:r>
              <a:rPr lang="fr-BE" sz="1200" dirty="0"/>
              <a:t> </a:t>
            </a:r>
            <a:r>
              <a:rPr lang="fr-BE" sz="1200" dirty="0" err="1"/>
              <a:t>above</a:t>
            </a:r>
            <a:r>
              <a:rPr lang="fr-BE" sz="1200" dirty="0"/>
              <a:t> </a:t>
            </a:r>
            <a:r>
              <a:rPr lang="fr-BE" sz="1200" dirty="0" err="1"/>
              <a:t>visual</a:t>
            </a:r>
            <a:r>
              <a:rPr lang="fr-BE" sz="1200" dirty="0"/>
              <a:t> </a:t>
            </a:r>
            <a:endParaRPr lang="en-BE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C2E5F2-C0F5-57CC-AE72-703C55059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978" y="2597608"/>
            <a:ext cx="1158340" cy="312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B83C1B-F503-A9B9-031C-D79909CB2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760" y="2477122"/>
            <a:ext cx="4106150" cy="62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3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930F-DCEB-DCAF-EDD4-3BBFE13C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DD19-A5FC-78F3-2476-DBE99D766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Autofit/>
          </a:bodyPr>
          <a:lstStyle/>
          <a:p>
            <a:r>
              <a:rPr lang="fr-BE" sz="3600" b="1" dirty="0" err="1"/>
              <a:t>OpenAi</a:t>
            </a:r>
            <a:r>
              <a:rPr lang="fr-BE" sz="3600" b="1" dirty="0"/>
              <a:t> in Power </a:t>
            </a:r>
            <a:r>
              <a:rPr lang="fr-BE" sz="3600" b="1" dirty="0" err="1"/>
              <a:t>query</a:t>
            </a:r>
            <a:endParaRPr lang="en-BE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2903C-56AE-9A0B-C66C-FC044C8EDAA0}"/>
              </a:ext>
            </a:extLst>
          </p:cNvPr>
          <p:cNvSpPr txBox="1"/>
          <p:nvPr/>
        </p:nvSpPr>
        <p:spPr>
          <a:xfrm>
            <a:off x="0" y="981166"/>
            <a:ext cx="11333963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BE" b="1" u="sng" dirty="0" err="1"/>
              <a:t>OpenAi</a:t>
            </a:r>
            <a:r>
              <a:rPr lang="fr-BE" b="1" u="sng" dirty="0"/>
              <a:t> in Power </a:t>
            </a:r>
            <a:r>
              <a:rPr lang="fr-BE" b="1" u="sng" dirty="0" err="1"/>
              <a:t>query</a:t>
            </a:r>
            <a:r>
              <a:rPr lang="fr-BE" b="1" u="sng" dirty="0"/>
              <a:t> </a:t>
            </a:r>
            <a:r>
              <a:rPr lang="fr-BE" dirty="0"/>
              <a:t> : You can use </a:t>
            </a:r>
            <a:r>
              <a:rPr lang="fr-BE" dirty="0" err="1"/>
              <a:t>openAI</a:t>
            </a:r>
            <a:r>
              <a:rPr lang="fr-BE" dirty="0"/>
              <a:t> prompt to </a:t>
            </a:r>
            <a:r>
              <a:rPr lang="fr-BE" dirty="0" err="1"/>
              <a:t>enrich</a:t>
            </a:r>
            <a:r>
              <a:rPr lang="fr-BE" dirty="0"/>
              <a:t> a </a:t>
            </a:r>
            <a:r>
              <a:rPr lang="fr-BE" dirty="0" err="1"/>
              <a:t>give</a:t>
            </a:r>
            <a:r>
              <a:rPr lang="fr-BE" dirty="0"/>
              <a:t> table by </a:t>
            </a:r>
            <a:r>
              <a:rPr lang="fr-BE" dirty="0" err="1"/>
              <a:t>creating</a:t>
            </a:r>
            <a:r>
              <a:rPr lang="fr-BE" dirty="0"/>
              <a:t> a </a:t>
            </a:r>
            <a:r>
              <a:rPr lang="fr-BE" dirty="0" err="1"/>
              <a:t>function</a:t>
            </a:r>
            <a:r>
              <a:rPr lang="fr-BE" dirty="0"/>
              <a:t>. </a:t>
            </a:r>
          </a:p>
          <a:p>
            <a:r>
              <a:rPr lang="fr-BE" dirty="0" err="1"/>
              <a:t>See</a:t>
            </a:r>
            <a:r>
              <a:rPr lang="fr-BE" dirty="0"/>
              <a:t> </a:t>
            </a:r>
            <a:r>
              <a:rPr lang="fr-BE" dirty="0" err="1"/>
              <a:t>below</a:t>
            </a:r>
            <a:r>
              <a:rPr lang="fr-BE" dirty="0"/>
              <a:t> </a:t>
            </a:r>
            <a:r>
              <a:rPr lang="fr-BE" dirty="0" err="1"/>
              <a:t>video</a:t>
            </a:r>
            <a:r>
              <a:rPr lang="fr-BE" dirty="0"/>
              <a:t> : </a:t>
            </a:r>
            <a:r>
              <a:rPr lang="fr-BE" sz="1400" dirty="0">
                <a:hlinkClick r:id="rId2"/>
              </a:rPr>
              <a:t>https://www.udemy.com/course/microsoft-power-bi-masterclass-expand-excellence/learn/lecture/45915177#overview</a:t>
            </a:r>
            <a:r>
              <a:rPr lang="fr-BE" sz="1400" dirty="0"/>
              <a:t>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0111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2380-ADEE-B978-5373-316258F2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264A-712C-B37D-14B6-11D8F98BC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Autofit/>
          </a:bodyPr>
          <a:lstStyle/>
          <a:p>
            <a:r>
              <a:rPr lang="fr-BE" sz="3600" b="1" dirty="0"/>
              <a:t>Use Open source LLM pour power bi</a:t>
            </a:r>
            <a:endParaRPr lang="en-BE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B39AD-1A83-8A37-1BC4-E5C173C6B1D3}"/>
              </a:ext>
            </a:extLst>
          </p:cNvPr>
          <p:cNvSpPr txBox="1"/>
          <p:nvPr/>
        </p:nvSpPr>
        <p:spPr>
          <a:xfrm>
            <a:off x="0" y="981166"/>
            <a:ext cx="11333963" cy="89255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BE" dirty="0" err="1"/>
              <a:t>We</a:t>
            </a:r>
            <a:r>
              <a:rPr lang="fr-BE" dirty="0"/>
              <a:t> use </a:t>
            </a:r>
            <a:r>
              <a:rPr lang="fr-BE" b="1" i="1" dirty="0" err="1"/>
              <a:t>ollama</a:t>
            </a:r>
            <a:r>
              <a:rPr lang="fr-BE" dirty="0"/>
              <a:t>  </a:t>
            </a:r>
            <a:r>
              <a:rPr lang="fr-BE" dirty="0" err="1"/>
              <a:t>witch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an open source for </a:t>
            </a:r>
            <a:r>
              <a:rPr lang="fr-BE" dirty="0" err="1"/>
              <a:t>this</a:t>
            </a:r>
            <a:r>
              <a:rPr lang="fr-BE" dirty="0"/>
              <a:t> .</a:t>
            </a:r>
          </a:p>
          <a:p>
            <a:endParaRPr lang="fr-BE" dirty="0"/>
          </a:p>
          <a:p>
            <a:r>
              <a:rPr lang="en-GB" sz="1600" dirty="0">
                <a:hlinkClick r:id="rId2"/>
              </a:rPr>
              <a:t>https://www.udemy.com/course/microsoft-power-bi-masterclass-expand-excellence/learn/lecture/46327421#overview</a:t>
            </a:r>
            <a:r>
              <a:rPr lang="en-GB" sz="1600" dirty="0"/>
              <a:t> 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101625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B935A-513D-C282-CA69-CA3F2883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6FAE-05F7-C704-F980-149CBFCA2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Autofit/>
          </a:bodyPr>
          <a:lstStyle/>
          <a:p>
            <a:r>
              <a:rPr lang="fr-BE" sz="2800" b="1" dirty="0" err="1"/>
              <a:t>Remove</a:t>
            </a:r>
            <a:r>
              <a:rPr lang="fr-BE" sz="2800" b="1" dirty="0"/>
              <a:t> </a:t>
            </a:r>
            <a:r>
              <a:rPr lang="fr-BE" sz="2800" b="1" dirty="0" err="1"/>
              <a:t>unsed</a:t>
            </a:r>
            <a:r>
              <a:rPr lang="fr-BE" sz="2800" b="1" dirty="0"/>
              <a:t> </a:t>
            </a:r>
            <a:r>
              <a:rPr lang="fr-BE" sz="2800" b="1" dirty="0" err="1"/>
              <a:t>measure</a:t>
            </a:r>
            <a:r>
              <a:rPr lang="fr-BE" sz="2800" b="1" dirty="0"/>
              <a:t> and </a:t>
            </a:r>
            <a:r>
              <a:rPr lang="fr-BE" sz="2800" b="1" dirty="0" err="1"/>
              <a:t>columns</a:t>
            </a:r>
            <a:r>
              <a:rPr lang="fr-BE" sz="2800" b="1" dirty="0"/>
              <a:t> </a:t>
            </a:r>
            <a:r>
              <a:rPr lang="fr-BE" sz="2800" b="1" dirty="0" err="1"/>
              <a:t>using</a:t>
            </a:r>
            <a:r>
              <a:rPr lang="fr-BE" sz="2800" b="1" dirty="0"/>
              <a:t> </a:t>
            </a:r>
            <a:r>
              <a:rPr lang="fr-BE" sz="2800" b="1" i="1" dirty="0" err="1"/>
              <a:t>Measure</a:t>
            </a:r>
            <a:r>
              <a:rPr lang="fr-BE" sz="2800" b="1" i="1" dirty="0"/>
              <a:t> killer</a:t>
            </a:r>
            <a:endParaRPr lang="en-BE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F9FC3-2790-B244-6B92-5F3DACE03B23}"/>
              </a:ext>
            </a:extLst>
          </p:cNvPr>
          <p:cNvSpPr txBox="1"/>
          <p:nvPr/>
        </p:nvSpPr>
        <p:spPr>
          <a:xfrm>
            <a:off x="0" y="981166"/>
            <a:ext cx="11333963" cy="19082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BE" sz="1400" dirty="0"/>
              <a:t>Model </a:t>
            </a:r>
            <a:r>
              <a:rPr lang="fr-BE" sz="1400" dirty="0" err="1"/>
              <a:t>optimazation</a:t>
            </a:r>
            <a:r>
              <a:rPr lang="fr-BE" sz="1400" dirty="0"/>
              <a:t> </a:t>
            </a:r>
            <a:r>
              <a:rPr lang="fr-BE" sz="1400" dirty="0" err="1"/>
              <a:t>is</a:t>
            </a:r>
            <a:r>
              <a:rPr lang="fr-BE" sz="1400" dirty="0"/>
              <a:t> crucial in power BI </a:t>
            </a:r>
            <a:r>
              <a:rPr lang="fr-BE" sz="1400" dirty="0" err="1"/>
              <a:t>datalmodeling</a:t>
            </a:r>
            <a:r>
              <a:rPr lang="fr-BE" sz="1400" dirty="0"/>
              <a:t>. </a:t>
            </a:r>
            <a:r>
              <a:rPr lang="fr-BE" sz="1400" dirty="0" err="1"/>
              <a:t>Removing</a:t>
            </a:r>
            <a:r>
              <a:rPr lang="fr-BE" sz="1400" dirty="0"/>
              <a:t> </a:t>
            </a:r>
            <a:r>
              <a:rPr lang="fr-BE" sz="1400" dirty="0" err="1"/>
              <a:t>unsed</a:t>
            </a:r>
            <a:r>
              <a:rPr lang="fr-BE" sz="1400" dirty="0"/>
              <a:t> </a:t>
            </a:r>
            <a:r>
              <a:rPr lang="fr-BE" sz="1400" dirty="0" err="1"/>
              <a:t>measure</a:t>
            </a:r>
            <a:r>
              <a:rPr lang="fr-BE" sz="1400" dirty="0"/>
              <a:t> and </a:t>
            </a:r>
            <a:r>
              <a:rPr lang="fr-BE" sz="1400" dirty="0" err="1"/>
              <a:t>columns</a:t>
            </a:r>
            <a:r>
              <a:rPr lang="fr-BE" sz="1400" dirty="0"/>
              <a:t> </a:t>
            </a:r>
            <a:r>
              <a:rPr lang="fr-BE" sz="1400" dirty="0" err="1"/>
              <a:t>will</a:t>
            </a:r>
            <a:r>
              <a:rPr lang="fr-BE" sz="1400" dirty="0"/>
              <a:t> </a:t>
            </a:r>
            <a:r>
              <a:rPr lang="fr-BE" sz="1400" dirty="0" err="1"/>
              <a:t>reduce</a:t>
            </a:r>
            <a:r>
              <a:rPr lang="fr-BE" sz="1400" dirty="0"/>
              <a:t> the model size and </a:t>
            </a:r>
            <a:r>
              <a:rPr lang="fr-BE" sz="1400" dirty="0" err="1"/>
              <a:t>increase</a:t>
            </a:r>
            <a:r>
              <a:rPr lang="fr-BE" sz="1400" dirty="0"/>
              <a:t> the report speed.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 err="1"/>
              <a:t>Unused</a:t>
            </a:r>
            <a:r>
              <a:rPr lang="fr-BE" sz="1400" dirty="0"/>
              <a:t> </a:t>
            </a:r>
            <a:r>
              <a:rPr lang="fr-BE" sz="1400" dirty="0" err="1"/>
              <a:t>measures</a:t>
            </a:r>
            <a:r>
              <a:rPr lang="fr-BE" sz="1400" dirty="0"/>
              <a:t> an </a:t>
            </a:r>
            <a:r>
              <a:rPr lang="fr-BE" sz="1400" dirty="0" err="1"/>
              <a:t>colum</a:t>
            </a:r>
            <a:r>
              <a:rPr lang="fr-BE" sz="1400" dirty="0"/>
              <a:t> 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sz="1400" dirty="0"/>
              <a:t>Clean up the </a:t>
            </a:r>
            <a:r>
              <a:rPr lang="fr-BE" sz="1400" dirty="0" err="1"/>
              <a:t>hole</a:t>
            </a:r>
            <a:r>
              <a:rPr lang="fr-BE" sz="1400" dirty="0"/>
              <a:t> data model (</a:t>
            </a:r>
            <a:r>
              <a:rPr lang="fr-BE" sz="1400" dirty="0" err="1"/>
              <a:t>using</a:t>
            </a:r>
            <a:r>
              <a:rPr lang="fr-BE" sz="1400" dirty="0"/>
              <a:t> TMDL </a:t>
            </a:r>
            <a:r>
              <a:rPr lang="fr-BE" sz="1400" dirty="0" err="1"/>
              <a:t>views</a:t>
            </a:r>
            <a:r>
              <a:rPr lang="fr-BE" sz="1400" dirty="0"/>
              <a:t>) </a:t>
            </a:r>
            <a:r>
              <a:rPr lang="fr-BE" sz="1400" dirty="0" err="1"/>
              <a:t>taking</a:t>
            </a:r>
            <a:r>
              <a:rPr lang="fr-BE" sz="1400" dirty="0"/>
              <a:t> </a:t>
            </a:r>
            <a:r>
              <a:rPr lang="fr-BE" sz="1400" dirty="0" err="1"/>
              <a:t>some</a:t>
            </a:r>
            <a:r>
              <a:rPr lang="fr-BE" sz="1400" dirty="0"/>
              <a:t> backup </a:t>
            </a:r>
            <a:r>
              <a:rPr lang="fr-BE" sz="1400" dirty="0" err="1"/>
              <a:t>before</a:t>
            </a:r>
            <a:r>
              <a:rPr lang="fr-BE" sz="1400" dirty="0"/>
              <a:t>….</a:t>
            </a:r>
          </a:p>
          <a:p>
            <a:endParaRPr lang="fr-BE" sz="1400" dirty="0"/>
          </a:p>
          <a:p>
            <a:r>
              <a:rPr lang="fr-BE" sz="1400" dirty="0"/>
              <a:t>An external </a:t>
            </a:r>
            <a:r>
              <a:rPr lang="fr-BE" sz="1400" dirty="0" err="1"/>
              <a:t>tool</a:t>
            </a:r>
            <a:r>
              <a:rPr lang="fr-BE" sz="1400" dirty="0"/>
              <a:t> </a:t>
            </a:r>
            <a:r>
              <a:rPr lang="fr-BE" sz="1400" dirty="0" err="1"/>
              <a:t>called</a:t>
            </a:r>
            <a:r>
              <a:rPr lang="fr-BE" sz="1400" dirty="0"/>
              <a:t> </a:t>
            </a:r>
            <a:r>
              <a:rPr lang="fr-BE" sz="1400" dirty="0" err="1"/>
              <a:t>measure</a:t>
            </a:r>
            <a:r>
              <a:rPr lang="fr-BE" sz="1400" dirty="0"/>
              <a:t> killer can support </a:t>
            </a:r>
            <a:r>
              <a:rPr lang="fr-BE" sz="1400" dirty="0" err="1"/>
              <a:t>doing</a:t>
            </a:r>
            <a:r>
              <a:rPr lang="fr-BE" sz="1400" dirty="0"/>
              <a:t> </a:t>
            </a:r>
            <a:r>
              <a:rPr lang="fr-BE" sz="1400" dirty="0" err="1"/>
              <a:t>this</a:t>
            </a:r>
            <a:r>
              <a:rPr lang="fr-BE" sz="1400" dirty="0"/>
              <a:t>. </a:t>
            </a:r>
          </a:p>
          <a:p>
            <a:endParaRPr lang="fr-BE" dirty="0"/>
          </a:p>
          <a:p>
            <a:r>
              <a:rPr lang="en-GB" sz="1200" dirty="0">
                <a:hlinkClick r:id="rId2"/>
              </a:rPr>
              <a:t>https://www.udemy.com/course/microsoft-power-bi-masterclass-expand-excellence/learn/lecture/49203701#overview</a:t>
            </a:r>
            <a:r>
              <a:rPr lang="en-GB" sz="1200" dirty="0"/>
              <a:t> </a:t>
            </a:r>
            <a:endParaRPr lang="en-BE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BFDB4-F474-7DF0-4AF5-CD4AE4F99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63" y="3150879"/>
            <a:ext cx="4543209" cy="2054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ED3BE8-9F76-6711-6956-C7E5E25E4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091" y="2889381"/>
            <a:ext cx="5785919" cy="1818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B4598E-4786-1A28-F9A2-F8004B5A1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297" y="4640760"/>
            <a:ext cx="6254358" cy="163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701B-9966-1477-1679-3158D7AE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D44A-3BBB-B0F8-E00F-64CE7C153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Autofit/>
          </a:bodyPr>
          <a:lstStyle/>
          <a:p>
            <a:r>
              <a:rPr lang="fr-BE" sz="2000" dirty="0" err="1"/>
              <a:t>Datamodel</a:t>
            </a:r>
            <a:r>
              <a:rPr lang="fr-BE" sz="2000" dirty="0"/>
              <a:t> </a:t>
            </a:r>
            <a:r>
              <a:rPr lang="fr-BE" sz="2000" dirty="0" err="1"/>
              <a:t>optimization</a:t>
            </a:r>
            <a:r>
              <a:rPr lang="fr-BE" sz="2000" dirty="0"/>
              <a:t> </a:t>
            </a:r>
            <a:r>
              <a:rPr lang="fr-BE" sz="2000" dirty="0" err="1"/>
              <a:t>using</a:t>
            </a:r>
            <a:r>
              <a:rPr lang="fr-BE" sz="2000" dirty="0"/>
              <a:t> Dax studio-</a:t>
            </a:r>
            <a:r>
              <a:rPr lang="fr-BE" sz="2000" dirty="0" err="1"/>
              <a:t>Vertipaq</a:t>
            </a:r>
            <a:r>
              <a:rPr lang="fr-BE" sz="2000" dirty="0"/>
              <a:t> and LLM (</a:t>
            </a:r>
            <a:r>
              <a:rPr lang="fr-BE" sz="2000" dirty="0" err="1"/>
              <a:t>chatGpt</a:t>
            </a:r>
            <a:r>
              <a:rPr lang="fr-BE" sz="2000" dirty="0"/>
              <a:t> , Clause…)</a:t>
            </a:r>
            <a:endParaRPr lang="fr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3669F-DE01-5781-BDCE-5F610636CC05}"/>
              </a:ext>
            </a:extLst>
          </p:cNvPr>
          <p:cNvSpPr txBox="1"/>
          <p:nvPr/>
        </p:nvSpPr>
        <p:spPr>
          <a:xfrm>
            <a:off x="0" y="981166"/>
            <a:ext cx="11333963" cy="156966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BE" sz="1200" dirty="0" err="1"/>
              <a:t>When</a:t>
            </a:r>
            <a:r>
              <a:rPr lang="fr-BE" sz="1200" dirty="0"/>
              <a:t> </a:t>
            </a:r>
            <a:r>
              <a:rPr lang="fr-BE" sz="1200" dirty="0" err="1"/>
              <a:t>you</a:t>
            </a:r>
            <a:r>
              <a:rPr lang="fr-BE" sz="1200" dirty="0"/>
              <a:t> </a:t>
            </a:r>
            <a:r>
              <a:rPr lang="fr-BE" sz="1200" dirty="0" err="1"/>
              <a:t>some</a:t>
            </a:r>
            <a:r>
              <a:rPr lang="fr-BE" sz="1200" dirty="0"/>
              <a:t> issue </a:t>
            </a:r>
            <a:r>
              <a:rPr lang="fr-BE" sz="1200" dirty="0" err="1"/>
              <a:t>with</a:t>
            </a:r>
            <a:r>
              <a:rPr lang="fr-BE" sz="1200" dirty="0"/>
              <a:t> </a:t>
            </a:r>
            <a:r>
              <a:rPr lang="fr-BE" sz="1200" dirty="0" err="1"/>
              <a:t>you</a:t>
            </a:r>
            <a:r>
              <a:rPr lang="fr-BE" sz="1200" dirty="0"/>
              <a:t> report (</a:t>
            </a:r>
            <a:r>
              <a:rPr lang="fr-BE" sz="1200" dirty="0" err="1"/>
              <a:t>error</a:t>
            </a:r>
            <a:r>
              <a:rPr lang="fr-BE" sz="1200" dirty="0"/>
              <a:t> , </a:t>
            </a:r>
            <a:r>
              <a:rPr lang="fr-BE" sz="1200" dirty="0" err="1"/>
              <a:t>lows</a:t>
            </a:r>
            <a:r>
              <a:rPr lang="fr-BE" sz="1200" dirty="0"/>
              <a:t> situation…) , </a:t>
            </a:r>
            <a:r>
              <a:rPr lang="fr-BE" sz="1200" dirty="0" err="1"/>
              <a:t>you</a:t>
            </a:r>
            <a:r>
              <a:rPr lang="fr-BE" sz="1200" dirty="0"/>
              <a:t> can </a:t>
            </a:r>
            <a:r>
              <a:rPr lang="fr-BE" sz="1200" dirty="0" err="1"/>
              <a:t>diagnos</a:t>
            </a:r>
            <a:r>
              <a:rPr lang="fr-BE" sz="1200" dirty="0"/>
              <a:t> the model </a:t>
            </a:r>
            <a:r>
              <a:rPr lang="fr-BE" sz="1200" dirty="0" err="1"/>
              <a:t>using</a:t>
            </a:r>
            <a:r>
              <a:rPr lang="fr-BE" sz="1200" dirty="0"/>
              <a:t> Dax Studio and AI pour </a:t>
            </a:r>
            <a:r>
              <a:rPr lang="fr-BE" sz="1200" dirty="0" err="1"/>
              <a:t>find</a:t>
            </a:r>
            <a:r>
              <a:rPr lang="fr-BE" sz="1200" dirty="0"/>
              <a:t> the best </a:t>
            </a:r>
            <a:r>
              <a:rPr lang="fr-BE" sz="1200" dirty="0" err="1"/>
              <a:t>approach</a:t>
            </a:r>
            <a:r>
              <a:rPr lang="fr-BE" sz="1200" dirty="0"/>
              <a:t> to </a:t>
            </a:r>
            <a:r>
              <a:rPr lang="fr-BE" sz="1200" dirty="0" err="1"/>
              <a:t>apply</a:t>
            </a:r>
            <a:r>
              <a:rPr lang="fr-BE" sz="1200" dirty="0"/>
              <a:t> to the model and solve </a:t>
            </a:r>
            <a:r>
              <a:rPr lang="fr-BE" sz="1200" dirty="0" err="1"/>
              <a:t>those</a:t>
            </a:r>
            <a:r>
              <a:rPr lang="fr-BE" sz="1200" dirty="0"/>
              <a:t> issues (</a:t>
            </a:r>
            <a:r>
              <a:rPr lang="fr-BE" sz="1200" dirty="0" err="1"/>
              <a:t>with</a:t>
            </a:r>
            <a:r>
              <a:rPr lang="fr-BE" sz="1200" dirty="0"/>
              <a:t> an </a:t>
            </a:r>
            <a:r>
              <a:rPr lang="fr-BE" sz="1200" dirty="0" err="1"/>
              <a:t>optimized</a:t>
            </a:r>
            <a:r>
              <a:rPr lang="fr-BE" sz="1200" dirty="0"/>
              <a:t> data model ). AI and développer </a:t>
            </a:r>
            <a:r>
              <a:rPr lang="fr-BE" sz="1200" dirty="0" err="1"/>
              <a:t>will</a:t>
            </a:r>
            <a:r>
              <a:rPr lang="fr-BE" sz="1200" dirty="0"/>
              <a:t> </a:t>
            </a:r>
            <a:r>
              <a:rPr lang="fr-BE" sz="1200" dirty="0" err="1"/>
              <a:t>work</a:t>
            </a:r>
            <a:r>
              <a:rPr lang="fr-BE" sz="1200" dirty="0"/>
              <a:t> </a:t>
            </a:r>
            <a:r>
              <a:rPr lang="fr-BE" sz="1200" dirty="0" err="1"/>
              <a:t>togever</a:t>
            </a:r>
            <a:r>
              <a:rPr lang="fr-BE" sz="1200" dirty="0"/>
              <a:t> the </a:t>
            </a:r>
            <a:r>
              <a:rPr lang="fr-BE" sz="1200" dirty="0" err="1"/>
              <a:t>find</a:t>
            </a:r>
            <a:r>
              <a:rPr lang="fr-BE" sz="1200" dirty="0"/>
              <a:t> the best </a:t>
            </a:r>
            <a:r>
              <a:rPr lang="fr-BE" sz="1200" dirty="0" err="1"/>
              <a:t>ways</a:t>
            </a:r>
            <a:r>
              <a:rPr lang="fr-BE" sz="1200" dirty="0"/>
              <a:t>. The développer </a:t>
            </a:r>
            <a:r>
              <a:rPr lang="fr-BE" sz="1200" dirty="0" err="1"/>
              <a:t>will</a:t>
            </a:r>
            <a:r>
              <a:rPr lang="fr-BE" sz="1200" dirty="0"/>
              <a:t> </a:t>
            </a:r>
            <a:r>
              <a:rPr lang="fr-BE" sz="1200" dirty="0" err="1"/>
              <a:t>provive</a:t>
            </a:r>
            <a:r>
              <a:rPr lang="fr-BE" sz="1200" dirty="0"/>
              <a:t> the </a:t>
            </a:r>
            <a:r>
              <a:rPr lang="fr-BE" sz="1200" dirty="0" err="1"/>
              <a:t>Vertipaq</a:t>
            </a:r>
            <a:r>
              <a:rPr lang="fr-BE" sz="1200" dirty="0"/>
              <a:t> </a:t>
            </a:r>
            <a:r>
              <a:rPr lang="fr-BE" sz="1200" dirty="0" err="1"/>
              <a:t>with</a:t>
            </a:r>
            <a:r>
              <a:rPr lang="fr-BE" sz="1200" dirty="0"/>
              <a:t> a good prompt </a:t>
            </a:r>
            <a:r>
              <a:rPr lang="fr-BE" sz="1200" dirty="0" err="1"/>
              <a:t>asking</a:t>
            </a:r>
            <a:r>
              <a:rPr lang="fr-BE" sz="1200" dirty="0"/>
              <a:t> </a:t>
            </a:r>
            <a:r>
              <a:rPr lang="fr-BE" sz="1200" dirty="0" err="1"/>
              <a:t>some</a:t>
            </a:r>
            <a:r>
              <a:rPr lang="fr-BE" sz="1200" dirty="0"/>
              <a:t> </a:t>
            </a:r>
            <a:r>
              <a:rPr lang="fr-BE" sz="1200" dirty="0" err="1"/>
              <a:t>advieses</a:t>
            </a:r>
            <a:r>
              <a:rPr lang="fr-BE" sz="1200" dirty="0"/>
              <a:t> to the AI </a:t>
            </a:r>
            <a:r>
              <a:rPr lang="fr-BE" sz="1200" dirty="0" err="1"/>
              <a:t>LLMs</a:t>
            </a:r>
            <a:r>
              <a:rPr lang="fr-BE" sz="1200" dirty="0"/>
              <a:t>.</a:t>
            </a:r>
          </a:p>
          <a:p>
            <a:r>
              <a:rPr lang="fr-BE" sz="1200" dirty="0"/>
              <a:t>The Ai output </a:t>
            </a:r>
            <a:r>
              <a:rPr lang="fr-BE" sz="1200" dirty="0" err="1"/>
              <a:t>will</a:t>
            </a:r>
            <a:r>
              <a:rPr lang="fr-BE" sz="1200" dirty="0"/>
              <a:t> </a:t>
            </a:r>
            <a:r>
              <a:rPr lang="fr-BE" sz="1200" dirty="0" err="1"/>
              <a:t>be</a:t>
            </a:r>
            <a:r>
              <a:rPr lang="fr-BE" sz="1200" dirty="0"/>
              <a:t> </a:t>
            </a:r>
            <a:r>
              <a:rPr lang="fr-BE" sz="1200" dirty="0" err="1"/>
              <a:t>anlysed</a:t>
            </a:r>
            <a:r>
              <a:rPr lang="fr-BE" sz="1200" dirty="0"/>
              <a:t> by the développer and </a:t>
            </a:r>
            <a:r>
              <a:rPr lang="fr-BE" sz="1200" dirty="0" err="1"/>
              <a:t>validated</a:t>
            </a:r>
            <a:r>
              <a:rPr lang="fr-BE" sz="1200" dirty="0"/>
              <a:t> or not. </a:t>
            </a:r>
          </a:p>
          <a:p>
            <a:endParaRPr lang="fr-BE" sz="1200" dirty="0"/>
          </a:p>
          <a:p>
            <a:r>
              <a:rPr lang="fr-BE" sz="1200" dirty="0">
                <a:highlight>
                  <a:srgbClr val="FFFF00"/>
                </a:highlight>
              </a:rPr>
              <a:t>Note : the export data </a:t>
            </a:r>
            <a:r>
              <a:rPr lang="fr-BE" sz="1200" dirty="0" err="1">
                <a:highlight>
                  <a:srgbClr val="FFFF00"/>
                </a:highlight>
              </a:rPr>
              <a:t>will</a:t>
            </a:r>
            <a:r>
              <a:rPr lang="fr-BE" sz="1200" dirty="0">
                <a:highlight>
                  <a:srgbClr val="FFFF00"/>
                </a:highlight>
              </a:rPr>
              <a:t> Just </a:t>
            </a:r>
            <a:r>
              <a:rPr lang="fr-BE" sz="1200" dirty="0" err="1">
                <a:highlight>
                  <a:srgbClr val="FFFF00"/>
                </a:highlight>
              </a:rPr>
              <a:t>contain</a:t>
            </a:r>
            <a:r>
              <a:rPr lang="fr-BE" sz="1200" dirty="0">
                <a:highlight>
                  <a:srgbClr val="FFFF00"/>
                </a:highlight>
              </a:rPr>
              <a:t> the </a:t>
            </a:r>
            <a:r>
              <a:rPr lang="fr-BE" sz="1200" dirty="0" err="1">
                <a:highlight>
                  <a:srgbClr val="FFFF00"/>
                </a:highlight>
              </a:rPr>
              <a:t>meta</a:t>
            </a:r>
            <a:r>
              <a:rPr lang="fr-BE" sz="1200" dirty="0">
                <a:highlight>
                  <a:srgbClr val="FFFF00"/>
                </a:highlight>
              </a:rPr>
              <a:t> data.</a:t>
            </a:r>
          </a:p>
          <a:p>
            <a:endParaRPr lang="fr-BE" sz="1200" dirty="0"/>
          </a:p>
          <a:p>
            <a:r>
              <a:rPr lang="en-GB" sz="1200" dirty="0">
                <a:hlinkClick r:id="rId2"/>
              </a:rPr>
              <a:t>https://www.udemy.com/course/microsoft-power-bi-masterclass-expand-excellence/learn/lecture/52288257#overview</a:t>
            </a:r>
            <a:r>
              <a:rPr lang="en-GB" sz="1200" dirty="0"/>
              <a:t> </a:t>
            </a:r>
            <a:endParaRPr lang="en-BE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AAF62-814A-26C1-2AFE-95A3D0F8D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6098"/>
            <a:ext cx="7172960" cy="347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8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2ED60-2839-8591-B952-D372C8E2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00E1-913C-F29A-05E4-E506A8FA2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066" y="131763"/>
            <a:ext cx="9144000" cy="587904"/>
          </a:xfrm>
        </p:spPr>
        <p:txBody>
          <a:bodyPr>
            <a:noAutofit/>
          </a:bodyPr>
          <a:lstStyle/>
          <a:p>
            <a:r>
              <a:rPr lang="fr-BE" sz="2000" dirty="0"/>
              <a:t>Count </a:t>
            </a:r>
            <a:r>
              <a:rPr lang="fr-BE" sz="2000" dirty="0" err="1"/>
              <a:t>filers</a:t>
            </a:r>
            <a:r>
              <a:rPr lang="fr-BE" sz="2000" dirty="0"/>
              <a:t>  </a:t>
            </a:r>
            <a:r>
              <a:rPr lang="fr-BE" sz="2000" dirty="0" err="1"/>
              <a:t>visually</a:t>
            </a:r>
            <a:r>
              <a:rPr lang="fr-BE" sz="2000" dirty="0"/>
              <a:t> and </a:t>
            </a:r>
            <a:r>
              <a:rPr lang="fr-BE" sz="2000" dirty="0" err="1"/>
              <a:t>dynamically</a:t>
            </a:r>
            <a:r>
              <a:rPr lang="fr-BE" sz="2000" dirty="0"/>
              <a:t> on a </a:t>
            </a:r>
            <a:r>
              <a:rPr lang="fr-BE" sz="2000" dirty="0" err="1"/>
              <a:t>current</a:t>
            </a:r>
            <a:r>
              <a:rPr lang="fr-BE" sz="2000" dirty="0"/>
              <a:t> report</a:t>
            </a:r>
            <a:endParaRPr lang="fr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EDFAB-62F6-D88C-FDB3-820A71906F63}"/>
              </a:ext>
            </a:extLst>
          </p:cNvPr>
          <p:cNvSpPr txBox="1"/>
          <p:nvPr/>
        </p:nvSpPr>
        <p:spPr>
          <a:xfrm>
            <a:off x="0" y="981166"/>
            <a:ext cx="11333963" cy="258532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fr-BE" sz="1200" dirty="0"/>
              <a:t>In </a:t>
            </a:r>
            <a:r>
              <a:rPr lang="fr-BE" sz="1200" dirty="0" err="1"/>
              <a:t>some</a:t>
            </a:r>
            <a:r>
              <a:rPr lang="fr-BE" sz="1200" dirty="0"/>
              <a:t> case </a:t>
            </a:r>
            <a:r>
              <a:rPr lang="fr-BE" sz="1200" dirty="0" err="1"/>
              <a:t>you</a:t>
            </a:r>
            <a:r>
              <a:rPr lang="fr-BE" sz="1200" dirty="0"/>
              <a:t> </a:t>
            </a:r>
            <a:r>
              <a:rPr lang="fr-BE" sz="1200" dirty="0" err="1"/>
              <a:t>want</a:t>
            </a:r>
            <a:r>
              <a:rPr lang="fr-BE" sz="1200" dirty="0"/>
              <a:t> to know how </a:t>
            </a:r>
            <a:r>
              <a:rPr lang="fr-BE" sz="1200" dirty="0" err="1"/>
              <a:t>many</a:t>
            </a:r>
            <a:r>
              <a:rPr lang="fr-BE" sz="1200" dirty="0"/>
              <a:t> </a:t>
            </a:r>
            <a:r>
              <a:rPr lang="fr-BE" sz="1200" dirty="0" err="1"/>
              <a:t>filters</a:t>
            </a:r>
            <a:r>
              <a:rPr lang="fr-BE" sz="1200" dirty="0"/>
              <a:t> are </a:t>
            </a:r>
            <a:r>
              <a:rPr lang="fr-BE" sz="1200" dirty="0" err="1"/>
              <a:t>applyed</a:t>
            </a:r>
            <a:r>
              <a:rPr lang="fr-BE" sz="1200" dirty="0"/>
              <a:t> to the </a:t>
            </a:r>
            <a:r>
              <a:rPr lang="fr-BE" sz="1200" dirty="0" err="1"/>
              <a:t>given</a:t>
            </a:r>
            <a:r>
              <a:rPr lang="fr-BE" sz="1200" dirty="0"/>
              <a:t> </a:t>
            </a:r>
            <a:r>
              <a:rPr lang="fr-BE" sz="1200" dirty="0" err="1"/>
              <a:t>measure</a:t>
            </a:r>
            <a:r>
              <a:rPr lang="fr-BE" sz="1200" dirty="0"/>
              <a:t>. There are 2 </a:t>
            </a:r>
            <a:r>
              <a:rPr lang="fr-BE" sz="1200" dirty="0" err="1"/>
              <a:t>helfull</a:t>
            </a:r>
            <a:r>
              <a:rPr lang="fr-BE" sz="1200" dirty="0"/>
              <a:t> </a:t>
            </a:r>
            <a:r>
              <a:rPr lang="fr-BE" sz="1200" dirty="0" err="1"/>
              <a:t>measure</a:t>
            </a:r>
            <a:r>
              <a:rPr lang="fr-BE" sz="1200" dirty="0"/>
              <a:t> and setting to put in place in </a:t>
            </a:r>
            <a:r>
              <a:rPr lang="fr-BE" sz="1200" dirty="0" err="1"/>
              <a:t>order</a:t>
            </a:r>
            <a:r>
              <a:rPr lang="fr-BE" sz="1200" dirty="0"/>
              <a:t> to </a:t>
            </a:r>
            <a:r>
              <a:rPr lang="fr-BE" sz="1200" dirty="0" err="1"/>
              <a:t>make</a:t>
            </a:r>
            <a:r>
              <a:rPr lang="fr-BE" sz="1200" dirty="0"/>
              <a:t> </a:t>
            </a:r>
            <a:r>
              <a:rPr lang="fr-BE" sz="1200" dirty="0" err="1"/>
              <a:t>this</a:t>
            </a:r>
            <a:r>
              <a:rPr lang="fr-BE" sz="1200" dirty="0"/>
              <a:t> </a:t>
            </a:r>
            <a:r>
              <a:rPr lang="fr-BE" sz="1200" dirty="0" err="1"/>
              <a:t>work</a:t>
            </a:r>
            <a:r>
              <a:rPr lang="fr-BE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BE" sz="1200" dirty="0"/>
          </a:p>
          <a:p>
            <a:pPr marL="228600" indent="-228600">
              <a:buFont typeface="+mj-lt"/>
              <a:buAutoNum type="arabicPeriod"/>
            </a:pPr>
            <a:r>
              <a:rPr lang="fr-BE" sz="1200" dirty="0" err="1"/>
              <a:t>CountFilters</a:t>
            </a:r>
            <a:r>
              <a:rPr lang="fr-BE" sz="1200" dirty="0"/>
              <a:t> = </a:t>
            </a:r>
          </a:p>
          <a:p>
            <a:r>
              <a:rPr lang="fr-BE" sz="1100" i="1" dirty="0">
                <a:solidFill>
                  <a:srgbClr val="0070C0"/>
                </a:solidFill>
              </a:rPr>
              <a:t>FORMAT (</a:t>
            </a:r>
          </a:p>
          <a:p>
            <a:r>
              <a:rPr lang="fr-BE" sz="1100" i="1" dirty="0">
                <a:solidFill>
                  <a:srgbClr val="0070C0"/>
                </a:solidFill>
              </a:rPr>
              <a:t>                      IF ( ISFILTERED (</a:t>
            </a:r>
            <a:r>
              <a:rPr lang="fr-BE" sz="1100" i="1" dirty="0" err="1">
                <a:solidFill>
                  <a:srgbClr val="0070C0"/>
                </a:solidFill>
              </a:rPr>
              <a:t>Ordertbl</a:t>
            </a:r>
            <a:r>
              <a:rPr lang="fr-BE" sz="1100" i="1" dirty="0">
                <a:solidFill>
                  <a:srgbClr val="0070C0"/>
                </a:solidFill>
              </a:rPr>
              <a:t>[</a:t>
            </a:r>
            <a:r>
              <a:rPr lang="fr-BE" sz="1100" i="1" dirty="0" err="1">
                <a:solidFill>
                  <a:srgbClr val="0070C0"/>
                </a:solidFill>
              </a:rPr>
              <a:t>Region</a:t>
            </a:r>
            <a:r>
              <a:rPr lang="fr-BE" sz="1100" i="1" dirty="0">
                <a:solidFill>
                  <a:srgbClr val="0070C0"/>
                </a:solidFill>
              </a:rPr>
              <a:t>]) , 1 )</a:t>
            </a:r>
          </a:p>
          <a:p>
            <a:r>
              <a:rPr lang="fr-BE" sz="1100" i="1" dirty="0">
                <a:solidFill>
                  <a:srgbClr val="0070C0"/>
                </a:solidFill>
              </a:rPr>
              <a:t>                          +  IF ( ISFILTERED (</a:t>
            </a:r>
            <a:r>
              <a:rPr lang="fr-BE" sz="1100" i="1" dirty="0" err="1">
                <a:solidFill>
                  <a:srgbClr val="0070C0"/>
                </a:solidFill>
              </a:rPr>
              <a:t>Ordertbl</a:t>
            </a:r>
            <a:r>
              <a:rPr lang="fr-BE" sz="1100" i="1" dirty="0">
                <a:solidFill>
                  <a:srgbClr val="0070C0"/>
                </a:solidFill>
              </a:rPr>
              <a:t>[</a:t>
            </a:r>
            <a:r>
              <a:rPr lang="fr-BE" sz="1100" i="1" dirty="0" err="1">
                <a:solidFill>
                  <a:srgbClr val="0070C0"/>
                </a:solidFill>
              </a:rPr>
              <a:t>CustomerCountry</a:t>
            </a:r>
            <a:r>
              <a:rPr lang="fr-BE" sz="1100" i="1" dirty="0">
                <a:solidFill>
                  <a:srgbClr val="0070C0"/>
                </a:solidFill>
              </a:rPr>
              <a:t>]) , 1 )</a:t>
            </a:r>
          </a:p>
          <a:p>
            <a:r>
              <a:rPr lang="fr-BE" sz="1100" i="1" dirty="0">
                <a:solidFill>
                  <a:srgbClr val="0070C0"/>
                </a:solidFill>
              </a:rPr>
              <a:t>                           +  IF ( ISFILTERED (</a:t>
            </a:r>
            <a:r>
              <a:rPr lang="fr-BE" sz="1100" i="1" dirty="0" err="1">
                <a:solidFill>
                  <a:srgbClr val="0070C0"/>
                </a:solidFill>
              </a:rPr>
              <a:t>Ordertbl</a:t>
            </a:r>
            <a:r>
              <a:rPr lang="fr-BE" sz="1100" i="1" dirty="0">
                <a:solidFill>
                  <a:srgbClr val="0070C0"/>
                </a:solidFill>
              </a:rPr>
              <a:t>[</a:t>
            </a:r>
            <a:r>
              <a:rPr lang="fr-BE" sz="1100" i="1" dirty="0" err="1">
                <a:solidFill>
                  <a:srgbClr val="0070C0"/>
                </a:solidFill>
              </a:rPr>
              <a:t>ShipMode</a:t>
            </a:r>
            <a:r>
              <a:rPr lang="fr-BE" sz="1100" i="1" dirty="0">
                <a:solidFill>
                  <a:srgbClr val="0070C0"/>
                </a:solidFill>
              </a:rPr>
              <a:t>]) , 1 )</a:t>
            </a:r>
          </a:p>
          <a:p>
            <a:r>
              <a:rPr lang="fr-BE" sz="1100" i="1" dirty="0">
                <a:solidFill>
                  <a:srgbClr val="0070C0"/>
                </a:solidFill>
              </a:rPr>
              <a:t>                    ‘#’</a:t>
            </a:r>
          </a:p>
          <a:p>
            <a:r>
              <a:rPr lang="fr-BE" sz="1100" i="1" dirty="0">
                <a:solidFill>
                  <a:srgbClr val="0070C0"/>
                </a:solidFill>
              </a:rPr>
              <a:t>)</a:t>
            </a:r>
          </a:p>
          <a:p>
            <a:r>
              <a:rPr lang="fr-BE" sz="1200" dirty="0"/>
              <a:t>2. </a:t>
            </a:r>
            <a:r>
              <a:rPr lang="fr-BE" sz="1200" dirty="0" err="1"/>
              <a:t>CountFilterFormat</a:t>
            </a:r>
            <a:r>
              <a:rPr lang="fr-BE" sz="1200" dirty="0"/>
              <a:t> = </a:t>
            </a:r>
            <a:r>
              <a:rPr lang="fr-BE" sz="1100" i="1" dirty="0">
                <a:solidFill>
                  <a:srgbClr val="0070C0"/>
                </a:solidFill>
              </a:rPr>
              <a:t>IF([</a:t>
            </a:r>
            <a:r>
              <a:rPr lang="fr-BE" sz="1100" i="1" dirty="0" err="1">
                <a:solidFill>
                  <a:srgbClr val="0070C0"/>
                </a:solidFill>
              </a:rPr>
              <a:t>CountFilers</a:t>
            </a:r>
            <a:r>
              <a:rPr lang="fr-BE" sz="1100" i="1" dirty="0">
                <a:solidFill>
                  <a:srgbClr val="0070C0"/>
                </a:solidFill>
              </a:rPr>
              <a:t>] = ‘’ , ‘#FFFFFF00’ ,’##0F3D6E’)</a:t>
            </a:r>
          </a:p>
          <a:p>
            <a:endParaRPr lang="fr-BE" sz="1200" dirty="0"/>
          </a:p>
          <a:p>
            <a:r>
              <a:rPr lang="fr-BE" sz="1200" dirty="0"/>
              <a:t>The second phase </a:t>
            </a:r>
            <a:r>
              <a:rPr lang="fr-BE" sz="1200" dirty="0" err="1"/>
              <a:t>is</a:t>
            </a:r>
            <a:r>
              <a:rPr lang="fr-BE" sz="1200" dirty="0"/>
              <a:t> to use </a:t>
            </a:r>
            <a:r>
              <a:rPr lang="fr-BE" sz="1200" dirty="0" err="1"/>
              <a:t>those</a:t>
            </a:r>
            <a:r>
              <a:rPr lang="fr-BE" sz="1200" dirty="0"/>
              <a:t> </a:t>
            </a:r>
            <a:r>
              <a:rPr lang="fr-BE" sz="1200" dirty="0" err="1"/>
              <a:t>measures</a:t>
            </a:r>
            <a:r>
              <a:rPr lang="fr-BE" sz="1200" dirty="0"/>
              <a:t> at </a:t>
            </a:r>
            <a:r>
              <a:rPr lang="fr-BE" sz="1200" dirty="0" err="1"/>
              <a:t>property</a:t>
            </a:r>
            <a:r>
              <a:rPr lang="fr-BE" sz="1200" dirty="0"/>
              <a:t> </a:t>
            </a:r>
            <a:r>
              <a:rPr lang="fr-BE" sz="1200" dirty="0" err="1"/>
              <a:t>side</a:t>
            </a:r>
            <a:r>
              <a:rPr lang="fr-BE" sz="1200" dirty="0"/>
              <a:t> (</a:t>
            </a:r>
            <a:r>
              <a:rPr lang="fr-BE" sz="1200" dirty="0" err="1"/>
              <a:t>see</a:t>
            </a:r>
            <a:r>
              <a:rPr lang="fr-BE" sz="1200" dirty="0"/>
              <a:t> </a:t>
            </a:r>
            <a:r>
              <a:rPr lang="fr-BE" sz="1200" dirty="0" err="1"/>
              <a:t>vidoe</a:t>
            </a:r>
            <a:r>
              <a:rPr lang="fr-BE" sz="1200" dirty="0"/>
              <a:t>)</a:t>
            </a:r>
          </a:p>
          <a:p>
            <a:endParaRPr lang="fr-BE" sz="1200" dirty="0"/>
          </a:p>
          <a:p>
            <a:r>
              <a:rPr lang="en-GB" sz="1200" dirty="0">
                <a:hlinkClick r:id="rId2"/>
              </a:rPr>
              <a:t>https://www.udemy.com/course/microsoft-power-bi-masterclass-expand-excellence/learn/lecture/53728701#overview</a:t>
            </a:r>
            <a:r>
              <a:rPr lang="en-GB" sz="1200" dirty="0"/>
              <a:t> 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76117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593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AI for Power bi </vt:lpstr>
      <vt:lpstr>AI for Power bi </vt:lpstr>
      <vt:lpstr>OpenAi in Power query</vt:lpstr>
      <vt:lpstr>Use Open source LLM pour power bi</vt:lpstr>
      <vt:lpstr>Remove unsed measure and columns using Measure killer</vt:lpstr>
      <vt:lpstr>Datamodel optimization using Dax studio-Vertipaq and LLM (chatGpt , Clause…)</vt:lpstr>
      <vt:lpstr>Count filers  visually and dynamically on a current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32</cp:revision>
  <dcterms:created xsi:type="dcterms:W3CDTF">2026-03-29T11:01:07Z</dcterms:created>
  <dcterms:modified xsi:type="dcterms:W3CDTF">2026-03-30T07:15:32Z</dcterms:modified>
</cp:coreProperties>
</file>