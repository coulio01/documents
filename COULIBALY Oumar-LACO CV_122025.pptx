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2" r:id="rId4"/>
  </p:sldMasterIdLst>
  <p:notesMasterIdLst>
    <p:notesMasterId r:id="rId15"/>
  </p:notesMasterIdLst>
  <p:handoutMasterIdLst>
    <p:handoutMasterId r:id="rId16"/>
  </p:handoutMasterIdLst>
  <p:sldIdLst>
    <p:sldId id="517" r:id="rId5"/>
    <p:sldId id="519" r:id="rId6"/>
    <p:sldId id="525" r:id="rId7"/>
    <p:sldId id="534" r:id="rId8"/>
    <p:sldId id="528" r:id="rId9"/>
    <p:sldId id="535" r:id="rId10"/>
    <p:sldId id="529" r:id="rId11"/>
    <p:sldId id="530" r:id="rId12"/>
    <p:sldId id="531" r:id="rId13"/>
    <p:sldId id="526" r:id="rId14"/>
  </p:sldIdLst>
  <p:sldSz cx="12192000" cy="6858000"/>
  <p:notesSz cx="6858000" cy="9144000"/>
  <p:embeddedFontLst>
    <p:embeddedFont>
      <p:font typeface="Montserrat" panose="00000500000000000000" pitchFamily="2" charset="0"/>
      <p:regular r:id="rId17"/>
      <p:bold r:id="rId18"/>
      <p:boldItalic r:id="rId19"/>
    </p:embeddedFont>
    <p:embeddedFont>
      <p:font typeface="Montserrat Black" panose="00000A00000000000000" pitchFamily="2" charset="0"/>
      <p:bold r:id="rId20"/>
    </p:embeddedFont>
    <p:embeddedFont>
      <p:font typeface="Montserrat ExtraBold" panose="00000900000000000000" pitchFamily="2" charset="0"/>
      <p:bold r:id="rId21"/>
      <p:italic r:id="rId22"/>
      <p:boldItalic r:id="rId23"/>
    </p:embeddedFont>
    <p:embeddedFont>
      <p:font typeface="Montserrat Light" panose="00000400000000000000" pitchFamily="2" charset="0"/>
      <p:regular r:id="rId24"/>
    </p:embeddedFont>
    <p:embeddedFont>
      <p:font typeface="Montserrat SemiBold" panose="00000700000000000000" pitchFamily="2" charset="0"/>
      <p:bold r:id="rId25"/>
      <p:boldItalic r:id="rId26"/>
    </p:embeddedFont>
    <p:embeddedFont>
      <p:font typeface="Segoe UI" panose="020B0502040204020203" pitchFamily="3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246"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323232"/>
    <a:srgbClr val="F5F6F9"/>
    <a:srgbClr val="A55179"/>
    <a:srgbClr val="CEE07C"/>
    <a:srgbClr val="15487B"/>
    <a:srgbClr val="00497F"/>
    <a:srgbClr val="204169"/>
    <a:srgbClr val="0FACBB"/>
    <a:srgbClr val="13AC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C7E73F-CC1D-5DDA-C1BD-3EF729135F89}" v="46" dt="2025-11-18T09:47:38.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50"/>
    <p:restoredTop sz="92615" autoAdjust="0"/>
  </p:normalViewPr>
  <p:slideViewPr>
    <p:cSldViewPr snapToGrid="0">
      <p:cViewPr varScale="1">
        <p:scale>
          <a:sx n="88" d="100"/>
          <a:sy n="88" d="100"/>
        </p:scale>
        <p:origin x="446" y="77"/>
      </p:cViewPr>
      <p:guideLst>
        <p:guide pos="524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6.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8CA2B3-B626-1C43-899B-5825DF6FD7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b="1">
              <a:latin typeface="Montserrat" pitchFamily="2" charset="77"/>
            </a:endParaRPr>
          </a:p>
        </p:txBody>
      </p:sp>
      <p:sp>
        <p:nvSpPr>
          <p:cNvPr id="3" name="Date Placeholder 2">
            <a:extLst>
              <a:ext uri="{FF2B5EF4-FFF2-40B4-BE49-F238E27FC236}">
                <a16:creationId xmlns:a16="http://schemas.microsoft.com/office/drawing/2014/main" id="{04ED26F6-D6B2-F442-A4E9-C83E9E9D34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1FE39B-1064-384A-9D4E-ACB3FD972E12}" type="datetimeFigureOut">
              <a:rPr lang="en-US" b="1" smtClean="0">
                <a:latin typeface="Montserrat" pitchFamily="2" charset="77"/>
              </a:rPr>
              <a:t>11/20/2025</a:t>
            </a:fld>
            <a:endParaRPr lang="en-US" b="1">
              <a:latin typeface="Montserrat" pitchFamily="2" charset="77"/>
            </a:endParaRPr>
          </a:p>
        </p:txBody>
      </p:sp>
      <p:sp>
        <p:nvSpPr>
          <p:cNvPr id="4" name="Footer Placeholder 3">
            <a:extLst>
              <a:ext uri="{FF2B5EF4-FFF2-40B4-BE49-F238E27FC236}">
                <a16:creationId xmlns:a16="http://schemas.microsoft.com/office/drawing/2014/main" id="{C520CDBB-9EC8-164F-A326-927B24B61A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b="1">
              <a:latin typeface="Montserrat" pitchFamily="2" charset="77"/>
            </a:endParaRPr>
          </a:p>
        </p:txBody>
      </p:sp>
      <p:sp>
        <p:nvSpPr>
          <p:cNvPr id="5" name="Slide Number Placeholder 4">
            <a:extLst>
              <a:ext uri="{FF2B5EF4-FFF2-40B4-BE49-F238E27FC236}">
                <a16:creationId xmlns:a16="http://schemas.microsoft.com/office/drawing/2014/main" id="{4AD79733-3451-7944-B77D-EDDB6D0724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2AEE3-5FBF-9A41-91B2-6B0E61BF4F7A}" type="slidenum">
              <a:rPr lang="en-US" b="1" smtClean="0">
                <a:latin typeface="Montserrat" pitchFamily="2" charset="77"/>
              </a:rPr>
              <a:t>‹#›</a:t>
            </a:fld>
            <a:endParaRPr lang="en-US" b="1">
              <a:latin typeface="Montserrat" pitchFamily="2" charset="77"/>
            </a:endParaRPr>
          </a:p>
        </p:txBody>
      </p:sp>
    </p:spTree>
    <p:extLst>
      <p:ext uri="{BB962C8B-B14F-4D97-AF65-F5344CB8AC3E}">
        <p14:creationId xmlns:p14="http://schemas.microsoft.com/office/powerpoint/2010/main" val="13762792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1" i="0">
                <a:latin typeface="Montserrat"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1" i="0">
                <a:latin typeface="Montserrat" pitchFamily="2" charset="77"/>
              </a:defRPr>
            </a:lvl1pPr>
          </a:lstStyle>
          <a:p>
            <a:fld id="{02535CB8-0D4C-D347-99F6-BAC983D1B122}" type="datetimeFigureOut">
              <a:rPr lang="en-US" smtClean="0"/>
              <a:pPr/>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1" i="0">
                <a:latin typeface="Montserrat"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1" i="0">
                <a:latin typeface="Montserrat" pitchFamily="2" charset="77"/>
              </a:defRPr>
            </a:lvl1pPr>
          </a:lstStyle>
          <a:p>
            <a:fld id="{2858CA94-6365-6745-84B3-7F078AFF036D}" type="slidenum">
              <a:rPr lang="en-US" smtClean="0"/>
              <a:pPr/>
              <a:t>‹#›</a:t>
            </a:fld>
            <a:endParaRPr lang="en-US"/>
          </a:p>
        </p:txBody>
      </p:sp>
    </p:spTree>
    <p:extLst>
      <p:ext uri="{BB962C8B-B14F-4D97-AF65-F5344CB8AC3E}">
        <p14:creationId xmlns:p14="http://schemas.microsoft.com/office/powerpoint/2010/main" val="190220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200" b="1" i="0" kern="1200">
        <a:solidFill>
          <a:schemeClr val="tx1"/>
        </a:solidFill>
        <a:latin typeface="Montserrat" pitchFamily="2" charset="77"/>
        <a:ea typeface="+mn-ea"/>
        <a:cs typeface="+mn-cs"/>
      </a:defRPr>
    </a:lvl2pPr>
    <a:lvl3pPr marL="914400" algn="l" defTabSz="914400" rtl="0" eaLnBrk="1" latinLnBrk="0" hangingPunct="1">
      <a:defRPr sz="1200" b="1" i="0" kern="1200">
        <a:solidFill>
          <a:schemeClr val="tx1"/>
        </a:solidFill>
        <a:latin typeface="Montserrat" pitchFamily="2" charset="77"/>
        <a:ea typeface="+mn-ea"/>
        <a:cs typeface="+mn-cs"/>
      </a:defRPr>
    </a:lvl3pPr>
    <a:lvl4pPr marL="1371600" algn="l" defTabSz="914400" rtl="0" eaLnBrk="1" latinLnBrk="0" hangingPunct="1">
      <a:defRPr sz="1200" b="1" i="0" kern="1200">
        <a:solidFill>
          <a:schemeClr val="tx1"/>
        </a:solidFill>
        <a:latin typeface="Montserrat" pitchFamily="2" charset="77"/>
        <a:ea typeface="+mn-ea"/>
        <a:cs typeface="+mn-cs"/>
      </a:defRPr>
    </a:lvl4pPr>
    <a:lvl5pPr marL="1828800" algn="l" defTabSz="914400" rtl="0" eaLnBrk="1" latinLnBrk="0" hangingPunct="1">
      <a:defRPr sz="1200" b="1" i="0" kern="1200">
        <a:solidFill>
          <a:schemeClr val="tx1"/>
        </a:solidFill>
        <a:latin typeface="Montserrat"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sv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4" name="Picture Placeholder 43">
            <a:extLst>
              <a:ext uri="{FF2B5EF4-FFF2-40B4-BE49-F238E27FC236}">
                <a16:creationId xmlns:a16="http://schemas.microsoft.com/office/drawing/2014/main" id="{EDC70DC5-5E6A-E0EB-5EDC-0B08D912CB15}"/>
              </a:ext>
            </a:extLst>
          </p:cNvPr>
          <p:cNvSpPr>
            <a:spLocks noGrp="1"/>
          </p:cNvSpPr>
          <p:nvPr>
            <p:ph type="pic" sz="quarter" idx="13"/>
          </p:nvPr>
        </p:nvSpPr>
        <p:spPr>
          <a:xfrm>
            <a:off x="2743690" y="-24294"/>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solidFill>
            <a:schemeClr val="accent3"/>
          </a:solidFill>
        </p:spPr>
        <p:txBody>
          <a:bodyPr wrap="square" rIns="540000" anchor="ctr">
            <a:noAutofit/>
          </a:bodyPr>
          <a:lstStyle>
            <a:lvl1pPr marL="0" indent="0" algn="ctr">
              <a:buNone/>
              <a:defRPr b="1" i="0">
                <a:solidFill>
                  <a:schemeClr val="bg1"/>
                </a:solidFill>
                <a:latin typeface="Montserrat" pitchFamily="2" charset="77"/>
              </a:defRPr>
            </a:lvl1pPr>
          </a:lstStyle>
          <a:p>
            <a:r>
              <a:rPr lang="en-GB"/>
              <a:t>Click icon to add picture</a:t>
            </a:r>
            <a:endParaRPr lang="nl-NL"/>
          </a:p>
        </p:txBody>
      </p:sp>
      <p:sp>
        <p:nvSpPr>
          <p:cNvPr id="44" name="Picture Placeholder 43">
            <a:extLst>
              <a:ext uri="{FF2B5EF4-FFF2-40B4-BE49-F238E27FC236}">
                <a16:creationId xmlns:a16="http://schemas.microsoft.com/office/drawing/2014/main" id="{A72E9E17-E098-CAD0-3669-7A2409FFBD4F}"/>
              </a:ext>
            </a:extLst>
          </p:cNvPr>
          <p:cNvSpPr>
            <a:spLocks noGrp="1"/>
          </p:cNvSpPr>
          <p:nvPr>
            <p:ph type="pic" sz="quarter" idx="11"/>
          </p:nvPr>
        </p:nvSpPr>
        <p:spPr>
          <a:xfrm>
            <a:off x="2743017" y="-12147"/>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blipFill>
            <a:blip r:embed="rId2"/>
            <a:stretch>
              <a:fillRect/>
            </a:stretch>
          </a:blipFill>
        </p:spPr>
        <p:txBody>
          <a:bodyPr wrap="square" rIns="540000" anchor="ctr">
            <a:noAutofit/>
          </a:bodyPr>
          <a:lstStyle>
            <a:lvl1pPr marL="0" indent="0" algn="ct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latin typeface="Montserrat" pitchFamily="2" charset="77"/>
              </a:defRPr>
            </a:lvl1pPr>
          </a:lstStyle>
          <a:p>
            <a:r>
              <a:rPr lang="en-GB"/>
              <a:t>Click to edit Master title style</a:t>
            </a:r>
            <a:endParaRPr lang="nl-NL"/>
          </a:p>
        </p:txBody>
      </p:sp>
      <p:sp>
        <p:nvSpPr>
          <p:cNvPr id="46" name="Text Placeholder 45">
            <a:extLst>
              <a:ext uri="{FF2B5EF4-FFF2-40B4-BE49-F238E27FC236}">
                <a16:creationId xmlns:a16="http://schemas.microsoft.com/office/drawing/2014/main" id="{CB450BB5-9120-806B-5FE2-0CF22049605F}"/>
              </a:ext>
            </a:extLst>
          </p:cNvPr>
          <p:cNvSpPr>
            <a:spLocks noGrp="1"/>
          </p:cNvSpPr>
          <p:nvPr userDrawn="1">
            <p:ph type="body" sz="quarter" idx="12" hasCustomPrompt="1"/>
          </p:nvPr>
        </p:nvSpPr>
        <p:spPr>
          <a:xfrm>
            <a:off x="550863" y="4558190"/>
            <a:ext cx="2989262" cy="1750535"/>
          </a:xfrm>
        </p:spPr>
        <p:txBody>
          <a:bodyPr>
            <a:noAutofit/>
          </a:bodyPr>
          <a:lstStyle>
            <a:lvl1pPr marL="0" indent="0">
              <a:buNone/>
              <a:defRPr sz="1600" b="1" i="0">
                <a:solidFill>
                  <a:schemeClr val="tx2"/>
                </a:solidFill>
                <a:latin typeface="Montserrat" pitchFamily="2" charset="77"/>
              </a:defRPr>
            </a:lvl1pPr>
            <a:lvl2pPr marL="11113" indent="0">
              <a:buNone/>
              <a:tabLst/>
              <a:defRPr sz="1600" b="1" i="0">
                <a:solidFill>
                  <a:schemeClr val="tx2"/>
                </a:solidFill>
                <a:latin typeface="Montserrat" pitchFamily="2" charset="77"/>
              </a:defRPr>
            </a:lvl2pPr>
          </a:lstStyle>
          <a:p>
            <a:pPr lvl="0"/>
            <a:r>
              <a:rPr lang="en-GB"/>
              <a:t>First Name Last Name</a:t>
            </a:r>
          </a:p>
          <a:p>
            <a:pPr lvl="1"/>
            <a:r>
              <a:rPr lang="en-GB"/>
              <a:t>Function </a:t>
            </a:r>
          </a:p>
          <a:p>
            <a:pPr lvl="1"/>
            <a:r>
              <a:rPr lang="en-GB"/>
              <a:t>Date</a:t>
            </a:r>
          </a:p>
        </p:txBody>
      </p:sp>
      <p:sp>
        <p:nvSpPr>
          <p:cNvPr id="8" name="Picture Placeholder 7">
            <a:extLst>
              <a:ext uri="{FF2B5EF4-FFF2-40B4-BE49-F238E27FC236}">
                <a16:creationId xmlns:a16="http://schemas.microsoft.com/office/drawing/2014/main" id="{D262D819-2817-B6A2-9775-38FB38F02FDD}"/>
              </a:ext>
            </a:extLst>
          </p:cNvPr>
          <p:cNvSpPr>
            <a:spLocks noGrp="1"/>
          </p:cNvSpPr>
          <p:nvPr>
            <p:ph type="pic" sz="quarter" idx="15"/>
          </p:nvPr>
        </p:nvSpPr>
        <p:spPr>
          <a:xfrm>
            <a:off x="9787729" y="952910"/>
            <a:ext cx="3530976" cy="5363310"/>
          </a:xfrm>
          <a:custGeom>
            <a:avLst/>
            <a:gdLst>
              <a:gd name="connsiteX0" fmla="*/ 1852731 w 3530976"/>
              <a:gd name="connsiteY0" fmla="*/ 0 h 5363310"/>
              <a:gd name="connsiteX1" fmla="*/ 3530976 w 3530976"/>
              <a:gd name="connsiteY1" fmla="*/ 0 h 5363310"/>
              <a:gd name="connsiteX2" fmla="*/ 1678245 w 3530976"/>
              <a:gd name="connsiteY2" fmla="*/ 5355952 h 5363310"/>
              <a:gd name="connsiteX3" fmla="*/ 0 w 3530976"/>
              <a:gd name="connsiteY3" fmla="*/ 5363310 h 5363310"/>
            </a:gdLst>
            <a:ahLst/>
            <a:cxnLst>
              <a:cxn ang="0">
                <a:pos x="connsiteX0" y="connsiteY0"/>
              </a:cxn>
              <a:cxn ang="0">
                <a:pos x="connsiteX1" y="connsiteY1"/>
              </a:cxn>
              <a:cxn ang="0">
                <a:pos x="connsiteX2" y="connsiteY2"/>
              </a:cxn>
              <a:cxn ang="0">
                <a:pos x="connsiteX3" y="connsiteY3"/>
              </a:cxn>
            </a:cxnLst>
            <a:rect l="l" t="t" r="r" b="b"/>
            <a:pathLst>
              <a:path w="3530976" h="5363310">
                <a:moveTo>
                  <a:pt x="1852731" y="0"/>
                </a:moveTo>
                <a:lnTo>
                  <a:pt x="3530976" y="0"/>
                </a:lnTo>
                <a:lnTo>
                  <a:pt x="1678245" y="5355952"/>
                </a:lnTo>
                <a:lnTo>
                  <a:pt x="0" y="5363310"/>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
        <p:nvSpPr>
          <p:cNvPr id="5" name="Picture Placeholder 6">
            <a:extLst>
              <a:ext uri="{FF2B5EF4-FFF2-40B4-BE49-F238E27FC236}">
                <a16:creationId xmlns:a16="http://schemas.microsoft.com/office/drawing/2014/main" id="{95510EBA-0699-78D2-E924-A803D80554FB}"/>
              </a:ext>
            </a:extLst>
          </p:cNvPr>
          <p:cNvSpPr>
            <a:spLocks noGrp="1"/>
          </p:cNvSpPr>
          <p:nvPr>
            <p:ph type="pic" sz="quarter" idx="14"/>
          </p:nvPr>
        </p:nvSpPr>
        <p:spPr>
          <a:xfrm>
            <a:off x="10346729" y="961926"/>
            <a:ext cx="3791344" cy="534512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pic>
        <p:nvPicPr>
          <p:cNvPr id="3" name="Graphic 2">
            <a:extLst>
              <a:ext uri="{FF2B5EF4-FFF2-40B4-BE49-F238E27FC236}">
                <a16:creationId xmlns:a16="http://schemas.microsoft.com/office/drawing/2014/main" id="{A07AD1BE-9786-376E-ED51-49557494625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863" y="425317"/>
            <a:ext cx="2192154" cy="658733"/>
          </a:xfrm>
          <a:prstGeom prst="rect">
            <a:avLst/>
          </a:prstGeom>
        </p:spPr>
      </p:pic>
    </p:spTree>
    <p:extLst>
      <p:ext uri="{BB962C8B-B14F-4D97-AF65-F5344CB8AC3E}">
        <p14:creationId xmlns:p14="http://schemas.microsoft.com/office/powerpoint/2010/main" val="227741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blue">
    <p:bg>
      <p:bgPr>
        <a:solidFill>
          <a:schemeClr val="tx2"/>
        </a:solidFill>
        <a:effectLst/>
      </p:bgPr>
    </p:bg>
    <p:spTree>
      <p:nvGrpSpPr>
        <p:cNvPr id="1" name=""/>
        <p:cNvGrpSpPr/>
        <p:nvPr/>
      </p:nvGrpSpPr>
      <p:grpSpPr>
        <a:xfrm>
          <a:off x="0" y="0"/>
          <a:ext cx="0" cy="0"/>
          <a:chOff x="0" y="0"/>
          <a:chExt cx="0" cy="0"/>
        </a:xfrm>
      </p:grpSpPr>
      <p:sp>
        <p:nvSpPr>
          <p:cNvPr id="4" name="Picture Placeholder 43">
            <a:extLst>
              <a:ext uri="{FF2B5EF4-FFF2-40B4-BE49-F238E27FC236}">
                <a16:creationId xmlns:a16="http://schemas.microsoft.com/office/drawing/2014/main" id="{EDC70DC5-5E6A-E0EB-5EDC-0B08D912CB15}"/>
              </a:ext>
            </a:extLst>
          </p:cNvPr>
          <p:cNvSpPr>
            <a:spLocks noGrp="1"/>
          </p:cNvSpPr>
          <p:nvPr>
            <p:ph type="pic" sz="quarter" idx="13"/>
          </p:nvPr>
        </p:nvSpPr>
        <p:spPr>
          <a:xfrm>
            <a:off x="2743690" y="-24294"/>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solidFill>
            <a:schemeClr val="accent3"/>
          </a:solidFill>
        </p:spPr>
        <p:txBody>
          <a:bodyPr wrap="square" rIns="540000" anchor="ctr">
            <a:noAutofit/>
          </a:bodyPr>
          <a:lstStyle>
            <a:lvl1pPr marL="0" indent="0" algn="ctr">
              <a:buNone/>
              <a:defRPr b="1" i="0">
                <a:solidFill>
                  <a:schemeClr val="bg1"/>
                </a:solidFill>
                <a:latin typeface="Montserrat" pitchFamily="2" charset="77"/>
              </a:defRPr>
            </a:lvl1pPr>
          </a:lstStyle>
          <a:p>
            <a:r>
              <a:rPr lang="en-GB"/>
              <a:t>Click icon to add picture</a:t>
            </a:r>
            <a:endParaRPr lang="nl-NL"/>
          </a:p>
        </p:txBody>
      </p:sp>
      <p:sp>
        <p:nvSpPr>
          <p:cNvPr id="44" name="Picture Placeholder 43">
            <a:extLst>
              <a:ext uri="{FF2B5EF4-FFF2-40B4-BE49-F238E27FC236}">
                <a16:creationId xmlns:a16="http://schemas.microsoft.com/office/drawing/2014/main" id="{A72E9E17-E098-CAD0-3669-7A2409FFBD4F}"/>
              </a:ext>
            </a:extLst>
          </p:cNvPr>
          <p:cNvSpPr>
            <a:spLocks noGrp="1"/>
          </p:cNvSpPr>
          <p:nvPr>
            <p:ph type="pic" sz="quarter" idx="11"/>
          </p:nvPr>
        </p:nvSpPr>
        <p:spPr>
          <a:xfrm>
            <a:off x="2743017" y="-12147"/>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blipFill>
            <a:blip r:embed="rId2"/>
            <a:stretch>
              <a:fillRect/>
            </a:stretch>
          </a:blipFill>
        </p:spPr>
        <p:txBody>
          <a:bodyPr wrap="square" rIns="540000" anchor="ctr">
            <a:noAutofit/>
          </a:bodyPr>
          <a:lstStyle>
            <a:lvl1pPr marL="0" indent="0" algn="ct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accent2"/>
                </a:solidFill>
                <a:latin typeface="Montserrat" pitchFamily="2" charset="77"/>
              </a:defRPr>
            </a:lvl1pPr>
          </a:lstStyle>
          <a:p>
            <a:r>
              <a:rPr lang="en-GB"/>
              <a:t>Click to edit Master title style</a:t>
            </a:r>
            <a:endParaRPr lang="nl-NL"/>
          </a:p>
        </p:txBody>
      </p:sp>
      <p:sp>
        <p:nvSpPr>
          <p:cNvPr id="46" name="Text Placeholder 45">
            <a:extLst>
              <a:ext uri="{FF2B5EF4-FFF2-40B4-BE49-F238E27FC236}">
                <a16:creationId xmlns:a16="http://schemas.microsoft.com/office/drawing/2014/main" id="{CB450BB5-9120-806B-5FE2-0CF22049605F}"/>
              </a:ext>
            </a:extLst>
          </p:cNvPr>
          <p:cNvSpPr>
            <a:spLocks noGrp="1"/>
          </p:cNvSpPr>
          <p:nvPr userDrawn="1">
            <p:ph type="body" sz="quarter" idx="12" hasCustomPrompt="1"/>
          </p:nvPr>
        </p:nvSpPr>
        <p:spPr>
          <a:xfrm>
            <a:off x="550863" y="4558190"/>
            <a:ext cx="2989262" cy="1750535"/>
          </a:xfrm>
        </p:spPr>
        <p:txBody>
          <a:bodyPr>
            <a:noAutofit/>
          </a:bodyPr>
          <a:lstStyle>
            <a:lvl1pPr marL="0" indent="0">
              <a:buNone/>
              <a:defRPr sz="1600" b="1" i="0">
                <a:solidFill>
                  <a:schemeClr val="bg1"/>
                </a:solidFill>
                <a:latin typeface="Montserrat" pitchFamily="2" charset="77"/>
              </a:defRPr>
            </a:lvl1pPr>
            <a:lvl2pPr marL="11113" indent="0">
              <a:buNone/>
              <a:tabLst/>
              <a:defRPr sz="1600" b="1" i="0">
                <a:solidFill>
                  <a:schemeClr val="bg1"/>
                </a:solidFill>
                <a:latin typeface="Montserrat" pitchFamily="2" charset="77"/>
              </a:defRPr>
            </a:lvl2pPr>
          </a:lstStyle>
          <a:p>
            <a:pPr lvl="0"/>
            <a:r>
              <a:rPr lang="en-GB"/>
              <a:t>First Name Last Name</a:t>
            </a:r>
          </a:p>
          <a:p>
            <a:pPr lvl="1"/>
            <a:r>
              <a:rPr lang="en-GB"/>
              <a:t>Function </a:t>
            </a:r>
          </a:p>
          <a:p>
            <a:pPr lvl="1"/>
            <a:r>
              <a:rPr lang="en-GB"/>
              <a:t>Date</a:t>
            </a:r>
          </a:p>
        </p:txBody>
      </p:sp>
      <p:sp>
        <p:nvSpPr>
          <p:cNvPr id="6" name="Picture Placeholder 5">
            <a:extLst>
              <a:ext uri="{FF2B5EF4-FFF2-40B4-BE49-F238E27FC236}">
                <a16:creationId xmlns:a16="http://schemas.microsoft.com/office/drawing/2014/main" id="{742D4772-D704-919E-3929-A8931DB55F3F}"/>
              </a:ext>
            </a:extLst>
          </p:cNvPr>
          <p:cNvSpPr>
            <a:spLocks noGrp="1"/>
          </p:cNvSpPr>
          <p:nvPr>
            <p:ph type="pic" sz="quarter" idx="15"/>
          </p:nvPr>
        </p:nvSpPr>
        <p:spPr>
          <a:xfrm>
            <a:off x="9787729" y="952910"/>
            <a:ext cx="3530976" cy="5363310"/>
          </a:xfrm>
          <a:custGeom>
            <a:avLst/>
            <a:gdLst>
              <a:gd name="connsiteX0" fmla="*/ 1852731 w 3530976"/>
              <a:gd name="connsiteY0" fmla="*/ 0 h 5363310"/>
              <a:gd name="connsiteX1" fmla="*/ 3530976 w 3530976"/>
              <a:gd name="connsiteY1" fmla="*/ 0 h 5363310"/>
              <a:gd name="connsiteX2" fmla="*/ 1678245 w 3530976"/>
              <a:gd name="connsiteY2" fmla="*/ 5355952 h 5363310"/>
              <a:gd name="connsiteX3" fmla="*/ 0 w 3530976"/>
              <a:gd name="connsiteY3" fmla="*/ 5363310 h 5363310"/>
            </a:gdLst>
            <a:ahLst/>
            <a:cxnLst>
              <a:cxn ang="0">
                <a:pos x="connsiteX0" y="connsiteY0"/>
              </a:cxn>
              <a:cxn ang="0">
                <a:pos x="connsiteX1" y="connsiteY1"/>
              </a:cxn>
              <a:cxn ang="0">
                <a:pos x="connsiteX2" y="connsiteY2"/>
              </a:cxn>
              <a:cxn ang="0">
                <a:pos x="connsiteX3" y="connsiteY3"/>
              </a:cxn>
            </a:cxnLst>
            <a:rect l="l" t="t" r="r" b="b"/>
            <a:pathLst>
              <a:path w="3530976" h="5363310">
                <a:moveTo>
                  <a:pt x="1852731" y="0"/>
                </a:moveTo>
                <a:lnTo>
                  <a:pt x="3530976" y="0"/>
                </a:lnTo>
                <a:lnTo>
                  <a:pt x="1678245" y="5355952"/>
                </a:lnTo>
                <a:lnTo>
                  <a:pt x="0" y="5363310"/>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
        <p:nvSpPr>
          <p:cNvPr id="7" name="Picture Placeholder 6">
            <a:extLst>
              <a:ext uri="{FF2B5EF4-FFF2-40B4-BE49-F238E27FC236}">
                <a16:creationId xmlns:a16="http://schemas.microsoft.com/office/drawing/2014/main" id="{33E8804E-046C-16C5-1CA0-DD12DE95ABFC}"/>
              </a:ext>
            </a:extLst>
          </p:cNvPr>
          <p:cNvSpPr>
            <a:spLocks noGrp="1"/>
          </p:cNvSpPr>
          <p:nvPr>
            <p:ph type="pic" sz="quarter" idx="14"/>
          </p:nvPr>
        </p:nvSpPr>
        <p:spPr>
          <a:xfrm>
            <a:off x="10346729" y="961926"/>
            <a:ext cx="3791344" cy="534512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pic>
        <p:nvPicPr>
          <p:cNvPr id="8" name="Graphic 7">
            <a:extLst>
              <a:ext uri="{FF2B5EF4-FFF2-40B4-BE49-F238E27FC236}">
                <a16:creationId xmlns:a16="http://schemas.microsoft.com/office/drawing/2014/main" id="{65B37C4B-EEB2-51EB-8370-B1C4BA251FF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863" y="425317"/>
            <a:ext cx="2192154" cy="658733"/>
          </a:xfrm>
          <a:prstGeom prst="rect">
            <a:avLst/>
          </a:prstGeom>
        </p:spPr>
      </p:pic>
    </p:spTree>
    <p:extLst>
      <p:ext uri="{BB962C8B-B14F-4D97-AF65-F5344CB8AC3E}">
        <p14:creationId xmlns:p14="http://schemas.microsoft.com/office/powerpoint/2010/main" val="4099807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75D86F-CDE1-743A-308B-EFECC262E383}"/>
              </a:ext>
            </a:extLst>
          </p:cNvPr>
          <p:cNvSpPr>
            <a:spLocks noGrp="1"/>
          </p:cNvSpPr>
          <p:nvPr>
            <p:ph type="title"/>
          </p:nvPr>
        </p:nvSpPr>
        <p:spPr>
          <a:xfrm>
            <a:off x="550863" y="549275"/>
            <a:ext cx="2344737" cy="5403850"/>
          </a:xfrm>
        </p:spPr>
        <p:txBody>
          <a:bodyPr/>
          <a:lstStyle>
            <a:lvl1pPr>
              <a:defRPr>
                <a:solidFill>
                  <a:schemeClr val="bg1"/>
                </a:solidFill>
              </a:defRPr>
            </a:lvl1pPr>
          </a:lstStyle>
          <a:p>
            <a:r>
              <a:rPr lang="en-GB"/>
              <a:t>Click to edit Master title style</a:t>
            </a:r>
            <a:endParaRPr lang="en-BE"/>
          </a:p>
        </p:txBody>
      </p:sp>
      <p:sp>
        <p:nvSpPr>
          <p:cNvPr id="2" name="Text Placeholder 3">
            <a:extLst>
              <a:ext uri="{FF2B5EF4-FFF2-40B4-BE49-F238E27FC236}">
                <a16:creationId xmlns:a16="http://schemas.microsoft.com/office/drawing/2014/main" id="{25EC4798-C473-4C04-7DE7-DDFF6CDACA59}"/>
              </a:ext>
            </a:extLst>
          </p:cNvPr>
          <p:cNvSpPr>
            <a:spLocks noGrp="1"/>
          </p:cNvSpPr>
          <p:nvPr>
            <p:ph type="body" sz="quarter" idx="11" hasCustomPrompt="1"/>
          </p:nvPr>
        </p:nvSpPr>
        <p:spPr>
          <a:xfrm>
            <a:off x="3262067" y="12948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BE"/>
              <a:t>X</a:t>
            </a:r>
          </a:p>
        </p:txBody>
      </p:sp>
      <p:sp>
        <p:nvSpPr>
          <p:cNvPr id="4" name="Text Placeholder 4">
            <a:extLst>
              <a:ext uri="{FF2B5EF4-FFF2-40B4-BE49-F238E27FC236}">
                <a16:creationId xmlns:a16="http://schemas.microsoft.com/office/drawing/2014/main" id="{100CCD8E-6113-6CF9-2489-0D02660219A4}"/>
              </a:ext>
            </a:extLst>
          </p:cNvPr>
          <p:cNvSpPr>
            <a:spLocks noGrp="1"/>
          </p:cNvSpPr>
          <p:nvPr>
            <p:ph type="body" sz="quarter" idx="12" hasCustomPrompt="1"/>
          </p:nvPr>
        </p:nvSpPr>
        <p:spPr>
          <a:xfrm>
            <a:off x="3262067" y="19759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6" name="Text Placeholder 5">
            <a:extLst>
              <a:ext uri="{FF2B5EF4-FFF2-40B4-BE49-F238E27FC236}">
                <a16:creationId xmlns:a16="http://schemas.microsoft.com/office/drawing/2014/main" id="{6A16EA95-8638-A1C2-1A19-5E64F3AD4189}"/>
              </a:ext>
            </a:extLst>
          </p:cNvPr>
          <p:cNvSpPr>
            <a:spLocks noGrp="1"/>
          </p:cNvSpPr>
          <p:nvPr>
            <p:ph type="body" sz="quarter" idx="13" hasCustomPrompt="1"/>
          </p:nvPr>
        </p:nvSpPr>
        <p:spPr>
          <a:xfrm>
            <a:off x="3262067" y="26570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7" name="Text Placeholder 6">
            <a:extLst>
              <a:ext uri="{FF2B5EF4-FFF2-40B4-BE49-F238E27FC236}">
                <a16:creationId xmlns:a16="http://schemas.microsoft.com/office/drawing/2014/main" id="{042EA7C6-D6F9-9316-9BE2-09D767F93785}"/>
              </a:ext>
            </a:extLst>
          </p:cNvPr>
          <p:cNvSpPr>
            <a:spLocks noGrp="1"/>
          </p:cNvSpPr>
          <p:nvPr>
            <p:ph type="body" sz="quarter" idx="14" hasCustomPrompt="1"/>
          </p:nvPr>
        </p:nvSpPr>
        <p:spPr>
          <a:xfrm>
            <a:off x="3254130" y="33381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8" name="Text Placeholder 7">
            <a:extLst>
              <a:ext uri="{FF2B5EF4-FFF2-40B4-BE49-F238E27FC236}">
                <a16:creationId xmlns:a16="http://schemas.microsoft.com/office/drawing/2014/main" id="{56787409-1EB4-D5FC-56DA-0522CDF67C78}"/>
              </a:ext>
            </a:extLst>
          </p:cNvPr>
          <p:cNvSpPr>
            <a:spLocks noGrp="1"/>
          </p:cNvSpPr>
          <p:nvPr>
            <p:ph type="body" sz="quarter" idx="15" hasCustomPrompt="1"/>
          </p:nvPr>
        </p:nvSpPr>
        <p:spPr>
          <a:xfrm>
            <a:off x="3254130" y="40192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9" name="Text Placeholder 8">
            <a:extLst>
              <a:ext uri="{FF2B5EF4-FFF2-40B4-BE49-F238E27FC236}">
                <a16:creationId xmlns:a16="http://schemas.microsoft.com/office/drawing/2014/main" id="{A187D70F-9EEC-9D0B-CC3A-9178B5D87638}"/>
              </a:ext>
            </a:extLst>
          </p:cNvPr>
          <p:cNvSpPr>
            <a:spLocks noGrp="1"/>
          </p:cNvSpPr>
          <p:nvPr>
            <p:ph type="body" sz="quarter" idx="16" hasCustomPrompt="1"/>
          </p:nvPr>
        </p:nvSpPr>
        <p:spPr>
          <a:xfrm>
            <a:off x="3254130" y="4700342"/>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10" name="Text Placeholder 42">
            <a:extLst>
              <a:ext uri="{FF2B5EF4-FFF2-40B4-BE49-F238E27FC236}">
                <a16:creationId xmlns:a16="http://schemas.microsoft.com/office/drawing/2014/main" id="{CE28B136-FFCB-3900-8843-046B925EDF61}"/>
              </a:ext>
            </a:extLst>
          </p:cNvPr>
          <p:cNvSpPr>
            <a:spLocks noGrp="1"/>
          </p:cNvSpPr>
          <p:nvPr>
            <p:ph type="body" sz="quarter" idx="33" hasCustomPrompt="1"/>
          </p:nvPr>
        </p:nvSpPr>
        <p:spPr>
          <a:xfrm>
            <a:off x="3982343" y="128526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1" name="Text Placeholder 42">
            <a:extLst>
              <a:ext uri="{FF2B5EF4-FFF2-40B4-BE49-F238E27FC236}">
                <a16:creationId xmlns:a16="http://schemas.microsoft.com/office/drawing/2014/main" id="{9392711B-3E9B-DB30-83C4-5149814B97A1}"/>
              </a:ext>
            </a:extLst>
          </p:cNvPr>
          <p:cNvSpPr>
            <a:spLocks noGrp="1"/>
          </p:cNvSpPr>
          <p:nvPr>
            <p:ph type="body" sz="quarter" idx="34" hasCustomPrompt="1"/>
          </p:nvPr>
        </p:nvSpPr>
        <p:spPr>
          <a:xfrm>
            <a:off x="3982343" y="196204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2" name="Text Placeholder 42">
            <a:extLst>
              <a:ext uri="{FF2B5EF4-FFF2-40B4-BE49-F238E27FC236}">
                <a16:creationId xmlns:a16="http://schemas.microsoft.com/office/drawing/2014/main" id="{05DC440D-29A4-D201-4110-072528BEA8E6}"/>
              </a:ext>
            </a:extLst>
          </p:cNvPr>
          <p:cNvSpPr>
            <a:spLocks noGrp="1"/>
          </p:cNvSpPr>
          <p:nvPr>
            <p:ph type="body" sz="quarter" idx="35" hasCustomPrompt="1"/>
          </p:nvPr>
        </p:nvSpPr>
        <p:spPr>
          <a:xfrm>
            <a:off x="3982343" y="263882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3" name="Text Placeholder 42">
            <a:extLst>
              <a:ext uri="{FF2B5EF4-FFF2-40B4-BE49-F238E27FC236}">
                <a16:creationId xmlns:a16="http://schemas.microsoft.com/office/drawing/2014/main" id="{1C891C25-FB5D-B49D-BD11-15FB712EF50C}"/>
              </a:ext>
            </a:extLst>
          </p:cNvPr>
          <p:cNvSpPr>
            <a:spLocks noGrp="1"/>
          </p:cNvSpPr>
          <p:nvPr>
            <p:ph type="body" sz="quarter" idx="36" hasCustomPrompt="1"/>
          </p:nvPr>
        </p:nvSpPr>
        <p:spPr>
          <a:xfrm>
            <a:off x="3982343" y="331560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4" name="Text Placeholder 42">
            <a:extLst>
              <a:ext uri="{FF2B5EF4-FFF2-40B4-BE49-F238E27FC236}">
                <a16:creationId xmlns:a16="http://schemas.microsoft.com/office/drawing/2014/main" id="{3D2E9E88-1349-9DEA-C29D-F0F9D3B48D57}"/>
              </a:ext>
            </a:extLst>
          </p:cNvPr>
          <p:cNvSpPr>
            <a:spLocks noGrp="1"/>
          </p:cNvSpPr>
          <p:nvPr>
            <p:ph type="body" sz="quarter" idx="37" hasCustomPrompt="1"/>
          </p:nvPr>
        </p:nvSpPr>
        <p:spPr>
          <a:xfrm>
            <a:off x="3982343" y="399238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5" name="Text Placeholder 42">
            <a:extLst>
              <a:ext uri="{FF2B5EF4-FFF2-40B4-BE49-F238E27FC236}">
                <a16:creationId xmlns:a16="http://schemas.microsoft.com/office/drawing/2014/main" id="{E2244478-7C74-D85B-8862-613EA187C5EE}"/>
              </a:ext>
            </a:extLst>
          </p:cNvPr>
          <p:cNvSpPr>
            <a:spLocks noGrp="1"/>
          </p:cNvSpPr>
          <p:nvPr>
            <p:ph type="body" sz="quarter" idx="38" hasCustomPrompt="1"/>
          </p:nvPr>
        </p:nvSpPr>
        <p:spPr>
          <a:xfrm>
            <a:off x="3982343" y="4669162"/>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Tree>
    <p:extLst>
      <p:ext uri="{BB962C8B-B14F-4D97-AF65-F5344CB8AC3E}">
        <p14:creationId xmlns:p14="http://schemas.microsoft.com/office/powerpoint/2010/main" val="303105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5" name="Content Placeholder 4">
            <a:extLst>
              <a:ext uri="{FF2B5EF4-FFF2-40B4-BE49-F238E27FC236}">
                <a16:creationId xmlns:a16="http://schemas.microsoft.com/office/drawing/2014/main" id="{465C2C99-B7E7-D178-3F88-F5887FBEA78D}"/>
              </a:ext>
            </a:extLst>
          </p:cNvPr>
          <p:cNvSpPr>
            <a:spLocks noGrp="1"/>
          </p:cNvSpPr>
          <p:nvPr>
            <p:ph sz="quarter" idx="10"/>
          </p:nvPr>
        </p:nvSpPr>
        <p:spPr>
          <a:xfrm>
            <a:off x="550863" y="1423989"/>
            <a:ext cx="11079162" cy="4632038"/>
          </a:xfrm>
        </p:spPr>
        <p:txBody>
          <a:bodyPr/>
          <a:lstStyle>
            <a:lvl1pPr>
              <a:defRPr b="0"/>
            </a:lvl1pPr>
            <a:lvl2pPr>
              <a:defRPr b="0"/>
            </a:lvl2pPr>
            <a:lvl3pPr>
              <a:defRPr b="0"/>
            </a:lvl3pPr>
            <a:lvl4pPr>
              <a:defRPr b="0"/>
            </a:lvl4pPr>
            <a:lvl5pPr>
              <a:defRPr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Tree>
    <p:extLst>
      <p:ext uri="{BB962C8B-B14F-4D97-AF65-F5344CB8AC3E}">
        <p14:creationId xmlns:p14="http://schemas.microsoft.com/office/powerpoint/2010/main" val="24872726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7" name="Table Placeholder 6">
            <a:extLst>
              <a:ext uri="{FF2B5EF4-FFF2-40B4-BE49-F238E27FC236}">
                <a16:creationId xmlns:a16="http://schemas.microsoft.com/office/drawing/2014/main" id="{417A25EF-CCA6-3189-383C-B16B60411ADC}"/>
              </a:ext>
            </a:extLst>
          </p:cNvPr>
          <p:cNvSpPr>
            <a:spLocks noGrp="1"/>
          </p:cNvSpPr>
          <p:nvPr>
            <p:ph type="tbl" sz="quarter" idx="12"/>
          </p:nvPr>
        </p:nvSpPr>
        <p:spPr>
          <a:xfrm>
            <a:off x="550862" y="1423988"/>
            <a:ext cx="11079889" cy="4632325"/>
          </a:xfrm>
        </p:spPr>
        <p:txBody>
          <a:bodyPr anchor="ctr"/>
          <a:lstStyle>
            <a:lvl1pPr algn="l">
              <a:defRPr/>
            </a:lvl1pPr>
          </a:lstStyle>
          <a:p>
            <a:r>
              <a:rPr lang="en-GB"/>
              <a:t>Click icon to add table</a:t>
            </a:r>
            <a:endParaRPr lang="en-BE"/>
          </a:p>
        </p:txBody>
      </p:sp>
    </p:spTree>
    <p:extLst>
      <p:ext uri="{BB962C8B-B14F-4D97-AF65-F5344CB8AC3E}">
        <p14:creationId xmlns:p14="http://schemas.microsoft.com/office/powerpoint/2010/main" val="8296030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4" name="Chart Placeholder 3">
            <a:extLst>
              <a:ext uri="{FF2B5EF4-FFF2-40B4-BE49-F238E27FC236}">
                <a16:creationId xmlns:a16="http://schemas.microsoft.com/office/drawing/2014/main" id="{5BDC4B98-1CBE-6100-8030-392AD8579EB4}"/>
              </a:ext>
            </a:extLst>
          </p:cNvPr>
          <p:cNvSpPr>
            <a:spLocks noGrp="1"/>
          </p:cNvSpPr>
          <p:nvPr>
            <p:ph type="chart" sz="quarter" idx="11"/>
          </p:nvPr>
        </p:nvSpPr>
        <p:spPr>
          <a:xfrm>
            <a:off x="550136" y="1423988"/>
            <a:ext cx="11079889" cy="4632039"/>
          </a:xfrm>
        </p:spPr>
        <p:txBody>
          <a:bodyPr anchor="ctr"/>
          <a:lstStyle>
            <a:lvl1pPr algn="ctr">
              <a:defRPr/>
            </a:lvl1pPr>
          </a:lstStyle>
          <a:p>
            <a:r>
              <a:rPr lang="en-GB"/>
              <a:t>Click icon to add chart</a:t>
            </a:r>
            <a:endParaRPr lang="en-BE"/>
          </a:p>
        </p:txBody>
      </p:sp>
    </p:spTree>
    <p:extLst>
      <p:ext uri="{BB962C8B-B14F-4D97-AF65-F5344CB8AC3E}">
        <p14:creationId xmlns:p14="http://schemas.microsoft.com/office/powerpoint/2010/main" val="5596407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content 2 col">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37D963-2B56-1348-92CF-7C50CC760C1C}"/>
              </a:ext>
            </a:extLst>
          </p:cNvPr>
          <p:cNvSpPr>
            <a:spLocks noGrp="1"/>
          </p:cNvSpPr>
          <p:nvPr>
            <p:ph sz="half" idx="2"/>
          </p:nvPr>
        </p:nvSpPr>
        <p:spPr>
          <a:xfrm>
            <a:off x="6193257" y="1423988"/>
            <a:ext cx="5447881" cy="458706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a:buClr>
                <a:schemeClr val="accent1"/>
              </a:buClr>
              <a:defRPr sz="1400" b="0" i="0">
                <a:latin typeface="Montserrat" pitchFamily="2" charset="77"/>
              </a:defRPr>
            </a:lvl2pPr>
            <a:lvl3pPr>
              <a:buClr>
                <a:schemeClr val="accent1"/>
              </a:buClr>
              <a:defRPr sz="1400" b="0" i="0">
                <a:latin typeface="Montserrat" pitchFamily="2" charset="77"/>
              </a:defRPr>
            </a:lvl3pPr>
            <a:lvl4pPr>
              <a:buClr>
                <a:schemeClr val="accent1"/>
              </a:buClr>
              <a:defRPr sz="1400" b="0" i="0">
                <a:latin typeface="Montserrat" pitchFamily="2" charset="77"/>
              </a:defRPr>
            </a:lvl4pPr>
            <a:lvl5pPr>
              <a:buClr>
                <a:schemeClr val="accent1"/>
              </a:buCl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2">
            <a:extLst>
              <a:ext uri="{FF2B5EF4-FFF2-40B4-BE49-F238E27FC236}">
                <a16:creationId xmlns:a16="http://schemas.microsoft.com/office/drawing/2014/main" id="{D3E13B8C-9EB0-83C0-DE96-659F90300BD3}"/>
              </a:ext>
            </a:extLst>
          </p:cNvPr>
          <p:cNvSpPr>
            <a:spLocks noGrp="1"/>
          </p:cNvSpPr>
          <p:nvPr>
            <p:ph sz="half" idx="10"/>
          </p:nvPr>
        </p:nvSpPr>
        <p:spPr>
          <a:xfrm>
            <a:off x="550863" y="1423988"/>
            <a:ext cx="5447882" cy="458706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Arial" panose="020B0604020202020204" pitchFamily="34" charset="0"/>
              <a:buChar char="•"/>
              <a:defRPr sz="1400" b="0" i="0">
                <a:latin typeface="Montserrat" pitchFamily="2" charset="77"/>
              </a:defRPr>
            </a:lvl2pPr>
            <a:lvl3pPr marL="1200150" indent="-285750">
              <a:buClr>
                <a:schemeClr val="accent1"/>
              </a:buClr>
              <a:buFont typeface="Arial" panose="020B0604020202020204" pitchFamily="34" charset="0"/>
              <a:buChar char="•"/>
              <a:defRPr sz="1400" b="0" i="0">
                <a:latin typeface="Montserrat" pitchFamily="2" charset="77"/>
              </a:defRPr>
            </a:lvl3pPr>
            <a:lvl4pPr marL="1657350" indent="-285750">
              <a:buClr>
                <a:schemeClr val="accent1"/>
              </a:buClr>
              <a:buFont typeface="Arial" panose="020B0604020202020204" pitchFamily="34" charset="0"/>
              <a:buChar char="•"/>
              <a:defRPr sz="1400" b="0" i="0">
                <a:latin typeface="Montserrat" pitchFamily="2" charset="77"/>
              </a:defRPr>
            </a:lvl4pPr>
            <a:lvl5pPr marL="2114550" indent="-285750">
              <a:buClr>
                <a:schemeClr val="accent1"/>
              </a:buClr>
              <a:buFont typeface="Arial"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2">
            <a:extLst>
              <a:ext uri="{FF2B5EF4-FFF2-40B4-BE49-F238E27FC236}">
                <a16:creationId xmlns:a16="http://schemas.microsoft.com/office/drawing/2014/main" id="{C4F7D3E9-C928-A1C1-8599-41F018F5C5D0}"/>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297134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content 2 col txt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C5AD128-D377-6E35-D6EA-F453423B43EA}"/>
              </a:ext>
            </a:extLst>
          </p:cNvPr>
          <p:cNvSpPr>
            <a:spLocks noGrp="1"/>
          </p:cNvSpPr>
          <p:nvPr>
            <p:ph type="pic" sz="quarter" idx="10"/>
          </p:nvPr>
        </p:nvSpPr>
        <p:spPr>
          <a:xfrm>
            <a:off x="6543207" y="1423988"/>
            <a:ext cx="5097931" cy="4617048"/>
          </a:xfrm>
        </p:spPr>
        <p:txBody>
          <a:bodyPr anchor="ctr"/>
          <a:lstStyle>
            <a:lvl1pPr marL="0" indent="0" algn="ctr">
              <a:buNone/>
              <a:defRPr b="0" i="0">
                <a:latin typeface="Montserrat" pitchFamily="2" charset="77"/>
              </a:defRPr>
            </a:lvl1pPr>
          </a:lstStyle>
          <a:p>
            <a:r>
              <a:rPr lang="en-GB"/>
              <a:t>Click icon to add picture</a:t>
            </a:r>
            <a:endParaRPr lang="en-BE"/>
          </a:p>
        </p:txBody>
      </p:sp>
      <p:sp>
        <p:nvSpPr>
          <p:cNvPr id="8" name="Content Placeholder 2">
            <a:extLst>
              <a:ext uri="{FF2B5EF4-FFF2-40B4-BE49-F238E27FC236}">
                <a16:creationId xmlns:a16="http://schemas.microsoft.com/office/drawing/2014/main" id="{40F2E5C5-B453-A65E-5E14-FEB48928C666}"/>
              </a:ext>
            </a:extLst>
          </p:cNvPr>
          <p:cNvSpPr>
            <a:spLocks noGrp="1"/>
          </p:cNvSpPr>
          <p:nvPr>
            <p:ph sz="half" idx="11"/>
          </p:nvPr>
        </p:nvSpPr>
        <p:spPr>
          <a:xfrm>
            <a:off x="550862" y="1423988"/>
            <a:ext cx="5545137" cy="461704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Arial" panose="020B0604020202020204" pitchFamily="34" charset="0"/>
              <a:buChar char="•"/>
              <a:defRPr sz="1400" b="0" i="0">
                <a:latin typeface="Montserrat" pitchFamily="2" charset="77"/>
              </a:defRPr>
            </a:lvl2pPr>
            <a:lvl3pPr marL="1200150" indent="-285750">
              <a:buClr>
                <a:schemeClr val="accent1"/>
              </a:buClr>
              <a:buFont typeface="Montserrat" panose="020B0604020202020204" pitchFamily="34" charset="0"/>
              <a:buChar char="•"/>
              <a:defRPr sz="1400" b="0" i="0">
                <a:latin typeface="Montserrat" pitchFamily="2" charset="77"/>
              </a:defRPr>
            </a:lvl3pPr>
            <a:lvl4pPr marL="1657350" indent="-285750">
              <a:buClr>
                <a:schemeClr val="accent1"/>
              </a:buClr>
              <a:buFont typeface="Montserrat" panose="020B0604020202020204" pitchFamily="34" charset="0"/>
              <a:buChar char="•"/>
              <a:defRPr sz="1400" b="0" i="0">
                <a:latin typeface="Montserrat" pitchFamily="2" charset="77"/>
              </a:defRPr>
            </a:lvl4pPr>
            <a:lvl5pPr marL="2114550" indent="-285750">
              <a:buClr>
                <a:schemeClr val="accent1"/>
              </a:buClr>
              <a:buFont typeface="Montserrat"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050F56CD-DF6D-8A65-2CBF-39D94FA2C739}"/>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3390523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content 2 col image + t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FCC9A-8CA9-294B-9997-4953AAF6E905}"/>
              </a:ext>
            </a:extLst>
          </p:cNvPr>
          <p:cNvSpPr>
            <a:spLocks noGrp="1"/>
          </p:cNvSpPr>
          <p:nvPr>
            <p:ph idx="1"/>
          </p:nvPr>
        </p:nvSpPr>
        <p:spPr>
          <a:xfrm>
            <a:off x="3642610" y="1423987"/>
            <a:ext cx="7968480" cy="4662019"/>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Montserrat" panose="020B0604020202020204" pitchFamily="34" charset="0"/>
              <a:buChar char="•"/>
              <a:defRPr sz="1400" b="0" i="0">
                <a:latin typeface="Montserrat" pitchFamily="2" charset="77"/>
              </a:defRPr>
            </a:lvl2pPr>
            <a:lvl3pPr marL="1200150" indent="-285750">
              <a:buClr>
                <a:schemeClr val="accent1"/>
              </a:buClr>
              <a:buFont typeface="Montserrat" panose="020B0604020202020204" pitchFamily="34" charset="0"/>
              <a:buChar char="•"/>
              <a:defRPr sz="1400" b="0" i="0">
                <a:latin typeface="Montserrat" pitchFamily="2" charset="77"/>
              </a:defRPr>
            </a:lvl3pPr>
            <a:lvl4pPr marL="1657350" indent="-285750">
              <a:buClr>
                <a:schemeClr val="accent1"/>
              </a:buClr>
              <a:buFont typeface="Montserrat" panose="020B0604020202020204" pitchFamily="34" charset="0"/>
              <a:buChar char="•"/>
              <a:defRPr sz="1400" b="0" i="0">
                <a:latin typeface="Montserrat" pitchFamily="2" charset="77"/>
              </a:defRPr>
            </a:lvl4pPr>
            <a:lvl5pPr marL="2114550" indent="-285750">
              <a:buClr>
                <a:schemeClr val="accent1"/>
              </a:buClr>
              <a:buFont typeface="Montserrat"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Picture Placeholder 4">
            <a:extLst>
              <a:ext uri="{FF2B5EF4-FFF2-40B4-BE49-F238E27FC236}">
                <a16:creationId xmlns:a16="http://schemas.microsoft.com/office/drawing/2014/main" id="{619B9F16-7F48-0877-7C0F-64B5D4C12169}"/>
              </a:ext>
            </a:extLst>
          </p:cNvPr>
          <p:cNvSpPr>
            <a:spLocks noGrp="1"/>
          </p:cNvSpPr>
          <p:nvPr>
            <p:ph type="pic" sz="quarter" idx="10"/>
          </p:nvPr>
        </p:nvSpPr>
        <p:spPr>
          <a:xfrm>
            <a:off x="552450" y="1423988"/>
            <a:ext cx="2849563" cy="4662019"/>
          </a:xfrm>
        </p:spPr>
        <p:txBody>
          <a:bodyPr anchor="ctr"/>
          <a:lstStyle>
            <a:lvl1pPr marL="0" indent="0" algn="ctr">
              <a:buNone/>
              <a:defRPr b="0" i="0">
                <a:latin typeface="Montserrat" pitchFamily="2" charset="77"/>
              </a:defRPr>
            </a:lvl1pPr>
          </a:lstStyle>
          <a:p>
            <a:r>
              <a:rPr lang="en-GB"/>
              <a:t>Click icon to add picture</a:t>
            </a:r>
            <a:endParaRPr lang="en-BE"/>
          </a:p>
        </p:txBody>
      </p:sp>
      <p:sp>
        <p:nvSpPr>
          <p:cNvPr id="2" name="Title 1">
            <a:extLst>
              <a:ext uri="{FF2B5EF4-FFF2-40B4-BE49-F238E27FC236}">
                <a16:creationId xmlns:a16="http://schemas.microsoft.com/office/drawing/2014/main" id="{4F2E58BC-E1AF-AB24-7E50-98CF03DB02C2}"/>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80815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1FD278-58F8-235E-E605-FFB6761354B5}"/>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1164820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blue">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6" name="Picture Placeholder 5">
            <a:extLst>
              <a:ext uri="{FF2B5EF4-FFF2-40B4-BE49-F238E27FC236}">
                <a16:creationId xmlns:a16="http://schemas.microsoft.com/office/drawing/2014/main" id="{23B9A48D-FAF4-4B13-6485-B2CF735A0ECA}"/>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Tree>
    <p:extLst>
      <p:ext uri="{BB962C8B-B14F-4D97-AF65-F5344CB8AC3E}">
        <p14:creationId xmlns:p14="http://schemas.microsoft.com/office/powerpoint/2010/main" val="16652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cean">
    <p:bg>
      <p:bgPr>
        <a:solidFill>
          <a:schemeClr val="accent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Picture Placeholder 2">
            <a:extLst>
              <a:ext uri="{FF2B5EF4-FFF2-40B4-BE49-F238E27FC236}">
                <a16:creationId xmlns:a16="http://schemas.microsoft.com/office/drawing/2014/main" id="{060B6ED8-5941-E635-E4D4-EDE2166B081A}"/>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Tree>
    <p:extLst>
      <p:ext uri="{BB962C8B-B14F-4D97-AF65-F5344CB8AC3E}">
        <p14:creationId xmlns:p14="http://schemas.microsoft.com/office/powerpoint/2010/main" val="1148277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lim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tx2"/>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Picture Placeholder 1">
            <a:extLst>
              <a:ext uri="{FF2B5EF4-FFF2-40B4-BE49-F238E27FC236}">
                <a16:creationId xmlns:a16="http://schemas.microsoft.com/office/drawing/2014/main" id="{697833DD-79DD-310A-7FD2-98ED08524436}"/>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Tree>
    <p:extLst>
      <p:ext uri="{BB962C8B-B14F-4D97-AF65-F5344CB8AC3E}">
        <p14:creationId xmlns:p14="http://schemas.microsoft.com/office/powerpoint/2010/main" val="2359064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ocean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A8E3F6E-BF01-DCED-4EEA-1ABFE5B32D5A}"/>
              </a:ext>
            </a:extLst>
          </p:cNvPr>
          <p:cNvSpPr>
            <a:spLocks noGrp="1"/>
          </p:cNvSpPr>
          <p:nvPr>
            <p:ph type="pic" sz="quarter" idx="11"/>
          </p:nvPr>
        </p:nvSpPr>
        <p:spPr>
          <a:xfrm>
            <a:off x="6096000" y="-2720"/>
            <a:ext cx="6096000" cy="6320872"/>
          </a:xfrm>
          <a:custGeom>
            <a:avLst/>
            <a:gdLst>
              <a:gd name="connsiteX0" fmla="*/ 2176719 w 6096000"/>
              <a:gd name="connsiteY0" fmla="*/ 0 h 6320872"/>
              <a:gd name="connsiteX1" fmla="*/ 6096000 w 6096000"/>
              <a:gd name="connsiteY1" fmla="*/ 0 h 6320872"/>
              <a:gd name="connsiteX2" fmla="*/ 6096000 w 6096000"/>
              <a:gd name="connsiteY2" fmla="*/ 6320872 h 6320872"/>
              <a:gd name="connsiteX3" fmla="*/ 0 w 6096000"/>
              <a:gd name="connsiteY3" fmla="*/ 6320872 h 6320872"/>
            </a:gdLst>
            <a:ahLst/>
            <a:cxnLst>
              <a:cxn ang="0">
                <a:pos x="connsiteX0" y="connsiteY0"/>
              </a:cxn>
              <a:cxn ang="0">
                <a:pos x="connsiteX1" y="connsiteY1"/>
              </a:cxn>
              <a:cxn ang="0">
                <a:pos x="connsiteX2" y="connsiteY2"/>
              </a:cxn>
              <a:cxn ang="0">
                <a:pos x="connsiteX3" y="connsiteY3"/>
              </a:cxn>
            </a:cxnLst>
            <a:rect l="l" t="t" r="r" b="b"/>
            <a:pathLst>
              <a:path w="6096000" h="6320872">
                <a:moveTo>
                  <a:pt x="2176719" y="0"/>
                </a:moveTo>
                <a:lnTo>
                  <a:pt x="6096000" y="0"/>
                </a:lnTo>
                <a:lnTo>
                  <a:pt x="6096000" y="6320872"/>
                </a:lnTo>
                <a:lnTo>
                  <a:pt x="0" y="6320872"/>
                </a:lnTo>
                <a:close/>
              </a:path>
            </a:pathLst>
          </a:custGeom>
          <a:blipFill>
            <a:blip r:embed="rId2"/>
            <a:stretch>
              <a:fillRect/>
            </a:stretch>
          </a:blipFill>
        </p:spPr>
        <p:txBody>
          <a:bodyPr wrap="square" rIns="540000" anchor="ctr">
            <a:noAutofit/>
          </a:bodyPr>
          <a:lstStyle>
            <a:lvl1pPr marL="0" indent="0" algn="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tx2"/>
                </a:solidFill>
                <a:latin typeface="Montserrat" pitchFamily="2" charset="77"/>
              </a:defRPr>
            </a:lvl1pPr>
          </a:lstStyle>
          <a:p>
            <a:r>
              <a:rPr lang="en-GB"/>
              <a:t>Click to edit Master title style</a:t>
            </a:r>
            <a:endParaRPr lang="nl-NL"/>
          </a:p>
        </p:txBody>
      </p:sp>
      <p:sp>
        <p:nvSpPr>
          <p:cNvPr id="3" name="Freeform 2">
            <a:extLst>
              <a:ext uri="{FF2B5EF4-FFF2-40B4-BE49-F238E27FC236}">
                <a16:creationId xmlns:a16="http://schemas.microsoft.com/office/drawing/2014/main" id="{B3703325-6044-77A4-DC01-FA1C75B413E7}"/>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1" i="0">
              <a:latin typeface="Montserrat" pitchFamily="2" charset="77"/>
            </a:endParaRPr>
          </a:p>
        </p:txBody>
      </p:sp>
      <p:sp>
        <p:nvSpPr>
          <p:cNvPr id="4" name="Slide Number Placeholder 5">
            <a:extLst>
              <a:ext uri="{FF2B5EF4-FFF2-40B4-BE49-F238E27FC236}">
                <a16:creationId xmlns:a16="http://schemas.microsoft.com/office/drawing/2014/main" id="{9EF7336B-C028-DBEC-120D-15F56BC518AB}"/>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bg1"/>
                </a:solidFill>
                <a:latin typeface="Montserrat" pitchFamily="2" charset="77"/>
              </a:rPr>
              <a:pPr algn="r"/>
              <a:t>‹#›</a:t>
            </a:fld>
            <a:endParaRPr lang="en-US" sz="1200" b="0" i="0">
              <a:solidFill>
                <a:schemeClr val="bg1"/>
              </a:solidFill>
              <a:latin typeface="Montserrat" pitchFamily="2" charset="77"/>
            </a:endParaRPr>
          </a:p>
        </p:txBody>
      </p:sp>
      <p:grpSp>
        <p:nvGrpSpPr>
          <p:cNvPr id="5" name="Group 4">
            <a:extLst>
              <a:ext uri="{FF2B5EF4-FFF2-40B4-BE49-F238E27FC236}">
                <a16:creationId xmlns:a16="http://schemas.microsoft.com/office/drawing/2014/main" id="{E5A816D0-4388-450F-7B49-BF0BBA0330D7}"/>
              </a:ext>
            </a:extLst>
          </p:cNvPr>
          <p:cNvGrpSpPr>
            <a:grpSpLocks noChangeAspect="1"/>
          </p:cNvGrpSpPr>
          <p:nvPr userDrawn="1"/>
        </p:nvGrpSpPr>
        <p:grpSpPr>
          <a:xfrm>
            <a:off x="561768" y="6418386"/>
            <a:ext cx="819357" cy="311600"/>
            <a:chOff x="681150" y="489466"/>
            <a:chExt cx="3767564" cy="1433325"/>
          </a:xfrm>
        </p:grpSpPr>
        <p:sp>
          <p:nvSpPr>
            <p:cNvPr id="7" name="Freeform 6">
              <a:extLst>
                <a:ext uri="{FF2B5EF4-FFF2-40B4-BE49-F238E27FC236}">
                  <a16:creationId xmlns:a16="http://schemas.microsoft.com/office/drawing/2014/main" id="{B98A819D-B2EF-FE04-5396-4749FFC018D0}"/>
                </a:ext>
              </a:extLst>
            </p:cNvPr>
            <p:cNvSpPr/>
            <p:nvPr/>
          </p:nvSpPr>
          <p:spPr>
            <a:xfrm>
              <a:off x="681150" y="767546"/>
              <a:ext cx="592711" cy="877163"/>
            </a:xfrm>
            <a:custGeom>
              <a:avLst/>
              <a:gdLst>
                <a:gd name="connsiteX0" fmla="*/ 0 w 221118"/>
                <a:gd name="connsiteY0" fmla="*/ 11 h 327236"/>
                <a:gd name="connsiteX1" fmla="*/ 0 w 221118"/>
                <a:gd name="connsiteY1" fmla="*/ 327247 h 327236"/>
                <a:gd name="connsiteX2" fmla="*/ 184142 w 221118"/>
                <a:gd name="connsiteY2" fmla="*/ 327247 h 327236"/>
                <a:gd name="connsiteX3" fmla="*/ 221118 w 221118"/>
                <a:gd name="connsiteY3" fmla="*/ 221821 h 327236"/>
                <a:gd name="connsiteX4" fmla="*/ 120344 w 221118"/>
                <a:gd name="connsiteY4" fmla="*/ 221821 h 327236"/>
                <a:gd name="connsiteX5" fmla="*/ 120344 w 221118"/>
                <a:gd name="connsiteY5" fmla="*/ 11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118" h="327236">
                  <a:moveTo>
                    <a:pt x="0" y="11"/>
                  </a:moveTo>
                  <a:lnTo>
                    <a:pt x="0" y="327247"/>
                  </a:lnTo>
                  <a:lnTo>
                    <a:pt x="184142" y="327247"/>
                  </a:lnTo>
                  <a:lnTo>
                    <a:pt x="221118" y="221821"/>
                  </a:lnTo>
                  <a:lnTo>
                    <a:pt x="120344" y="221821"/>
                  </a:lnTo>
                  <a:lnTo>
                    <a:pt x="120344" y="11"/>
                  </a:lnTo>
                  <a:close/>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8" name="Freeform 7">
              <a:extLst>
                <a:ext uri="{FF2B5EF4-FFF2-40B4-BE49-F238E27FC236}">
                  <a16:creationId xmlns:a16="http://schemas.microsoft.com/office/drawing/2014/main" id="{FDDC655B-59FF-7291-4B70-F01413116BDE}"/>
                </a:ext>
              </a:extLst>
            </p:cNvPr>
            <p:cNvSpPr/>
            <p:nvPr/>
          </p:nvSpPr>
          <p:spPr>
            <a:xfrm>
              <a:off x="1290558" y="767597"/>
              <a:ext cx="977636" cy="877163"/>
            </a:xfrm>
            <a:custGeom>
              <a:avLst/>
              <a:gdLst>
                <a:gd name="connsiteX0" fmla="*/ 136237 w 364719"/>
                <a:gd name="connsiteY0" fmla="*/ 286557 h 327236"/>
                <a:gd name="connsiteX1" fmla="*/ 127286 w 364719"/>
                <a:gd name="connsiteY1" fmla="*/ 327282 h 327236"/>
                <a:gd name="connsiteX2" fmla="*/ 40 w 364719"/>
                <a:gd name="connsiteY2" fmla="*/ 327282 h 327236"/>
                <a:gd name="connsiteX3" fmla="*/ 114857 w 364719"/>
                <a:gd name="connsiteY3" fmla="*/ 46 h 327236"/>
                <a:gd name="connsiteX4" fmla="*/ 249943 w 364719"/>
                <a:gd name="connsiteY4" fmla="*/ 46 h 327236"/>
                <a:gd name="connsiteX5" fmla="*/ 364760 w 364719"/>
                <a:gd name="connsiteY5" fmla="*/ 327282 h 327236"/>
                <a:gd name="connsiteX6" fmla="*/ 238632 w 364719"/>
                <a:gd name="connsiteY6" fmla="*/ 327282 h 327236"/>
                <a:gd name="connsiteX7" fmla="*/ 227701 w 364719"/>
                <a:gd name="connsiteY7" fmla="*/ 286557 h 327236"/>
                <a:gd name="connsiteX8" fmla="*/ 184950 w 364719"/>
                <a:gd name="connsiteY8" fmla="*/ 109449 h 327236"/>
                <a:gd name="connsiteX9" fmla="*/ 180475 w 364719"/>
                <a:gd name="connsiteY9" fmla="*/ 109449 h 327236"/>
                <a:gd name="connsiteX10" fmla="*/ 175014 w 364719"/>
                <a:gd name="connsiteY10" fmla="*/ 146245 h 327236"/>
                <a:gd name="connsiteX11" fmla="*/ 158602 w 364719"/>
                <a:gd name="connsiteY11" fmla="*/ 209045 h 327236"/>
                <a:gd name="connsiteX12" fmla="*/ 206814 w 364719"/>
                <a:gd name="connsiteY12" fmla="*/ 209045 h 327236"/>
                <a:gd name="connsiteX13" fmla="*/ 191407 w 364719"/>
                <a:gd name="connsiteY13" fmla="*/ 146245 h 327236"/>
                <a:gd name="connsiteX14" fmla="*/ 184950 w 364719"/>
                <a:gd name="connsiteY14" fmla="*/ 109449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4719" h="327236">
                  <a:moveTo>
                    <a:pt x="136237" y="286557"/>
                  </a:moveTo>
                  <a:lnTo>
                    <a:pt x="127286" y="327282"/>
                  </a:lnTo>
                  <a:lnTo>
                    <a:pt x="40" y="327282"/>
                  </a:lnTo>
                  <a:lnTo>
                    <a:pt x="114857" y="46"/>
                  </a:lnTo>
                  <a:lnTo>
                    <a:pt x="249943" y="46"/>
                  </a:lnTo>
                  <a:lnTo>
                    <a:pt x="364760" y="327282"/>
                  </a:lnTo>
                  <a:lnTo>
                    <a:pt x="238632" y="327282"/>
                  </a:lnTo>
                  <a:lnTo>
                    <a:pt x="227701" y="286557"/>
                  </a:lnTo>
                  <a:close/>
                  <a:moveTo>
                    <a:pt x="184950" y="109449"/>
                  </a:moveTo>
                  <a:lnTo>
                    <a:pt x="180475" y="109449"/>
                  </a:lnTo>
                  <a:cubicBezTo>
                    <a:pt x="180021" y="121875"/>
                    <a:pt x="178190" y="134213"/>
                    <a:pt x="175014" y="146245"/>
                  </a:cubicBezTo>
                  <a:lnTo>
                    <a:pt x="158602" y="209045"/>
                  </a:lnTo>
                  <a:lnTo>
                    <a:pt x="206814" y="209045"/>
                  </a:lnTo>
                  <a:lnTo>
                    <a:pt x="191407" y="146245"/>
                  </a:lnTo>
                  <a:cubicBezTo>
                    <a:pt x="188619" y="134096"/>
                    <a:pt x="186464" y="121815"/>
                    <a:pt x="184950" y="109449"/>
                  </a:cubicBezTo>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9" name="Freeform 8">
              <a:extLst>
                <a:ext uri="{FF2B5EF4-FFF2-40B4-BE49-F238E27FC236}">
                  <a16:creationId xmlns:a16="http://schemas.microsoft.com/office/drawing/2014/main" id="{9F0B8CD1-337E-65DD-C919-C62A77859275}"/>
                </a:ext>
              </a:extLst>
            </p:cNvPr>
            <p:cNvSpPr/>
            <p:nvPr/>
          </p:nvSpPr>
          <p:spPr>
            <a:xfrm>
              <a:off x="2993715" y="747804"/>
              <a:ext cx="986262" cy="916644"/>
            </a:xfrm>
            <a:custGeom>
              <a:avLst/>
              <a:gdLst>
                <a:gd name="connsiteX0" fmla="*/ 321788 w 367937"/>
                <a:gd name="connsiteY0" fmla="*/ 289513 h 341965"/>
                <a:gd name="connsiteX1" fmla="*/ 184094 w 367937"/>
                <a:gd name="connsiteY1" fmla="*/ 342011 h 341965"/>
                <a:gd name="connsiteX2" fmla="*/ 46409 w 367937"/>
                <a:gd name="connsiteY2" fmla="*/ 289513 h 341965"/>
                <a:gd name="connsiteX3" fmla="*/ 180 w 367937"/>
                <a:gd name="connsiteY3" fmla="*/ 170781 h 341965"/>
                <a:gd name="connsiteX4" fmla="*/ 46409 w 367937"/>
                <a:gd name="connsiteY4" fmla="*/ 52544 h 341965"/>
                <a:gd name="connsiteX5" fmla="*/ 184094 w 367937"/>
                <a:gd name="connsiteY5" fmla="*/ 46 h 341965"/>
                <a:gd name="connsiteX6" fmla="*/ 321788 w 367937"/>
                <a:gd name="connsiteY6" fmla="*/ 52544 h 341965"/>
                <a:gd name="connsiteX7" fmla="*/ 368018 w 367937"/>
                <a:gd name="connsiteY7" fmla="*/ 170781 h 341965"/>
                <a:gd name="connsiteX8" fmla="*/ 321788 w 367937"/>
                <a:gd name="connsiteY8" fmla="*/ 289513 h 341965"/>
                <a:gd name="connsiteX9" fmla="*/ 140870 w 367937"/>
                <a:gd name="connsiteY9" fmla="*/ 122213 h 341965"/>
                <a:gd name="connsiteX10" fmla="*/ 121974 w 367937"/>
                <a:gd name="connsiteY10" fmla="*/ 171267 h 341965"/>
                <a:gd name="connsiteX11" fmla="*/ 140870 w 367937"/>
                <a:gd name="connsiteY11" fmla="*/ 219844 h 341965"/>
                <a:gd name="connsiteX12" fmla="*/ 184113 w 367937"/>
                <a:gd name="connsiteY12" fmla="*/ 236529 h 341965"/>
                <a:gd name="connsiteX13" fmla="*/ 227366 w 367937"/>
                <a:gd name="connsiteY13" fmla="*/ 219844 h 341965"/>
                <a:gd name="connsiteX14" fmla="*/ 246243 w 367937"/>
                <a:gd name="connsiteY14" fmla="*/ 171267 h 341965"/>
                <a:gd name="connsiteX15" fmla="*/ 227366 w 367937"/>
                <a:gd name="connsiteY15" fmla="*/ 122213 h 341965"/>
                <a:gd name="connsiteX16" fmla="*/ 184113 w 367937"/>
                <a:gd name="connsiteY16" fmla="*/ 105528 h 341965"/>
                <a:gd name="connsiteX17" fmla="*/ 140870 w 367937"/>
                <a:gd name="connsiteY17" fmla="*/ 122213 h 3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7937" h="341965">
                  <a:moveTo>
                    <a:pt x="321788" y="289513"/>
                  </a:moveTo>
                  <a:cubicBezTo>
                    <a:pt x="293449" y="317971"/>
                    <a:pt x="247219" y="342011"/>
                    <a:pt x="184094" y="342011"/>
                  </a:cubicBezTo>
                  <a:cubicBezTo>
                    <a:pt x="120969" y="342011"/>
                    <a:pt x="74739" y="317971"/>
                    <a:pt x="46409" y="289513"/>
                  </a:cubicBezTo>
                  <a:cubicBezTo>
                    <a:pt x="15717" y="257515"/>
                    <a:pt x="-902" y="214831"/>
                    <a:pt x="180" y="170781"/>
                  </a:cubicBezTo>
                  <a:cubicBezTo>
                    <a:pt x="-807" y="126894"/>
                    <a:pt x="15809" y="84399"/>
                    <a:pt x="46409" y="52544"/>
                  </a:cubicBezTo>
                  <a:cubicBezTo>
                    <a:pt x="74739" y="24096"/>
                    <a:pt x="120959" y="46"/>
                    <a:pt x="184094" y="46"/>
                  </a:cubicBezTo>
                  <a:cubicBezTo>
                    <a:pt x="247229" y="46"/>
                    <a:pt x="293449" y="24086"/>
                    <a:pt x="321788" y="52544"/>
                  </a:cubicBezTo>
                  <a:cubicBezTo>
                    <a:pt x="352386" y="84401"/>
                    <a:pt x="369001" y="126895"/>
                    <a:pt x="368018" y="170781"/>
                  </a:cubicBezTo>
                  <a:cubicBezTo>
                    <a:pt x="369097" y="214831"/>
                    <a:pt x="352478" y="257513"/>
                    <a:pt x="321788" y="289513"/>
                  </a:cubicBezTo>
                  <a:moveTo>
                    <a:pt x="140870" y="122213"/>
                  </a:moveTo>
                  <a:cubicBezTo>
                    <a:pt x="128664" y="135708"/>
                    <a:pt x="121935" y="153176"/>
                    <a:pt x="121974" y="171267"/>
                  </a:cubicBezTo>
                  <a:cubicBezTo>
                    <a:pt x="121663" y="189263"/>
                    <a:pt x="128437" y="206677"/>
                    <a:pt x="140870" y="219844"/>
                  </a:cubicBezTo>
                  <a:cubicBezTo>
                    <a:pt x="152449" y="230882"/>
                    <a:pt x="168020" y="236889"/>
                    <a:pt x="184113" y="236529"/>
                  </a:cubicBezTo>
                  <a:cubicBezTo>
                    <a:pt x="200209" y="236887"/>
                    <a:pt x="215782" y="230880"/>
                    <a:pt x="227366" y="219844"/>
                  </a:cubicBezTo>
                  <a:cubicBezTo>
                    <a:pt x="239878" y="206727"/>
                    <a:pt x="246659" y="189278"/>
                    <a:pt x="246243" y="171267"/>
                  </a:cubicBezTo>
                  <a:cubicBezTo>
                    <a:pt x="247021" y="153055"/>
                    <a:pt x="240198" y="135323"/>
                    <a:pt x="227366" y="122213"/>
                  </a:cubicBezTo>
                  <a:cubicBezTo>
                    <a:pt x="215801" y="111148"/>
                    <a:pt x="200215" y="105136"/>
                    <a:pt x="184113" y="105528"/>
                  </a:cubicBezTo>
                  <a:cubicBezTo>
                    <a:pt x="167963" y="104843"/>
                    <a:pt x="152267" y="110899"/>
                    <a:pt x="140870" y="122213"/>
                  </a:cubicBezTo>
                </a:path>
              </a:pathLst>
            </a:custGeom>
            <a:solidFill>
              <a:schemeClr val="accent1"/>
            </a:solidFill>
            <a:ln w="9481" cap="flat">
              <a:noFill/>
              <a:prstDash val="solid"/>
              <a:miter/>
            </a:ln>
          </p:spPr>
          <p:txBody>
            <a:bodyPr rtlCol="0" anchor="ctr"/>
            <a:lstStyle/>
            <a:p>
              <a:endParaRPr lang="nl-NL" b="1" i="0">
                <a:latin typeface="Montserrat" pitchFamily="2" charset="77"/>
              </a:endParaRPr>
            </a:p>
          </p:txBody>
        </p:sp>
        <p:sp>
          <p:nvSpPr>
            <p:cNvPr id="10" name="Freeform 9">
              <a:extLst>
                <a:ext uri="{FF2B5EF4-FFF2-40B4-BE49-F238E27FC236}">
                  <a16:creationId xmlns:a16="http://schemas.microsoft.com/office/drawing/2014/main" id="{B89BD8A4-E05F-295C-21A8-BF3A82C65967}"/>
                </a:ext>
              </a:extLst>
            </p:cNvPr>
            <p:cNvSpPr/>
            <p:nvPr/>
          </p:nvSpPr>
          <p:spPr>
            <a:xfrm>
              <a:off x="2259577" y="747790"/>
              <a:ext cx="731935" cy="916749"/>
            </a:xfrm>
            <a:custGeom>
              <a:avLst/>
              <a:gdLst>
                <a:gd name="connsiteX0" fmla="*/ 234028 w 273057"/>
                <a:gd name="connsiteY0" fmla="*/ 211858 h 342004"/>
                <a:gd name="connsiteX1" fmla="*/ 227306 w 273057"/>
                <a:gd name="connsiteY1" fmla="*/ 219831 h 342004"/>
                <a:gd name="connsiteX2" fmla="*/ 184072 w 273057"/>
                <a:gd name="connsiteY2" fmla="*/ 236506 h 342004"/>
                <a:gd name="connsiteX3" fmla="*/ 140839 w 273057"/>
                <a:gd name="connsiteY3" fmla="*/ 219831 h 342004"/>
                <a:gd name="connsiteX4" fmla="*/ 121924 w 273057"/>
                <a:gd name="connsiteY4" fmla="*/ 171254 h 342004"/>
                <a:gd name="connsiteX5" fmla="*/ 140829 w 273057"/>
                <a:gd name="connsiteY5" fmla="*/ 122209 h 342004"/>
                <a:gd name="connsiteX6" fmla="*/ 184063 w 273057"/>
                <a:gd name="connsiteY6" fmla="*/ 105524 h 342004"/>
                <a:gd name="connsiteX7" fmla="*/ 227297 w 273057"/>
                <a:gd name="connsiteY7" fmla="*/ 122209 h 342004"/>
                <a:gd name="connsiteX8" fmla="*/ 234066 w 273057"/>
                <a:gd name="connsiteY8" fmla="*/ 130014 h 342004"/>
                <a:gd name="connsiteX9" fmla="*/ 273062 w 273057"/>
                <a:gd name="connsiteY9" fmla="*/ 18767 h 342004"/>
                <a:gd name="connsiteX10" fmla="*/ 184072 w 273057"/>
                <a:gd name="connsiteY10" fmla="*/ 51 h 342004"/>
                <a:gd name="connsiteX11" fmla="*/ 46388 w 273057"/>
                <a:gd name="connsiteY11" fmla="*/ 52549 h 342004"/>
                <a:gd name="connsiteX12" fmla="*/ 139 w 273057"/>
                <a:gd name="connsiteY12" fmla="*/ 170777 h 342004"/>
                <a:gd name="connsiteX13" fmla="*/ 46388 w 273057"/>
                <a:gd name="connsiteY13" fmla="*/ 289528 h 342004"/>
                <a:gd name="connsiteX14" fmla="*/ 184072 w 273057"/>
                <a:gd name="connsiteY14" fmla="*/ 342026 h 342004"/>
                <a:gd name="connsiteX15" fmla="*/ 273147 w 273057"/>
                <a:gd name="connsiteY15" fmla="*/ 323226 h 34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3057" h="342004">
                  <a:moveTo>
                    <a:pt x="234028" y="211858"/>
                  </a:moveTo>
                  <a:cubicBezTo>
                    <a:pt x="232044" y="214716"/>
                    <a:pt x="229793" y="217385"/>
                    <a:pt x="227306" y="219831"/>
                  </a:cubicBezTo>
                  <a:cubicBezTo>
                    <a:pt x="215733" y="230870"/>
                    <a:pt x="200163" y="236876"/>
                    <a:pt x="184072" y="236506"/>
                  </a:cubicBezTo>
                  <a:cubicBezTo>
                    <a:pt x="167982" y="236875"/>
                    <a:pt x="152412" y="230870"/>
                    <a:pt x="140839" y="219831"/>
                  </a:cubicBezTo>
                  <a:cubicBezTo>
                    <a:pt x="128387" y="206674"/>
                    <a:pt x="121604" y="189255"/>
                    <a:pt x="121924" y="171254"/>
                  </a:cubicBezTo>
                  <a:cubicBezTo>
                    <a:pt x="121889" y="153165"/>
                    <a:pt x="128620" y="135700"/>
                    <a:pt x="140829" y="122209"/>
                  </a:cubicBezTo>
                  <a:cubicBezTo>
                    <a:pt x="152231" y="110908"/>
                    <a:pt x="167919" y="104854"/>
                    <a:pt x="184063" y="105524"/>
                  </a:cubicBezTo>
                  <a:cubicBezTo>
                    <a:pt x="200159" y="105132"/>
                    <a:pt x="215739" y="111144"/>
                    <a:pt x="227297" y="122209"/>
                  </a:cubicBezTo>
                  <a:cubicBezTo>
                    <a:pt x="229805" y="124587"/>
                    <a:pt x="232073" y="127201"/>
                    <a:pt x="234066" y="130014"/>
                  </a:cubicBezTo>
                  <a:lnTo>
                    <a:pt x="273062" y="18767"/>
                  </a:lnTo>
                  <a:cubicBezTo>
                    <a:pt x="245177" y="6079"/>
                    <a:pt x="214776" y="-316"/>
                    <a:pt x="184072" y="51"/>
                  </a:cubicBezTo>
                  <a:cubicBezTo>
                    <a:pt x="120928" y="51"/>
                    <a:pt x="74727" y="24064"/>
                    <a:pt x="46388" y="52549"/>
                  </a:cubicBezTo>
                  <a:cubicBezTo>
                    <a:pt x="15772" y="84393"/>
                    <a:pt x="-852" y="126888"/>
                    <a:pt x="139" y="170777"/>
                  </a:cubicBezTo>
                  <a:cubicBezTo>
                    <a:pt x="-931" y="214834"/>
                    <a:pt x="15694" y="257522"/>
                    <a:pt x="46388" y="289528"/>
                  </a:cubicBezTo>
                  <a:cubicBezTo>
                    <a:pt x="74727" y="317967"/>
                    <a:pt x="120928" y="342026"/>
                    <a:pt x="184072" y="342026"/>
                  </a:cubicBezTo>
                  <a:cubicBezTo>
                    <a:pt x="214812" y="342384"/>
                    <a:pt x="245245" y="335962"/>
                    <a:pt x="273147" y="323226"/>
                  </a:cubicBezTo>
                  <a:close/>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11" name="Freeform 10">
              <a:extLst>
                <a:ext uri="{FF2B5EF4-FFF2-40B4-BE49-F238E27FC236}">
                  <a16:creationId xmlns:a16="http://schemas.microsoft.com/office/drawing/2014/main" id="{A39A447B-169C-7F45-3ADE-00DFAEA83311}"/>
                </a:ext>
              </a:extLst>
            </p:cNvPr>
            <p:cNvSpPr/>
            <p:nvPr/>
          </p:nvSpPr>
          <p:spPr>
            <a:xfrm>
              <a:off x="3874962" y="489466"/>
              <a:ext cx="573752" cy="1433325"/>
            </a:xfrm>
            <a:custGeom>
              <a:avLst/>
              <a:gdLst>
                <a:gd name="connsiteX0" fmla="*/ 187296 w 214045"/>
                <a:gd name="connsiteY0" fmla="*/ 0 h 534719"/>
                <a:gd name="connsiteX1" fmla="*/ 148 w 214045"/>
                <a:gd name="connsiteY1" fmla="*/ 534719 h 534719"/>
                <a:gd name="connsiteX2" fmla="*/ 27046 w 214045"/>
                <a:gd name="connsiteY2" fmla="*/ 534719 h 534719"/>
                <a:gd name="connsiteX3" fmla="*/ 214194 w 214045"/>
                <a:gd name="connsiteY3" fmla="*/ 0 h 534719"/>
              </a:gdLst>
              <a:ahLst/>
              <a:cxnLst>
                <a:cxn ang="0">
                  <a:pos x="connsiteX0" y="connsiteY0"/>
                </a:cxn>
                <a:cxn ang="0">
                  <a:pos x="connsiteX1" y="connsiteY1"/>
                </a:cxn>
                <a:cxn ang="0">
                  <a:pos x="connsiteX2" y="connsiteY2"/>
                </a:cxn>
                <a:cxn ang="0">
                  <a:pos x="connsiteX3" y="connsiteY3"/>
                </a:cxn>
              </a:cxnLst>
              <a:rect l="l" t="t" r="r" b="b"/>
              <a:pathLst>
                <a:path w="214045" h="534719">
                  <a:moveTo>
                    <a:pt x="187296" y="0"/>
                  </a:moveTo>
                  <a:lnTo>
                    <a:pt x="148" y="534719"/>
                  </a:lnTo>
                  <a:lnTo>
                    <a:pt x="27046" y="534719"/>
                  </a:lnTo>
                  <a:lnTo>
                    <a:pt x="214194" y="0"/>
                  </a:lnTo>
                  <a:close/>
                </a:path>
              </a:pathLst>
            </a:custGeom>
            <a:solidFill>
              <a:schemeClr val="accent1"/>
            </a:solidFill>
            <a:ln w="9481" cap="flat">
              <a:noFill/>
              <a:prstDash val="solid"/>
              <a:miter/>
            </a:ln>
          </p:spPr>
          <p:txBody>
            <a:bodyPr rtlCol="0" anchor="ctr"/>
            <a:lstStyle/>
            <a:p>
              <a:endParaRPr lang="nl-NL" b="1" i="0">
                <a:latin typeface="Montserrat" pitchFamily="2" charset="77"/>
              </a:endParaRPr>
            </a:p>
          </p:txBody>
        </p:sp>
      </p:grpSp>
      <p:sp>
        <p:nvSpPr>
          <p:cNvPr id="13" name="Picture Placeholder 6">
            <a:extLst>
              <a:ext uri="{FF2B5EF4-FFF2-40B4-BE49-F238E27FC236}">
                <a16:creationId xmlns:a16="http://schemas.microsoft.com/office/drawing/2014/main" id="{0008DD52-B44A-9E2A-CA2B-33B80003A09E}"/>
              </a:ext>
            </a:extLst>
          </p:cNvPr>
          <p:cNvSpPr>
            <a:spLocks noGrp="1"/>
          </p:cNvSpPr>
          <p:nvPr>
            <p:ph type="pic" sz="quarter" idx="14"/>
          </p:nvPr>
        </p:nvSpPr>
        <p:spPr>
          <a:xfrm>
            <a:off x="6392665" y="-12148"/>
            <a:ext cx="2440837" cy="3441147"/>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accent2"/>
          </a:solidFill>
        </p:spPr>
        <p:txBody>
          <a:bodyPr anchor="ctr">
            <a:normAutofit/>
          </a:bodyPr>
          <a:lstStyle>
            <a:lvl1pPr algn="ctr">
              <a:defRPr sz="100" b="1" i="0">
                <a:solidFill>
                  <a:schemeClr val="accent2"/>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316137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lime imag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A8E3F6E-BF01-DCED-4EEA-1ABFE5B32D5A}"/>
              </a:ext>
            </a:extLst>
          </p:cNvPr>
          <p:cNvSpPr>
            <a:spLocks noGrp="1"/>
          </p:cNvSpPr>
          <p:nvPr>
            <p:ph type="pic" sz="quarter" idx="11"/>
          </p:nvPr>
        </p:nvSpPr>
        <p:spPr>
          <a:xfrm>
            <a:off x="6096000" y="-12147"/>
            <a:ext cx="6096000" cy="6320872"/>
          </a:xfrm>
          <a:custGeom>
            <a:avLst/>
            <a:gdLst>
              <a:gd name="connsiteX0" fmla="*/ 2176719 w 6096000"/>
              <a:gd name="connsiteY0" fmla="*/ 0 h 6320872"/>
              <a:gd name="connsiteX1" fmla="*/ 6096000 w 6096000"/>
              <a:gd name="connsiteY1" fmla="*/ 0 h 6320872"/>
              <a:gd name="connsiteX2" fmla="*/ 6096000 w 6096000"/>
              <a:gd name="connsiteY2" fmla="*/ 6320872 h 6320872"/>
              <a:gd name="connsiteX3" fmla="*/ 0 w 6096000"/>
              <a:gd name="connsiteY3" fmla="*/ 6320872 h 6320872"/>
            </a:gdLst>
            <a:ahLst/>
            <a:cxnLst>
              <a:cxn ang="0">
                <a:pos x="connsiteX0" y="connsiteY0"/>
              </a:cxn>
              <a:cxn ang="0">
                <a:pos x="connsiteX1" y="connsiteY1"/>
              </a:cxn>
              <a:cxn ang="0">
                <a:pos x="connsiteX2" y="connsiteY2"/>
              </a:cxn>
              <a:cxn ang="0">
                <a:pos x="connsiteX3" y="connsiteY3"/>
              </a:cxn>
            </a:cxnLst>
            <a:rect l="l" t="t" r="r" b="b"/>
            <a:pathLst>
              <a:path w="6096000" h="6320872">
                <a:moveTo>
                  <a:pt x="2176719" y="0"/>
                </a:moveTo>
                <a:lnTo>
                  <a:pt x="6096000" y="0"/>
                </a:lnTo>
                <a:lnTo>
                  <a:pt x="6096000" y="6320872"/>
                </a:lnTo>
                <a:lnTo>
                  <a:pt x="0" y="6320872"/>
                </a:lnTo>
                <a:close/>
              </a:path>
            </a:pathLst>
          </a:custGeom>
          <a:blipFill>
            <a:blip r:embed="rId2"/>
            <a:stretch>
              <a:fillRect/>
            </a:stretch>
          </a:blipFill>
        </p:spPr>
        <p:txBody>
          <a:bodyPr wrap="square" rIns="540000" anchor="ctr">
            <a:noAutofit/>
          </a:bodyPr>
          <a:lstStyle>
            <a:lvl1pPr marL="0" indent="0" algn="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tx2"/>
                </a:solidFill>
                <a:latin typeface="Montserrat" pitchFamily="2" charset="77"/>
              </a:defRPr>
            </a:lvl1pPr>
          </a:lstStyle>
          <a:p>
            <a:r>
              <a:rPr lang="en-GB"/>
              <a:t>Click to edit Master title style</a:t>
            </a:r>
            <a:endParaRPr lang="nl-NL"/>
          </a:p>
        </p:txBody>
      </p:sp>
      <p:sp>
        <p:nvSpPr>
          <p:cNvPr id="3" name="Freeform 2">
            <a:extLst>
              <a:ext uri="{FF2B5EF4-FFF2-40B4-BE49-F238E27FC236}">
                <a16:creationId xmlns:a16="http://schemas.microsoft.com/office/drawing/2014/main" id="{B3703325-6044-77A4-DC01-FA1C75B413E7}"/>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1" i="0">
              <a:latin typeface="Montserrat" pitchFamily="2" charset="77"/>
            </a:endParaRPr>
          </a:p>
        </p:txBody>
      </p:sp>
      <p:sp>
        <p:nvSpPr>
          <p:cNvPr id="4" name="Slide Number Placeholder 5">
            <a:extLst>
              <a:ext uri="{FF2B5EF4-FFF2-40B4-BE49-F238E27FC236}">
                <a16:creationId xmlns:a16="http://schemas.microsoft.com/office/drawing/2014/main" id="{9EF7336B-C028-DBEC-120D-15F56BC518AB}"/>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grpSp>
        <p:nvGrpSpPr>
          <p:cNvPr id="5" name="Group 4">
            <a:extLst>
              <a:ext uri="{FF2B5EF4-FFF2-40B4-BE49-F238E27FC236}">
                <a16:creationId xmlns:a16="http://schemas.microsoft.com/office/drawing/2014/main" id="{E5A816D0-4388-450F-7B49-BF0BBA0330D7}"/>
              </a:ext>
            </a:extLst>
          </p:cNvPr>
          <p:cNvGrpSpPr>
            <a:grpSpLocks noChangeAspect="1"/>
          </p:cNvGrpSpPr>
          <p:nvPr userDrawn="1"/>
        </p:nvGrpSpPr>
        <p:grpSpPr>
          <a:xfrm>
            <a:off x="561768" y="6418386"/>
            <a:ext cx="819357" cy="311600"/>
            <a:chOff x="681150" y="489466"/>
            <a:chExt cx="3767564" cy="1433325"/>
          </a:xfrm>
        </p:grpSpPr>
        <p:sp>
          <p:nvSpPr>
            <p:cNvPr id="7" name="Freeform 6">
              <a:extLst>
                <a:ext uri="{FF2B5EF4-FFF2-40B4-BE49-F238E27FC236}">
                  <a16:creationId xmlns:a16="http://schemas.microsoft.com/office/drawing/2014/main" id="{B98A819D-B2EF-FE04-5396-4749FFC018D0}"/>
                </a:ext>
              </a:extLst>
            </p:cNvPr>
            <p:cNvSpPr/>
            <p:nvPr/>
          </p:nvSpPr>
          <p:spPr>
            <a:xfrm>
              <a:off x="681150" y="767546"/>
              <a:ext cx="592711" cy="877163"/>
            </a:xfrm>
            <a:custGeom>
              <a:avLst/>
              <a:gdLst>
                <a:gd name="connsiteX0" fmla="*/ 0 w 221118"/>
                <a:gd name="connsiteY0" fmla="*/ 11 h 327236"/>
                <a:gd name="connsiteX1" fmla="*/ 0 w 221118"/>
                <a:gd name="connsiteY1" fmla="*/ 327247 h 327236"/>
                <a:gd name="connsiteX2" fmla="*/ 184142 w 221118"/>
                <a:gd name="connsiteY2" fmla="*/ 327247 h 327236"/>
                <a:gd name="connsiteX3" fmla="*/ 221118 w 221118"/>
                <a:gd name="connsiteY3" fmla="*/ 221821 h 327236"/>
                <a:gd name="connsiteX4" fmla="*/ 120344 w 221118"/>
                <a:gd name="connsiteY4" fmla="*/ 221821 h 327236"/>
                <a:gd name="connsiteX5" fmla="*/ 120344 w 221118"/>
                <a:gd name="connsiteY5" fmla="*/ 11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118" h="327236">
                  <a:moveTo>
                    <a:pt x="0" y="11"/>
                  </a:moveTo>
                  <a:lnTo>
                    <a:pt x="0" y="327247"/>
                  </a:lnTo>
                  <a:lnTo>
                    <a:pt x="184142" y="327247"/>
                  </a:lnTo>
                  <a:lnTo>
                    <a:pt x="221118" y="221821"/>
                  </a:lnTo>
                  <a:lnTo>
                    <a:pt x="120344" y="221821"/>
                  </a:lnTo>
                  <a:lnTo>
                    <a:pt x="120344" y="11"/>
                  </a:lnTo>
                  <a:close/>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8" name="Freeform 7">
              <a:extLst>
                <a:ext uri="{FF2B5EF4-FFF2-40B4-BE49-F238E27FC236}">
                  <a16:creationId xmlns:a16="http://schemas.microsoft.com/office/drawing/2014/main" id="{FDDC655B-59FF-7291-4B70-F01413116BDE}"/>
                </a:ext>
              </a:extLst>
            </p:cNvPr>
            <p:cNvSpPr/>
            <p:nvPr/>
          </p:nvSpPr>
          <p:spPr>
            <a:xfrm>
              <a:off x="1290558" y="767597"/>
              <a:ext cx="977636" cy="877163"/>
            </a:xfrm>
            <a:custGeom>
              <a:avLst/>
              <a:gdLst>
                <a:gd name="connsiteX0" fmla="*/ 136237 w 364719"/>
                <a:gd name="connsiteY0" fmla="*/ 286557 h 327236"/>
                <a:gd name="connsiteX1" fmla="*/ 127286 w 364719"/>
                <a:gd name="connsiteY1" fmla="*/ 327282 h 327236"/>
                <a:gd name="connsiteX2" fmla="*/ 40 w 364719"/>
                <a:gd name="connsiteY2" fmla="*/ 327282 h 327236"/>
                <a:gd name="connsiteX3" fmla="*/ 114857 w 364719"/>
                <a:gd name="connsiteY3" fmla="*/ 46 h 327236"/>
                <a:gd name="connsiteX4" fmla="*/ 249943 w 364719"/>
                <a:gd name="connsiteY4" fmla="*/ 46 h 327236"/>
                <a:gd name="connsiteX5" fmla="*/ 364760 w 364719"/>
                <a:gd name="connsiteY5" fmla="*/ 327282 h 327236"/>
                <a:gd name="connsiteX6" fmla="*/ 238632 w 364719"/>
                <a:gd name="connsiteY6" fmla="*/ 327282 h 327236"/>
                <a:gd name="connsiteX7" fmla="*/ 227701 w 364719"/>
                <a:gd name="connsiteY7" fmla="*/ 286557 h 327236"/>
                <a:gd name="connsiteX8" fmla="*/ 184950 w 364719"/>
                <a:gd name="connsiteY8" fmla="*/ 109449 h 327236"/>
                <a:gd name="connsiteX9" fmla="*/ 180475 w 364719"/>
                <a:gd name="connsiteY9" fmla="*/ 109449 h 327236"/>
                <a:gd name="connsiteX10" fmla="*/ 175014 w 364719"/>
                <a:gd name="connsiteY10" fmla="*/ 146245 h 327236"/>
                <a:gd name="connsiteX11" fmla="*/ 158602 w 364719"/>
                <a:gd name="connsiteY11" fmla="*/ 209045 h 327236"/>
                <a:gd name="connsiteX12" fmla="*/ 206814 w 364719"/>
                <a:gd name="connsiteY12" fmla="*/ 209045 h 327236"/>
                <a:gd name="connsiteX13" fmla="*/ 191407 w 364719"/>
                <a:gd name="connsiteY13" fmla="*/ 146245 h 327236"/>
                <a:gd name="connsiteX14" fmla="*/ 184950 w 364719"/>
                <a:gd name="connsiteY14" fmla="*/ 109449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4719" h="327236">
                  <a:moveTo>
                    <a:pt x="136237" y="286557"/>
                  </a:moveTo>
                  <a:lnTo>
                    <a:pt x="127286" y="327282"/>
                  </a:lnTo>
                  <a:lnTo>
                    <a:pt x="40" y="327282"/>
                  </a:lnTo>
                  <a:lnTo>
                    <a:pt x="114857" y="46"/>
                  </a:lnTo>
                  <a:lnTo>
                    <a:pt x="249943" y="46"/>
                  </a:lnTo>
                  <a:lnTo>
                    <a:pt x="364760" y="327282"/>
                  </a:lnTo>
                  <a:lnTo>
                    <a:pt x="238632" y="327282"/>
                  </a:lnTo>
                  <a:lnTo>
                    <a:pt x="227701" y="286557"/>
                  </a:lnTo>
                  <a:close/>
                  <a:moveTo>
                    <a:pt x="184950" y="109449"/>
                  </a:moveTo>
                  <a:lnTo>
                    <a:pt x="180475" y="109449"/>
                  </a:lnTo>
                  <a:cubicBezTo>
                    <a:pt x="180021" y="121875"/>
                    <a:pt x="178190" y="134213"/>
                    <a:pt x="175014" y="146245"/>
                  </a:cubicBezTo>
                  <a:lnTo>
                    <a:pt x="158602" y="209045"/>
                  </a:lnTo>
                  <a:lnTo>
                    <a:pt x="206814" y="209045"/>
                  </a:lnTo>
                  <a:lnTo>
                    <a:pt x="191407" y="146245"/>
                  </a:lnTo>
                  <a:cubicBezTo>
                    <a:pt x="188619" y="134096"/>
                    <a:pt x="186464" y="121815"/>
                    <a:pt x="184950" y="109449"/>
                  </a:cubicBezTo>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9" name="Freeform 8">
              <a:extLst>
                <a:ext uri="{FF2B5EF4-FFF2-40B4-BE49-F238E27FC236}">
                  <a16:creationId xmlns:a16="http://schemas.microsoft.com/office/drawing/2014/main" id="{9F0B8CD1-337E-65DD-C919-C62A77859275}"/>
                </a:ext>
              </a:extLst>
            </p:cNvPr>
            <p:cNvSpPr/>
            <p:nvPr/>
          </p:nvSpPr>
          <p:spPr>
            <a:xfrm>
              <a:off x="2993715" y="747804"/>
              <a:ext cx="986262" cy="916644"/>
            </a:xfrm>
            <a:custGeom>
              <a:avLst/>
              <a:gdLst>
                <a:gd name="connsiteX0" fmla="*/ 321788 w 367937"/>
                <a:gd name="connsiteY0" fmla="*/ 289513 h 341965"/>
                <a:gd name="connsiteX1" fmla="*/ 184094 w 367937"/>
                <a:gd name="connsiteY1" fmla="*/ 342011 h 341965"/>
                <a:gd name="connsiteX2" fmla="*/ 46409 w 367937"/>
                <a:gd name="connsiteY2" fmla="*/ 289513 h 341965"/>
                <a:gd name="connsiteX3" fmla="*/ 180 w 367937"/>
                <a:gd name="connsiteY3" fmla="*/ 170781 h 341965"/>
                <a:gd name="connsiteX4" fmla="*/ 46409 w 367937"/>
                <a:gd name="connsiteY4" fmla="*/ 52544 h 341965"/>
                <a:gd name="connsiteX5" fmla="*/ 184094 w 367937"/>
                <a:gd name="connsiteY5" fmla="*/ 46 h 341965"/>
                <a:gd name="connsiteX6" fmla="*/ 321788 w 367937"/>
                <a:gd name="connsiteY6" fmla="*/ 52544 h 341965"/>
                <a:gd name="connsiteX7" fmla="*/ 368018 w 367937"/>
                <a:gd name="connsiteY7" fmla="*/ 170781 h 341965"/>
                <a:gd name="connsiteX8" fmla="*/ 321788 w 367937"/>
                <a:gd name="connsiteY8" fmla="*/ 289513 h 341965"/>
                <a:gd name="connsiteX9" fmla="*/ 140870 w 367937"/>
                <a:gd name="connsiteY9" fmla="*/ 122213 h 341965"/>
                <a:gd name="connsiteX10" fmla="*/ 121974 w 367937"/>
                <a:gd name="connsiteY10" fmla="*/ 171267 h 341965"/>
                <a:gd name="connsiteX11" fmla="*/ 140870 w 367937"/>
                <a:gd name="connsiteY11" fmla="*/ 219844 h 341965"/>
                <a:gd name="connsiteX12" fmla="*/ 184113 w 367937"/>
                <a:gd name="connsiteY12" fmla="*/ 236529 h 341965"/>
                <a:gd name="connsiteX13" fmla="*/ 227366 w 367937"/>
                <a:gd name="connsiteY13" fmla="*/ 219844 h 341965"/>
                <a:gd name="connsiteX14" fmla="*/ 246243 w 367937"/>
                <a:gd name="connsiteY14" fmla="*/ 171267 h 341965"/>
                <a:gd name="connsiteX15" fmla="*/ 227366 w 367937"/>
                <a:gd name="connsiteY15" fmla="*/ 122213 h 341965"/>
                <a:gd name="connsiteX16" fmla="*/ 184113 w 367937"/>
                <a:gd name="connsiteY16" fmla="*/ 105528 h 341965"/>
                <a:gd name="connsiteX17" fmla="*/ 140870 w 367937"/>
                <a:gd name="connsiteY17" fmla="*/ 122213 h 3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7937" h="341965">
                  <a:moveTo>
                    <a:pt x="321788" y="289513"/>
                  </a:moveTo>
                  <a:cubicBezTo>
                    <a:pt x="293449" y="317971"/>
                    <a:pt x="247219" y="342011"/>
                    <a:pt x="184094" y="342011"/>
                  </a:cubicBezTo>
                  <a:cubicBezTo>
                    <a:pt x="120969" y="342011"/>
                    <a:pt x="74739" y="317971"/>
                    <a:pt x="46409" y="289513"/>
                  </a:cubicBezTo>
                  <a:cubicBezTo>
                    <a:pt x="15717" y="257515"/>
                    <a:pt x="-902" y="214831"/>
                    <a:pt x="180" y="170781"/>
                  </a:cubicBezTo>
                  <a:cubicBezTo>
                    <a:pt x="-807" y="126894"/>
                    <a:pt x="15809" y="84399"/>
                    <a:pt x="46409" y="52544"/>
                  </a:cubicBezTo>
                  <a:cubicBezTo>
                    <a:pt x="74739" y="24096"/>
                    <a:pt x="120959" y="46"/>
                    <a:pt x="184094" y="46"/>
                  </a:cubicBezTo>
                  <a:cubicBezTo>
                    <a:pt x="247229" y="46"/>
                    <a:pt x="293449" y="24086"/>
                    <a:pt x="321788" y="52544"/>
                  </a:cubicBezTo>
                  <a:cubicBezTo>
                    <a:pt x="352386" y="84401"/>
                    <a:pt x="369001" y="126895"/>
                    <a:pt x="368018" y="170781"/>
                  </a:cubicBezTo>
                  <a:cubicBezTo>
                    <a:pt x="369097" y="214831"/>
                    <a:pt x="352478" y="257513"/>
                    <a:pt x="321788" y="289513"/>
                  </a:cubicBezTo>
                  <a:moveTo>
                    <a:pt x="140870" y="122213"/>
                  </a:moveTo>
                  <a:cubicBezTo>
                    <a:pt x="128664" y="135708"/>
                    <a:pt x="121935" y="153176"/>
                    <a:pt x="121974" y="171267"/>
                  </a:cubicBezTo>
                  <a:cubicBezTo>
                    <a:pt x="121663" y="189263"/>
                    <a:pt x="128437" y="206677"/>
                    <a:pt x="140870" y="219844"/>
                  </a:cubicBezTo>
                  <a:cubicBezTo>
                    <a:pt x="152449" y="230882"/>
                    <a:pt x="168020" y="236889"/>
                    <a:pt x="184113" y="236529"/>
                  </a:cubicBezTo>
                  <a:cubicBezTo>
                    <a:pt x="200209" y="236887"/>
                    <a:pt x="215782" y="230880"/>
                    <a:pt x="227366" y="219844"/>
                  </a:cubicBezTo>
                  <a:cubicBezTo>
                    <a:pt x="239878" y="206727"/>
                    <a:pt x="246659" y="189278"/>
                    <a:pt x="246243" y="171267"/>
                  </a:cubicBezTo>
                  <a:cubicBezTo>
                    <a:pt x="247021" y="153055"/>
                    <a:pt x="240198" y="135323"/>
                    <a:pt x="227366" y="122213"/>
                  </a:cubicBezTo>
                  <a:cubicBezTo>
                    <a:pt x="215801" y="111148"/>
                    <a:pt x="200215" y="105136"/>
                    <a:pt x="184113" y="105528"/>
                  </a:cubicBezTo>
                  <a:cubicBezTo>
                    <a:pt x="167963" y="104843"/>
                    <a:pt x="152267" y="110899"/>
                    <a:pt x="140870" y="122213"/>
                  </a:cubicBezTo>
                </a:path>
              </a:pathLst>
            </a:custGeom>
            <a:solidFill>
              <a:schemeClr val="accent1"/>
            </a:solidFill>
            <a:ln w="9481" cap="flat">
              <a:noFill/>
              <a:prstDash val="solid"/>
              <a:miter/>
            </a:ln>
          </p:spPr>
          <p:txBody>
            <a:bodyPr rtlCol="0" anchor="ctr"/>
            <a:lstStyle/>
            <a:p>
              <a:endParaRPr lang="nl-NL" b="1" i="0">
                <a:latin typeface="Montserrat" pitchFamily="2" charset="77"/>
              </a:endParaRPr>
            </a:p>
          </p:txBody>
        </p:sp>
        <p:sp>
          <p:nvSpPr>
            <p:cNvPr id="10" name="Freeform 9">
              <a:extLst>
                <a:ext uri="{FF2B5EF4-FFF2-40B4-BE49-F238E27FC236}">
                  <a16:creationId xmlns:a16="http://schemas.microsoft.com/office/drawing/2014/main" id="{B89BD8A4-E05F-295C-21A8-BF3A82C65967}"/>
                </a:ext>
              </a:extLst>
            </p:cNvPr>
            <p:cNvSpPr/>
            <p:nvPr/>
          </p:nvSpPr>
          <p:spPr>
            <a:xfrm>
              <a:off x="2259577" y="747790"/>
              <a:ext cx="731935" cy="916749"/>
            </a:xfrm>
            <a:custGeom>
              <a:avLst/>
              <a:gdLst>
                <a:gd name="connsiteX0" fmla="*/ 234028 w 273057"/>
                <a:gd name="connsiteY0" fmla="*/ 211858 h 342004"/>
                <a:gd name="connsiteX1" fmla="*/ 227306 w 273057"/>
                <a:gd name="connsiteY1" fmla="*/ 219831 h 342004"/>
                <a:gd name="connsiteX2" fmla="*/ 184072 w 273057"/>
                <a:gd name="connsiteY2" fmla="*/ 236506 h 342004"/>
                <a:gd name="connsiteX3" fmla="*/ 140839 w 273057"/>
                <a:gd name="connsiteY3" fmla="*/ 219831 h 342004"/>
                <a:gd name="connsiteX4" fmla="*/ 121924 w 273057"/>
                <a:gd name="connsiteY4" fmla="*/ 171254 h 342004"/>
                <a:gd name="connsiteX5" fmla="*/ 140829 w 273057"/>
                <a:gd name="connsiteY5" fmla="*/ 122209 h 342004"/>
                <a:gd name="connsiteX6" fmla="*/ 184063 w 273057"/>
                <a:gd name="connsiteY6" fmla="*/ 105524 h 342004"/>
                <a:gd name="connsiteX7" fmla="*/ 227297 w 273057"/>
                <a:gd name="connsiteY7" fmla="*/ 122209 h 342004"/>
                <a:gd name="connsiteX8" fmla="*/ 234066 w 273057"/>
                <a:gd name="connsiteY8" fmla="*/ 130014 h 342004"/>
                <a:gd name="connsiteX9" fmla="*/ 273062 w 273057"/>
                <a:gd name="connsiteY9" fmla="*/ 18767 h 342004"/>
                <a:gd name="connsiteX10" fmla="*/ 184072 w 273057"/>
                <a:gd name="connsiteY10" fmla="*/ 51 h 342004"/>
                <a:gd name="connsiteX11" fmla="*/ 46388 w 273057"/>
                <a:gd name="connsiteY11" fmla="*/ 52549 h 342004"/>
                <a:gd name="connsiteX12" fmla="*/ 139 w 273057"/>
                <a:gd name="connsiteY12" fmla="*/ 170777 h 342004"/>
                <a:gd name="connsiteX13" fmla="*/ 46388 w 273057"/>
                <a:gd name="connsiteY13" fmla="*/ 289528 h 342004"/>
                <a:gd name="connsiteX14" fmla="*/ 184072 w 273057"/>
                <a:gd name="connsiteY14" fmla="*/ 342026 h 342004"/>
                <a:gd name="connsiteX15" fmla="*/ 273147 w 273057"/>
                <a:gd name="connsiteY15" fmla="*/ 323226 h 34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3057" h="342004">
                  <a:moveTo>
                    <a:pt x="234028" y="211858"/>
                  </a:moveTo>
                  <a:cubicBezTo>
                    <a:pt x="232044" y="214716"/>
                    <a:pt x="229793" y="217385"/>
                    <a:pt x="227306" y="219831"/>
                  </a:cubicBezTo>
                  <a:cubicBezTo>
                    <a:pt x="215733" y="230870"/>
                    <a:pt x="200163" y="236876"/>
                    <a:pt x="184072" y="236506"/>
                  </a:cubicBezTo>
                  <a:cubicBezTo>
                    <a:pt x="167982" y="236875"/>
                    <a:pt x="152412" y="230870"/>
                    <a:pt x="140839" y="219831"/>
                  </a:cubicBezTo>
                  <a:cubicBezTo>
                    <a:pt x="128387" y="206674"/>
                    <a:pt x="121604" y="189255"/>
                    <a:pt x="121924" y="171254"/>
                  </a:cubicBezTo>
                  <a:cubicBezTo>
                    <a:pt x="121889" y="153165"/>
                    <a:pt x="128620" y="135700"/>
                    <a:pt x="140829" y="122209"/>
                  </a:cubicBezTo>
                  <a:cubicBezTo>
                    <a:pt x="152231" y="110908"/>
                    <a:pt x="167919" y="104854"/>
                    <a:pt x="184063" y="105524"/>
                  </a:cubicBezTo>
                  <a:cubicBezTo>
                    <a:pt x="200159" y="105132"/>
                    <a:pt x="215739" y="111144"/>
                    <a:pt x="227297" y="122209"/>
                  </a:cubicBezTo>
                  <a:cubicBezTo>
                    <a:pt x="229805" y="124587"/>
                    <a:pt x="232073" y="127201"/>
                    <a:pt x="234066" y="130014"/>
                  </a:cubicBezTo>
                  <a:lnTo>
                    <a:pt x="273062" y="18767"/>
                  </a:lnTo>
                  <a:cubicBezTo>
                    <a:pt x="245177" y="6079"/>
                    <a:pt x="214776" y="-316"/>
                    <a:pt x="184072" y="51"/>
                  </a:cubicBezTo>
                  <a:cubicBezTo>
                    <a:pt x="120928" y="51"/>
                    <a:pt x="74727" y="24064"/>
                    <a:pt x="46388" y="52549"/>
                  </a:cubicBezTo>
                  <a:cubicBezTo>
                    <a:pt x="15772" y="84393"/>
                    <a:pt x="-852" y="126888"/>
                    <a:pt x="139" y="170777"/>
                  </a:cubicBezTo>
                  <a:cubicBezTo>
                    <a:pt x="-931" y="214834"/>
                    <a:pt x="15694" y="257522"/>
                    <a:pt x="46388" y="289528"/>
                  </a:cubicBezTo>
                  <a:cubicBezTo>
                    <a:pt x="74727" y="317967"/>
                    <a:pt x="120928" y="342026"/>
                    <a:pt x="184072" y="342026"/>
                  </a:cubicBezTo>
                  <a:cubicBezTo>
                    <a:pt x="214812" y="342384"/>
                    <a:pt x="245245" y="335962"/>
                    <a:pt x="273147" y="323226"/>
                  </a:cubicBezTo>
                  <a:close/>
                </a:path>
              </a:pathLst>
            </a:custGeom>
            <a:solidFill>
              <a:schemeClr val="accent3"/>
            </a:solidFill>
            <a:ln w="9481" cap="flat">
              <a:noFill/>
              <a:prstDash val="solid"/>
              <a:miter/>
            </a:ln>
          </p:spPr>
          <p:txBody>
            <a:bodyPr rtlCol="0" anchor="ctr"/>
            <a:lstStyle/>
            <a:p>
              <a:endParaRPr lang="nl-NL" b="1" i="0">
                <a:latin typeface="Montserrat" pitchFamily="2" charset="77"/>
              </a:endParaRPr>
            </a:p>
          </p:txBody>
        </p:sp>
        <p:sp>
          <p:nvSpPr>
            <p:cNvPr id="11" name="Freeform 10">
              <a:extLst>
                <a:ext uri="{FF2B5EF4-FFF2-40B4-BE49-F238E27FC236}">
                  <a16:creationId xmlns:a16="http://schemas.microsoft.com/office/drawing/2014/main" id="{A39A447B-169C-7F45-3ADE-00DFAEA83311}"/>
                </a:ext>
              </a:extLst>
            </p:cNvPr>
            <p:cNvSpPr/>
            <p:nvPr/>
          </p:nvSpPr>
          <p:spPr>
            <a:xfrm>
              <a:off x="3874962" y="489466"/>
              <a:ext cx="573752" cy="1433325"/>
            </a:xfrm>
            <a:custGeom>
              <a:avLst/>
              <a:gdLst>
                <a:gd name="connsiteX0" fmla="*/ 187296 w 214045"/>
                <a:gd name="connsiteY0" fmla="*/ 0 h 534719"/>
                <a:gd name="connsiteX1" fmla="*/ 148 w 214045"/>
                <a:gd name="connsiteY1" fmla="*/ 534719 h 534719"/>
                <a:gd name="connsiteX2" fmla="*/ 27046 w 214045"/>
                <a:gd name="connsiteY2" fmla="*/ 534719 h 534719"/>
                <a:gd name="connsiteX3" fmla="*/ 214194 w 214045"/>
                <a:gd name="connsiteY3" fmla="*/ 0 h 534719"/>
              </a:gdLst>
              <a:ahLst/>
              <a:cxnLst>
                <a:cxn ang="0">
                  <a:pos x="connsiteX0" y="connsiteY0"/>
                </a:cxn>
                <a:cxn ang="0">
                  <a:pos x="connsiteX1" y="connsiteY1"/>
                </a:cxn>
                <a:cxn ang="0">
                  <a:pos x="connsiteX2" y="connsiteY2"/>
                </a:cxn>
                <a:cxn ang="0">
                  <a:pos x="connsiteX3" y="connsiteY3"/>
                </a:cxn>
              </a:cxnLst>
              <a:rect l="l" t="t" r="r" b="b"/>
              <a:pathLst>
                <a:path w="214045" h="534719">
                  <a:moveTo>
                    <a:pt x="187296" y="0"/>
                  </a:moveTo>
                  <a:lnTo>
                    <a:pt x="148" y="534719"/>
                  </a:lnTo>
                  <a:lnTo>
                    <a:pt x="27046" y="534719"/>
                  </a:lnTo>
                  <a:lnTo>
                    <a:pt x="214194" y="0"/>
                  </a:lnTo>
                  <a:close/>
                </a:path>
              </a:pathLst>
            </a:custGeom>
            <a:solidFill>
              <a:schemeClr val="accent1"/>
            </a:solidFill>
            <a:ln w="9481" cap="flat">
              <a:noFill/>
              <a:prstDash val="solid"/>
              <a:miter/>
            </a:ln>
          </p:spPr>
          <p:txBody>
            <a:bodyPr rtlCol="0" anchor="ctr"/>
            <a:lstStyle/>
            <a:p>
              <a:endParaRPr lang="nl-NL" b="1" i="0">
                <a:latin typeface="Montserrat" pitchFamily="2" charset="77"/>
              </a:endParaRPr>
            </a:p>
          </p:txBody>
        </p:sp>
      </p:grpSp>
      <p:sp>
        <p:nvSpPr>
          <p:cNvPr id="12" name="Picture Placeholder 6">
            <a:extLst>
              <a:ext uri="{FF2B5EF4-FFF2-40B4-BE49-F238E27FC236}">
                <a16:creationId xmlns:a16="http://schemas.microsoft.com/office/drawing/2014/main" id="{4437812A-C161-6CAB-CA2C-3398A3268C17}"/>
              </a:ext>
            </a:extLst>
          </p:cNvPr>
          <p:cNvSpPr>
            <a:spLocks noGrp="1"/>
          </p:cNvSpPr>
          <p:nvPr>
            <p:ph type="pic" sz="quarter" idx="14"/>
          </p:nvPr>
        </p:nvSpPr>
        <p:spPr>
          <a:xfrm>
            <a:off x="6392665" y="-12148"/>
            <a:ext cx="2440837" cy="3441147"/>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38850450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highlight content blue">
    <p:bg>
      <p:bgPr>
        <a:solidFill>
          <a:schemeClr val="tx2"/>
        </a:solidFill>
        <a:effectLst/>
      </p:bgPr>
    </p:bg>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4992F36C-586D-3105-9492-1808AD001CA1}"/>
              </a:ext>
            </a:extLst>
          </p:cNvPr>
          <p:cNvSpPr>
            <a:spLocks noGrp="1"/>
          </p:cNvSpPr>
          <p:nvPr>
            <p:ph type="tbl" sz="quarter" idx="10"/>
          </p:nvPr>
        </p:nvSpPr>
        <p:spPr>
          <a:xfrm>
            <a:off x="3251200" y="549276"/>
            <a:ext cx="8389938" cy="5403850"/>
          </a:xfrm>
        </p:spPr>
        <p:txBody>
          <a:bodyPr/>
          <a:lstStyle>
            <a:lvl1pPr marL="0" indent="0">
              <a:buNone/>
              <a:defRPr>
                <a:solidFill>
                  <a:schemeClr val="bg1"/>
                </a:solidFill>
              </a:defRPr>
            </a:lvl1pPr>
          </a:lstStyle>
          <a:p>
            <a:r>
              <a:rPr lang="en-GB"/>
              <a:t>Click icon to add table</a:t>
            </a:r>
            <a:endParaRPr lang="en-BE"/>
          </a:p>
        </p:txBody>
      </p:sp>
      <p:sp>
        <p:nvSpPr>
          <p:cNvPr id="5" name="Title 4">
            <a:extLst>
              <a:ext uri="{FF2B5EF4-FFF2-40B4-BE49-F238E27FC236}">
                <a16:creationId xmlns:a16="http://schemas.microsoft.com/office/drawing/2014/main" id="{0A75D86F-CDE1-743A-308B-EFECC262E383}"/>
              </a:ext>
            </a:extLst>
          </p:cNvPr>
          <p:cNvSpPr>
            <a:spLocks noGrp="1"/>
          </p:cNvSpPr>
          <p:nvPr>
            <p:ph type="title"/>
          </p:nvPr>
        </p:nvSpPr>
        <p:spPr>
          <a:xfrm>
            <a:off x="550863" y="549275"/>
            <a:ext cx="2344737" cy="5403850"/>
          </a:xfrm>
        </p:spPr>
        <p:txBody>
          <a:bodyPr/>
          <a:lstStyle>
            <a:lvl1pPr>
              <a:defRPr>
                <a:solidFill>
                  <a:schemeClr val="bg1"/>
                </a:solidFill>
              </a:defRPr>
            </a:lvl1pPr>
          </a:lstStyle>
          <a:p>
            <a:r>
              <a:rPr lang="en-GB"/>
              <a:t>Click to edit Master title style</a:t>
            </a:r>
            <a:endParaRPr lang="en-BE"/>
          </a:p>
        </p:txBody>
      </p:sp>
    </p:spTree>
    <p:extLst>
      <p:ext uri="{BB962C8B-B14F-4D97-AF65-F5344CB8AC3E}">
        <p14:creationId xmlns:p14="http://schemas.microsoft.com/office/powerpoint/2010/main" val="41978066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image + big titl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E026298-56C9-0ED4-F80A-CD1351AD6904}"/>
              </a:ext>
            </a:extLst>
          </p:cNvPr>
          <p:cNvSpPr>
            <a:spLocks noGrp="1"/>
          </p:cNvSpPr>
          <p:nvPr>
            <p:ph type="pic" sz="quarter" idx="10"/>
          </p:nvPr>
        </p:nvSpPr>
        <p:spPr>
          <a:xfrm>
            <a:off x="-1"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857998 h 6858000"/>
              <a:gd name="connsiteX5" fmla="*/ 1444497 w 12192000"/>
              <a:gd name="connsiteY5" fmla="*/ 6857998 h 6858000"/>
              <a:gd name="connsiteX6" fmla="*/ 1444497 w 12192000"/>
              <a:gd name="connsiteY6" fmla="*/ 6857999 h 6858000"/>
              <a:gd name="connsiteX7" fmla="*/ 10995520 w 12192000"/>
              <a:gd name="connsiteY7" fmla="*/ 6857999 h 6858000"/>
              <a:gd name="connsiteX8" fmla="*/ 11189456 w 12192000"/>
              <a:gd name="connsiteY8" fmla="*/ 6311897 h 6858000"/>
              <a:gd name="connsiteX9" fmla="*/ 1739900 w 12192000"/>
              <a:gd name="connsiteY9" fmla="*/ 6311897 h 6858000"/>
              <a:gd name="connsiteX10" fmla="*/ 1739900 w 12192000"/>
              <a:gd name="connsiteY10" fmla="*/ 6308723 h 6858000"/>
              <a:gd name="connsiteX11" fmla="*/ 0 w 12192000"/>
              <a:gd name="connsiteY11" fmla="*/ 63087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12192000" y="0"/>
                </a:lnTo>
                <a:lnTo>
                  <a:pt x="12192000" y="6858000"/>
                </a:lnTo>
                <a:lnTo>
                  <a:pt x="0" y="6858000"/>
                </a:lnTo>
                <a:lnTo>
                  <a:pt x="0" y="6857998"/>
                </a:lnTo>
                <a:lnTo>
                  <a:pt x="1444497" y="6857998"/>
                </a:lnTo>
                <a:lnTo>
                  <a:pt x="1444497" y="6857999"/>
                </a:lnTo>
                <a:lnTo>
                  <a:pt x="10995520" y="6857999"/>
                </a:lnTo>
                <a:lnTo>
                  <a:pt x="11189456" y="6311897"/>
                </a:lnTo>
                <a:lnTo>
                  <a:pt x="1739900" y="6311897"/>
                </a:lnTo>
                <a:lnTo>
                  <a:pt x="1739900" y="6308723"/>
                </a:lnTo>
                <a:lnTo>
                  <a:pt x="0" y="6308723"/>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pPr marL="0" marR="0" lvl="0" indent="0" algn="ctr" defTabSz="914400" rtl="0" eaLnBrk="1" fontAlgn="auto" latinLnBrk="0" hangingPunct="1">
              <a:lnSpc>
                <a:spcPct val="90000"/>
              </a:lnSpc>
              <a:spcBef>
                <a:spcPts val="0"/>
              </a:spcBef>
              <a:spcAft>
                <a:spcPts val="1200"/>
              </a:spcAft>
              <a:buClr>
                <a:schemeClr val="accent1"/>
              </a:buClr>
              <a:buSzTx/>
              <a:buFont typeface="Montserrat" panose="020B0604020202020204" pitchFamily="34" charset="0"/>
              <a:buNone/>
              <a:tabLst/>
              <a:defRPr/>
            </a:pPr>
            <a:r>
              <a:rPr lang="en-GB"/>
              <a:t>Click icon to add picture</a:t>
            </a:r>
            <a:endParaRPr lang="en-US"/>
          </a:p>
        </p:txBody>
      </p:sp>
      <p:sp>
        <p:nvSpPr>
          <p:cNvPr id="14" name="Slide Number Placeholder 5">
            <a:extLst>
              <a:ext uri="{FF2B5EF4-FFF2-40B4-BE49-F238E27FC236}">
                <a16:creationId xmlns:a16="http://schemas.microsoft.com/office/drawing/2014/main" id="{8FD6B907-3537-9CE7-FDC9-86D9C139D976}"/>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1" i="0" smtClean="0">
                <a:solidFill>
                  <a:schemeClr val="bg1"/>
                </a:solidFill>
                <a:latin typeface="Montserrat" pitchFamily="2" charset="77"/>
              </a:rPr>
              <a:pPr algn="r"/>
              <a:t>‹#›</a:t>
            </a:fld>
            <a:endParaRPr lang="en-US" sz="1200" b="1" i="0">
              <a:solidFill>
                <a:schemeClr val="bg1"/>
              </a:solidFill>
              <a:latin typeface="Montserrat" pitchFamily="2" charset="77"/>
            </a:endParaRPr>
          </a:p>
        </p:txBody>
      </p:sp>
      <p:sp>
        <p:nvSpPr>
          <p:cNvPr id="3" name="Text Placeholder 3">
            <a:extLst>
              <a:ext uri="{FF2B5EF4-FFF2-40B4-BE49-F238E27FC236}">
                <a16:creationId xmlns:a16="http://schemas.microsoft.com/office/drawing/2014/main" id="{D681F4AE-0A03-DFB6-5100-3E3CEE83257C}"/>
              </a:ext>
            </a:extLst>
          </p:cNvPr>
          <p:cNvSpPr>
            <a:spLocks noGrp="1"/>
          </p:cNvSpPr>
          <p:nvPr>
            <p:ph type="body" sz="quarter" idx="11"/>
          </p:nvPr>
        </p:nvSpPr>
        <p:spPr>
          <a:xfrm>
            <a:off x="550864" y="549276"/>
            <a:ext cx="4456566"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Picture Placeholder 6">
            <a:extLst>
              <a:ext uri="{FF2B5EF4-FFF2-40B4-BE49-F238E27FC236}">
                <a16:creationId xmlns:a16="http://schemas.microsoft.com/office/drawing/2014/main" id="{236479EE-69F5-4198-75DB-453CF91BC7B7}"/>
              </a:ext>
            </a:extLst>
          </p:cNvPr>
          <p:cNvSpPr>
            <a:spLocks noGrp="1"/>
          </p:cNvSpPr>
          <p:nvPr>
            <p:ph type="pic" sz="quarter" idx="12"/>
          </p:nvPr>
        </p:nvSpPr>
        <p:spPr>
          <a:xfrm>
            <a:off x="546678" y="-3120987"/>
            <a:ext cx="3868510" cy="545391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accent2"/>
          </a:solidFill>
        </p:spPr>
        <p:txBody>
          <a:bodyPr anchor="ctr">
            <a:normAutofit/>
          </a:bodyPr>
          <a:lstStyle>
            <a:lvl1pPr algn="ctr">
              <a:defRPr sz="100" b="1" i="0">
                <a:solidFill>
                  <a:schemeClr val="accent2"/>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17500211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image + titl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E026298-56C9-0ED4-F80A-CD1351AD6904}"/>
              </a:ext>
            </a:extLst>
          </p:cNvPr>
          <p:cNvSpPr>
            <a:spLocks noGrp="1"/>
          </p:cNvSpPr>
          <p:nvPr>
            <p:ph type="pic" sz="quarter" idx="10"/>
          </p:nvPr>
        </p:nvSpPr>
        <p:spPr>
          <a:xfrm>
            <a:off x="-1"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857998 h 6858000"/>
              <a:gd name="connsiteX5" fmla="*/ 1444497 w 12192000"/>
              <a:gd name="connsiteY5" fmla="*/ 6857998 h 6858000"/>
              <a:gd name="connsiteX6" fmla="*/ 1444497 w 12192000"/>
              <a:gd name="connsiteY6" fmla="*/ 6857999 h 6858000"/>
              <a:gd name="connsiteX7" fmla="*/ 10995520 w 12192000"/>
              <a:gd name="connsiteY7" fmla="*/ 6857999 h 6858000"/>
              <a:gd name="connsiteX8" fmla="*/ 11189456 w 12192000"/>
              <a:gd name="connsiteY8" fmla="*/ 6311897 h 6858000"/>
              <a:gd name="connsiteX9" fmla="*/ 1739900 w 12192000"/>
              <a:gd name="connsiteY9" fmla="*/ 6311897 h 6858000"/>
              <a:gd name="connsiteX10" fmla="*/ 1739900 w 12192000"/>
              <a:gd name="connsiteY10" fmla="*/ 6308723 h 6858000"/>
              <a:gd name="connsiteX11" fmla="*/ 0 w 12192000"/>
              <a:gd name="connsiteY11" fmla="*/ 63087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12192000" y="0"/>
                </a:lnTo>
                <a:lnTo>
                  <a:pt x="12192000" y="6858000"/>
                </a:lnTo>
                <a:lnTo>
                  <a:pt x="0" y="6858000"/>
                </a:lnTo>
                <a:lnTo>
                  <a:pt x="0" y="6857998"/>
                </a:lnTo>
                <a:lnTo>
                  <a:pt x="1444497" y="6857998"/>
                </a:lnTo>
                <a:lnTo>
                  <a:pt x="1444497" y="6857999"/>
                </a:lnTo>
                <a:lnTo>
                  <a:pt x="10995520" y="6857999"/>
                </a:lnTo>
                <a:lnTo>
                  <a:pt x="11189456" y="6311897"/>
                </a:lnTo>
                <a:lnTo>
                  <a:pt x="1739900" y="6311897"/>
                </a:lnTo>
                <a:lnTo>
                  <a:pt x="1739900" y="6308723"/>
                </a:lnTo>
                <a:lnTo>
                  <a:pt x="0" y="6308723"/>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nl-NL"/>
          </a:p>
        </p:txBody>
      </p:sp>
      <p:sp>
        <p:nvSpPr>
          <p:cNvPr id="14" name="Slide Number Placeholder 5">
            <a:extLst>
              <a:ext uri="{FF2B5EF4-FFF2-40B4-BE49-F238E27FC236}">
                <a16:creationId xmlns:a16="http://schemas.microsoft.com/office/drawing/2014/main" id="{8FD6B907-3537-9CE7-FDC9-86D9C139D976}"/>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1" i="0" smtClean="0">
                <a:solidFill>
                  <a:schemeClr val="bg1"/>
                </a:solidFill>
                <a:latin typeface="Montserrat" pitchFamily="2" charset="77"/>
              </a:rPr>
              <a:pPr algn="r"/>
              <a:t>‹#›</a:t>
            </a:fld>
            <a:endParaRPr lang="en-US" sz="1200" b="1" i="0">
              <a:solidFill>
                <a:schemeClr val="bg1"/>
              </a:solidFill>
              <a:latin typeface="Montserrat" pitchFamily="2" charset="77"/>
            </a:endParaRPr>
          </a:p>
        </p:txBody>
      </p:sp>
    </p:spTree>
    <p:extLst>
      <p:ext uri="{BB962C8B-B14F-4D97-AF65-F5344CB8AC3E}">
        <p14:creationId xmlns:p14="http://schemas.microsoft.com/office/powerpoint/2010/main" val="16646748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txt +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4387D0C-C357-4A9E-1DBB-6AD611B03B08}"/>
              </a:ext>
            </a:extLst>
          </p:cNvPr>
          <p:cNvSpPr>
            <a:spLocks noGrp="1"/>
          </p:cNvSpPr>
          <p:nvPr>
            <p:ph type="pic" sz="quarter" idx="10"/>
          </p:nvPr>
        </p:nvSpPr>
        <p:spPr>
          <a:xfrm>
            <a:off x="6096000" y="0"/>
            <a:ext cx="6095999" cy="6858000"/>
          </a:xfrm>
          <a:custGeom>
            <a:avLst/>
            <a:gdLst>
              <a:gd name="connsiteX0" fmla="*/ 0 w 6095999"/>
              <a:gd name="connsiteY0" fmla="*/ 0 h 6858000"/>
              <a:gd name="connsiteX1" fmla="*/ 6095999 w 6095999"/>
              <a:gd name="connsiteY1" fmla="*/ 0 h 6858000"/>
              <a:gd name="connsiteX2" fmla="*/ 6095999 w 6095999"/>
              <a:gd name="connsiteY2" fmla="*/ 6858000 h 6858000"/>
              <a:gd name="connsiteX3" fmla="*/ 0 w 6095999"/>
              <a:gd name="connsiteY3" fmla="*/ 6858000 h 6858000"/>
              <a:gd name="connsiteX4" fmla="*/ 0 w 6095999"/>
              <a:gd name="connsiteY4" fmla="*/ 6857999 h 6858000"/>
              <a:gd name="connsiteX5" fmla="*/ 4899519 w 6095999"/>
              <a:gd name="connsiteY5" fmla="*/ 6857999 h 6858000"/>
              <a:gd name="connsiteX6" fmla="*/ 5093455 w 6095999"/>
              <a:gd name="connsiteY6" fmla="*/ 6311897 h 6858000"/>
              <a:gd name="connsiteX7" fmla="*/ 0 w 6095999"/>
              <a:gd name="connsiteY7" fmla="*/ 63118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9" h="6858000">
                <a:moveTo>
                  <a:pt x="0" y="0"/>
                </a:moveTo>
                <a:lnTo>
                  <a:pt x="6095999" y="0"/>
                </a:lnTo>
                <a:lnTo>
                  <a:pt x="6095999" y="6858000"/>
                </a:lnTo>
                <a:lnTo>
                  <a:pt x="0" y="6858000"/>
                </a:lnTo>
                <a:lnTo>
                  <a:pt x="0" y="6857999"/>
                </a:lnTo>
                <a:lnTo>
                  <a:pt x="4899519" y="6857999"/>
                </a:lnTo>
                <a:lnTo>
                  <a:pt x="5093455" y="6311897"/>
                </a:lnTo>
                <a:lnTo>
                  <a:pt x="0" y="6311897"/>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pPr marL="0" marR="0" lvl="0" indent="0" algn="ctr" defTabSz="914400" rtl="0" eaLnBrk="1" fontAlgn="auto" latinLnBrk="0" hangingPunct="1">
              <a:lnSpc>
                <a:spcPct val="90000"/>
              </a:lnSpc>
              <a:spcBef>
                <a:spcPts val="0"/>
              </a:spcBef>
              <a:spcAft>
                <a:spcPts val="1200"/>
              </a:spcAft>
              <a:buClr>
                <a:schemeClr val="accent1"/>
              </a:buClr>
              <a:buSzTx/>
              <a:buFont typeface="Montserrat" panose="020B0604020202020204" pitchFamily="34" charset="0"/>
              <a:buNone/>
              <a:tabLst/>
              <a:defRPr/>
            </a:pPr>
            <a:r>
              <a:rPr lang="en-GB"/>
              <a:t>Click icon to add picture</a:t>
            </a:r>
            <a:endParaRPr lang="en-US"/>
          </a:p>
        </p:txBody>
      </p:sp>
      <p:sp>
        <p:nvSpPr>
          <p:cNvPr id="4" name="Text Placeholder 3">
            <a:extLst>
              <a:ext uri="{FF2B5EF4-FFF2-40B4-BE49-F238E27FC236}">
                <a16:creationId xmlns:a16="http://schemas.microsoft.com/office/drawing/2014/main" id="{FB084402-07A7-6B44-B365-EBC369534FCF}"/>
              </a:ext>
            </a:extLst>
          </p:cNvPr>
          <p:cNvSpPr>
            <a:spLocks noGrp="1"/>
          </p:cNvSpPr>
          <p:nvPr>
            <p:ph type="body" sz="half" idx="2"/>
          </p:nvPr>
        </p:nvSpPr>
        <p:spPr>
          <a:xfrm>
            <a:off x="550862" y="1738858"/>
            <a:ext cx="5100429" cy="4257207"/>
          </a:xfrm>
          <a:prstGeom prst="rect">
            <a:avLst/>
          </a:prstGeom>
        </p:spPr>
        <p:txBody>
          <a:bodyPr/>
          <a:lstStyle>
            <a:lvl1pPr marL="0" indent="0">
              <a:buFont typeface="Arial" panose="020B0604020202020204" pitchFamily="34" charset="0"/>
              <a:buNone/>
              <a:defRPr sz="16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2" name="Title 1">
            <a:extLst>
              <a:ext uri="{FF2B5EF4-FFF2-40B4-BE49-F238E27FC236}">
                <a16:creationId xmlns:a16="http://schemas.microsoft.com/office/drawing/2014/main" id="{5E295539-4AE4-8978-B019-2B62646DCACF}"/>
              </a:ext>
            </a:extLst>
          </p:cNvPr>
          <p:cNvSpPr>
            <a:spLocks noGrp="1"/>
          </p:cNvSpPr>
          <p:nvPr>
            <p:ph type="title"/>
          </p:nvPr>
        </p:nvSpPr>
        <p:spPr>
          <a:xfrm>
            <a:off x="550863" y="549275"/>
            <a:ext cx="5100429" cy="874713"/>
          </a:xfrm>
        </p:spPr>
        <p:txBody>
          <a:bodyPr/>
          <a:lstStyle/>
          <a:p>
            <a:r>
              <a:rPr lang="en-GB"/>
              <a:t>Click to edit Master title style</a:t>
            </a:r>
            <a:endParaRPr lang="nl-NL"/>
          </a:p>
        </p:txBody>
      </p:sp>
      <p:sp>
        <p:nvSpPr>
          <p:cNvPr id="13" name="Slide Number Placeholder 5">
            <a:extLst>
              <a:ext uri="{FF2B5EF4-FFF2-40B4-BE49-F238E27FC236}">
                <a16:creationId xmlns:a16="http://schemas.microsoft.com/office/drawing/2014/main" id="{16EB9C4B-A06B-E619-94F3-7781A8D96F45}"/>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1" i="0" smtClean="0">
                <a:solidFill>
                  <a:schemeClr val="bg1"/>
                </a:solidFill>
                <a:latin typeface="Montserrat" pitchFamily="2" charset="77"/>
              </a:rPr>
              <a:pPr algn="r"/>
              <a:t>‹#›</a:t>
            </a:fld>
            <a:endParaRPr lang="en-US" sz="1200" b="1" i="0">
              <a:solidFill>
                <a:schemeClr val="bg1"/>
              </a:solidFill>
              <a:latin typeface="Montserrat" pitchFamily="2" charset="77"/>
            </a:endParaRPr>
          </a:p>
        </p:txBody>
      </p:sp>
    </p:spTree>
    <p:extLst>
      <p:ext uri="{BB962C8B-B14F-4D97-AF65-F5344CB8AC3E}">
        <p14:creationId xmlns:p14="http://schemas.microsoft.com/office/powerpoint/2010/main" val="2057429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5326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year mileston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0745C-8AB3-5EC1-A376-FD70D33C67E6}"/>
              </a:ext>
            </a:extLst>
          </p:cNvPr>
          <p:cNvSpPr>
            <a:spLocks noGrp="1"/>
          </p:cNvSpPr>
          <p:nvPr>
            <p:ph type="title"/>
          </p:nvPr>
        </p:nvSpPr>
        <p:spPr/>
        <p:txBody>
          <a:bodyPr/>
          <a:lstStyle/>
          <a:p>
            <a:r>
              <a:rPr lang="en-GB"/>
              <a:t>Click to edit Master title style</a:t>
            </a:r>
            <a:endParaRPr lang="nl-NL"/>
          </a:p>
        </p:txBody>
      </p:sp>
      <p:cxnSp>
        <p:nvCxnSpPr>
          <p:cNvPr id="5" name="Straight Connector 4">
            <a:extLst>
              <a:ext uri="{FF2B5EF4-FFF2-40B4-BE49-F238E27FC236}">
                <a16:creationId xmlns:a16="http://schemas.microsoft.com/office/drawing/2014/main" id="{CC651713-5FA4-BB02-A1FB-E9CF884A756F}"/>
              </a:ext>
            </a:extLst>
          </p:cNvPr>
          <p:cNvCxnSpPr>
            <a:cxnSpLocks/>
          </p:cNvCxnSpPr>
          <p:nvPr userDrawn="1"/>
        </p:nvCxnSpPr>
        <p:spPr>
          <a:xfrm rot="5400000" flipH="1" flipV="1">
            <a:off x="1676134"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E92D394-021D-5583-7191-CD78FE1C0332}"/>
              </a:ext>
            </a:extLst>
          </p:cNvPr>
          <p:cNvCxnSpPr>
            <a:cxnSpLocks/>
          </p:cNvCxnSpPr>
          <p:nvPr userDrawn="1"/>
        </p:nvCxnSpPr>
        <p:spPr>
          <a:xfrm rot="5400000" flipH="1" flipV="1">
            <a:off x="4276222"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93FB360-B1AB-650F-9ED8-03C121E03FC9}"/>
              </a:ext>
            </a:extLst>
          </p:cNvPr>
          <p:cNvCxnSpPr>
            <a:cxnSpLocks/>
          </p:cNvCxnSpPr>
          <p:nvPr userDrawn="1"/>
        </p:nvCxnSpPr>
        <p:spPr>
          <a:xfrm rot="5400000" flipH="1" flipV="1">
            <a:off x="7743006"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544AC8A-5F88-1718-600A-34CD42D3DF16}"/>
              </a:ext>
            </a:extLst>
          </p:cNvPr>
          <p:cNvCxnSpPr>
            <a:cxnSpLocks/>
          </p:cNvCxnSpPr>
          <p:nvPr userDrawn="1"/>
        </p:nvCxnSpPr>
        <p:spPr>
          <a:xfrm rot="5400000" flipH="1" flipV="1">
            <a:off x="5142918"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B315DB-B44B-1DDE-0920-36EF95BC0CD8}"/>
              </a:ext>
            </a:extLst>
          </p:cNvPr>
          <p:cNvCxnSpPr>
            <a:cxnSpLocks/>
          </p:cNvCxnSpPr>
          <p:nvPr userDrawn="1"/>
        </p:nvCxnSpPr>
        <p:spPr>
          <a:xfrm rot="5400000" flipH="1" flipV="1">
            <a:off x="8609702"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3" name="Text Placeholder 9">
            <a:extLst>
              <a:ext uri="{FF2B5EF4-FFF2-40B4-BE49-F238E27FC236}">
                <a16:creationId xmlns:a16="http://schemas.microsoft.com/office/drawing/2014/main" id="{EFEA2072-81D4-A7BA-2EAA-4FF7F4D5E57C}"/>
              </a:ext>
            </a:extLst>
          </p:cNvPr>
          <p:cNvSpPr>
            <a:spLocks noGrp="1"/>
          </p:cNvSpPr>
          <p:nvPr>
            <p:ph type="body" sz="quarter" idx="10" hasCustomPrompt="1"/>
          </p:nvPr>
        </p:nvSpPr>
        <p:spPr>
          <a:xfrm>
            <a:off x="98498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17" name="Text Placeholder 9">
            <a:extLst>
              <a:ext uri="{FF2B5EF4-FFF2-40B4-BE49-F238E27FC236}">
                <a16:creationId xmlns:a16="http://schemas.microsoft.com/office/drawing/2014/main" id="{C9B41231-EC36-9919-FEB3-9BFFEEB17164}"/>
              </a:ext>
            </a:extLst>
          </p:cNvPr>
          <p:cNvSpPr>
            <a:spLocks noGrp="1"/>
          </p:cNvSpPr>
          <p:nvPr>
            <p:ph type="body" sz="quarter" idx="11" hasCustomPrompt="1"/>
          </p:nvPr>
        </p:nvSpPr>
        <p:spPr>
          <a:xfrm>
            <a:off x="1851677"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F</a:t>
            </a:r>
            <a:endParaRPr lang="en-BE"/>
          </a:p>
        </p:txBody>
      </p:sp>
      <p:sp>
        <p:nvSpPr>
          <p:cNvPr id="18" name="Text Placeholder 9">
            <a:extLst>
              <a:ext uri="{FF2B5EF4-FFF2-40B4-BE49-F238E27FC236}">
                <a16:creationId xmlns:a16="http://schemas.microsoft.com/office/drawing/2014/main" id="{FC694691-C8B8-BF81-CDDB-C759E1D433EC}"/>
              </a:ext>
            </a:extLst>
          </p:cNvPr>
          <p:cNvSpPr>
            <a:spLocks noGrp="1"/>
          </p:cNvSpPr>
          <p:nvPr>
            <p:ph type="body" sz="quarter" idx="12" hasCustomPrompt="1"/>
          </p:nvPr>
        </p:nvSpPr>
        <p:spPr>
          <a:xfrm>
            <a:off x="2718373"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M</a:t>
            </a:r>
            <a:endParaRPr lang="en-BE"/>
          </a:p>
        </p:txBody>
      </p:sp>
      <p:sp>
        <p:nvSpPr>
          <p:cNvPr id="19" name="Text Placeholder 9">
            <a:extLst>
              <a:ext uri="{FF2B5EF4-FFF2-40B4-BE49-F238E27FC236}">
                <a16:creationId xmlns:a16="http://schemas.microsoft.com/office/drawing/2014/main" id="{4DF32DEF-E2ED-B03E-4D3D-16949EEED60A}"/>
              </a:ext>
            </a:extLst>
          </p:cNvPr>
          <p:cNvSpPr>
            <a:spLocks noGrp="1"/>
          </p:cNvSpPr>
          <p:nvPr>
            <p:ph type="body" sz="quarter" idx="13" hasCustomPrompt="1"/>
          </p:nvPr>
        </p:nvSpPr>
        <p:spPr>
          <a:xfrm>
            <a:off x="3585069"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A</a:t>
            </a:r>
            <a:endParaRPr lang="en-BE"/>
          </a:p>
        </p:txBody>
      </p:sp>
      <p:sp>
        <p:nvSpPr>
          <p:cNvPr id="20" name="Text Placeholder 9">
            <a:extLst>
              <a:ext uri="{FF2B5EF4-FFF2-40B4-BE49-F238E27FC236}">
                <a16:creationId xmlns:a16="http://schemas.microsoft.com/office/drawing/2014/main" id="{03C05B6F-2231-1821-32F4-06F014B507EE}"/>
              </a:ext>
            </a:extLst>
          </p:cNvPr>
          <p:cNvSpPr>
            <a:spLocks noGrp="1"/>
          </p:cNvSpPr>
          <p:nvPr>
            <p:ph type="body" sz="quarter" idx="14" hasCustomPrompt="1"/>
          </p:nvPr>
        </p:nvSpPr>
        <p:spPr>
          <a:xfrm>
            <a:off x="4451765"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M</a:t>
            </a:r>
            <a:endParaRPr lang="en-BE"/>
          </a:p>
        </p:txBody>
      </p:sp>
      <p:sp>
        <p:nvSpPr>
          <p:cNvPr id="21" name="Text Placeholder 9">
            <a:extLst>
              <a:ext uri="{FF2B5EF4-FFF2-40B4-BE49-F238E27FC236}">
                <a16:creationId xmlns:a16="http://schemas.microsoft.com/office/drawing/2014/main" id="{BE036A0E-E0B2-422B-99C9-6C5B2DCBC723}"/>
              </a:ext>
            </a:extLst>
          </p:cNvPr>
          <p:cNvSpPr>
            <a:spLocks noGrp="1"/>
          </p:cNvSpPr>
          <p:nvPr>
            <p:ph type="body" sz="quarter" idx="15" hasCustomPrompt="1"/>
          </p:nvPr>
        </p:nvSpPr>
        <p:spPr>
          <a:xfrm>
            <a:off x="531846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22" name="Text Placeholder 9">
            <a:extLst>
              <a:ext uri="{FF2B5EF4-FFF2-40B4-BE49-F238E27FC236}">
                <a16:creationId xmlns:a16="http://schemas.microsoft.com/office/drawing/2014/main" id="{00115113-EE17-70AE-7802-3EA048A2D051}"/>
              </a:ext>
            </a:extLst>
          </p:cNvPr>
          <p:cNvSpPr>
            <a:spLocks noGrp="1"/>
          </p:cNvSpPr>
          <p:nvPr>
            <p:ph type="body" sz="quarter" idx="16" hasCustomPrompt="1"/>
          </p:nvPr>
        </p:nvSpPr>
        <p:spPr>
          <a:xfrm>
            <a:off x="6185157"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23" name="Text Placeholder 9">
            <a:extLst>
              <a:ext uri="{FF2B5EF4-FFF2-40B4-BE49-F238E27FC236}">
                <a16:creationId xmlns:a16="http://schemas.microsoft.com/office/drawing/2014/main" id="{1C37C3C3-C0C5-A7EB-73EB-7447225B49B5}"/>
              </a:ext>
            </a:extLst>
          </p:cNvPr>
          <p:cNvSpPr>
            <a:spLocks noGrp="1"/>
          </p:cNvSpPr>
          <p:nvPr>
            <p:ph type="body" sz="quarter" idx="17" hasCustomPrompt="1"/>
          </p:nvPr>
        </p:nvSpPr>
        <p:spPr>
          <a:xfrm>
            <a:off x="7051853"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A</a:t>
            </a:r>
            <a:endParaRPr lang="en-BE"/>
          </a:p>
        </p:txBody>
      </p:sp>
      <p:sp>
        <p:nvSpPr>
          <p:cNvPr id="24" name="Text Placeholder 9">
            <a:extLst>
              <a:ext uri="{FF2B5EF4-FFF2-40B4-BE49-F238E27FC236}">
                <a16:creationId xmlns:a16="http://schemas.microsoft.com/office/drawing/2014/main" id="{8210F157-CDFF-5CB0-F826-3C96222771D5}"/>
              </a:ext>
            </a:extLst>
          </p:cNvPr>
          <p:cNvSpPr>
            <a:spLocks noGrp="1"/>
          </p:cNvSpPr>
          <p:nvPr>
            <p:ph type="body" sz="quarter" idx="18" hasCustomPrompt="1"/>
          </p:nvPr>
        </p:nvSpPr>
        <p:spPr>
          <a:xfrm>
            <a:off x="7918549"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S</a:t>
            </a:r>
            <a:endParaRPr lang="en-BE"/>
          </a:p>
        </p:txBody>
      </p:sp>
      <p:sp>
        <p:nvSpPr>
          <p:cNvPr id="25" name="Text Placeholder 9">
            <a:extLst>
              <a:ext uri="{FF2B5EF4-FFF2-40B4-BE49-F238E27FC236}">
                <a16:creationId xmlns:a16="http://schemas.microsoft.com/office/drawing/2014/main" id="{A54E4204-A6B9-DA74-071F-698DA140AE82}"/>
              </a:ext>
            </a:extLst>
          </p:cNvPr>
          <p:cNvSpPr>
            <a:spLocks noGrp="1"/>
          </p:cNvSpPr>
          <p:nvPr>
            <p:ph type="body" sz="quarter" idx="19" hasCustomPrompt="1"/>
          </p:nvPr>
        </p:nvSpPr>
        <p:spPr>
          <a:xfrm>
            <a:off x="8785245"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O</a:t>
            </a:r>
            <a:endParaRPr lang="en-BE"/>
          </a:p>
        </p:txBody>
      </p:sp>
      <p:sp>
        <p:nvSpPr>
          <p:cNvPr id="26" name="Text Placeholder 9">
            <a:extLst>
              <a:ext uri="{FF2B5EF4-FFF2-40B4-BE49-F238E27FC236}">
                <a16:creationId xmlns:a16="http://schemas.microsoft.com/office/drawing/2014/main" id="{283AF2C7-6813-AEF1-25B4-02716D25A0C1}"/>
              </a:ext>
            </a:extLst>
          </p:cNvPr>
          <p:cNvSpPr>
            <a:spLocks noGrp="1"/>
          </p:cNvSpPr>
          <p:nvPr>
            <p:ph type="body" sz="quarter" idx="20" hasCustomPrompt="1"/>
          </p:nvPr>
        </p:nvSpPr>
        <p:spPr>
          <a:xfrm>
            <a:off x="965194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N</a:t>
            </a:r>
            <a:endParaRPr lang="en-BE"/>
          </a:p>
        </p:txBody>
      </p:sp>
      <p:sp>
        <p:nvSpPr>
          <p:cNvPr id="27" name="Text Placeholder 9">
            <a:extLst>
              <a:ext uri="{FF2B5EF4-FFF2-40B4-BE49-F238E27FC236}">
                <a16:creationId xmlns:a16="http://schemas.microsoft.com/office/drawing/2014/main" id="{FF3ECDCD-2CAF-B70A-2735-0B4CA0F63FB1}"/>
              </a:ext>
            </a:extLst>
          </p:cNvPr>
          <p:cNvSpPr>
            <a:spLocks noGrp="1"/>
          </p:cNvSpPr>
          <p:nvPr>
            <p:ph type="body" sz="quarter" idx="21" hasCustomPrompt="1"/>
          </p:nvPr>
        </p:nvSpPr>
        <p:spPr>
          <a:xfrm>
            <a:off x="1051864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D</a:t>
            </a:r>
            <a:endParaRPr lang="en-BE"/>
          </a:p>
        </p:txBody>
      </p:sp>
      <p:cxnSp>
        <p:nvCxnSpPr>
          <p:cNvPr id="40" name="Straight Connector 39">
            <a:extLst>
              <a:ext uri="{FF2B5EF4-FFF2-40B4-BE49-F238E27FC236}">
                <a16:creationId xmlns:a16="http://schemas.microsoft.com/office/drawing/2014/main" id="{8286F40B-8F0E-BFCF-DDAF-BC61565E57B7}"/>
              </a:ext>
            </a:extLst>
          </p:cNvPr>
          <p:cNvCxnSpPr>
            <a:cxnSpLocks/>
          </p:cNvCxnSpPr>
          <p:nvPr userDrawn="1"/>
        </p:nvCxnSpPr>
        <p:spPr>
          <a:xfrm rot="5400000" flipH="1" flipV="1">
            <a:off x="2542830"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E19F67F-27C9-6A86-8C92-AA25C274847C}"/>
              </a:ext>
            </a:extLst>
          </p:cNvPr>
          <p:cNvCxnSpPr>
            <a:cxnSpLocks/>
          </p:cNvCxnSpPr>
          <p:nvPr userDrawn="1"/>
        </p:nvCxnSpPr>
        <p:spPr>
          <a:xfrm rot="5400000" flipH="1" flipV="1">
            <a:off x="6009614"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BF24CA-D7CB-102B-8D10-EE9969CFC214}"/>
              </a:ext>
            </a:extLst>
          </p:cNvPr>
          <p:cNvCxnSpPr>
            <a:cxnSpLocks/>
          </p:cNvCxnSpPr>
          <p:nvPr userDrawn="1"/>
        </p:nvCxnSpPr>
        <p:spPr>
          <a:xfrm rot="5400000" flipH="1" flipV="1">
            <a:off x="9476398"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C9FDA8D-28E9-9575-A86C-EC12F6B963F1}"/>
              </a:ext>
            </a:extLst>
          </p:cNvPr>
          <p:cNvCxnSpPr>
            <a:cxnSpLocks/>
          </p:cNvCxnSpPr>
          <p:nvPr userDrawn="1"/>
        </p:nvCxnSpPr>
        <p:spPr>
          <a:xfrm rot="5400000" flipH="1" flipV="1">
            <a:off x="3409526"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9FBAFA7-F5CB-4A19-C490-5FD43E2A359F}"/>
              </a:ext>
            </a:extLst>
          </p:cNvPr>
          <p:cNvCxnSpPr>
            <a:cxnSpLocks/>
          </p:cNvCxnSpPr>
          <p:nvPr userDrawn="1"/>
        </p:nvCxnSpPr>
        <p:spPr>
          <a:xfrm rot="5400000" flipH="1" flipV="1">
            <a:off x="6876310"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206BEBF-A641-B4B6-5B34-BDD83A108D53}"/>
              </a:ext>
            </a:extLst>
          </p:cNvPr>
          <p:cNvCxnSpPr>
            <a:cxnSpLocks/>
          </p:cNvCxnSpPr>
          <p:nvPr userDrawn="1"/>
        </p:nvCxnSpPr>
        <p:spPr>
          <a:xfrm rot="5400000" flipH="1" flipV="1">
            <a:off x="10343098"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94AE2BE-124F-7CA5-AC14-93A614CAD49A}"/>
              </a:ext>
            </a:extLst>
          </p:cNvPr>
          <p:cNvCxnSpPr>
            <a:cxnSpLocks/>
          </p:cNvCxnSpPr>
          <p:nvPr userDrawn="1"/>
        </p:nvCxnSpPr>
        <p:spPr>
          <a:xfrm rot="5400000" flipH="1" flipV="1">
            <a:off x="809438"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5326C16F-2EA9-B204-C674-8474659B1BAD}"/>
              </a:ext>
            </a:extLst>
          </p:cNvPr>
          <p:cNvSpPr>
            <a:spLocks noGrp="1"/>
          </p:cNvSpPr>
          <p:nvPr>
            <p:ph idx="22" hasCustomPrompt="1"/>
          </p:nvPr>
        </p:nvSpPr>
        <p:spPr>
          <a:xfrm>
            <a:off x="2349985"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B8220D06-2283-DDAF-0DC0-FBB9F254CD8A}"/>
              </a:ext>
            </a:extLst>
          </p:cNvPr>
          <p:cNvSpPr>
            <a:spLocks noGrp="1"/>
          </p:cNvSpPr>
          <p:nvPr>
            <p:ph idx="23" hasCustomPrompt="1"/>
          </p:nvPr>
        </p:nvSpPr>
        <p:spPr>
          <a:xfrm>
            <a:off x="612751"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AE1C6789-F7FA-C3C7-5773-6F4FAFE2AD1A}"/>
              </a:ext>
            </a:extLst>
          </p:cNvPr>
          <p:cNvSpPr>
            <a:spLocks noGrp="1"/>
          </p:cNvSpPr>
          <p:nvPr>
            <p:ph idx="24" hasCustomPrompt="1"/>
          </p:nvPr>
        </p:nvSpPr>
        <p:spPr>
          <a:xfrm>
            <a:off x="5816769"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EC3D474D-F3B4-BB4F-5F44-32B27E7365DE}"/>
              </a:ext>
            </a:extLst>
          </p:cNvPr>
          <p:cNvSpPr>
            <a:spLocks noGrp="1"/>
          </p:cNvSpPr>
          <p:nvPr>
            <p:ph idx="25" hasCustomPrompt="1"/>
          </p:nvPr>
        </p:nvSpPr>
        <p:spPr>
          <a:xfrm>
            <a:off x="4079535"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5" name="Text Placeholder 2">
            <a:extLst>
              <a:ext uri="{FF2B5EF4-FFF2-40B4-BE49-F238E27FC236}">
                <a16:creationId xmlns:a16="http://schemas.microsoft.com/office/drawing/2014/main" id="{3D77E26A-9013-745C-CCD4-4BAA5AB3938F}"/>
              </a:ext>
            </a:extLst>
          </p:cNvPr>
          <p:cNvSpPr>
            <a:spLocks noGrp="1"/>
          </p:cNvSpPr>
          <p:nvPr>
            <p:ph idx="26" hasCustomPrompt="1"/>
          </p:nvPr>
        </p:nvSpPr>
        <p:spPr>
          <a:xfrm>
            <a:off x="9283557"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6" name="Text Placeholder 2">
            <a:extLst>
              <a:ext uri="{FF2B5EF4-FFF2-40B4-BE49-F238E27FC236}">
                <a16:creationId xmlns:a16="http://schemas.microsoft.com/office/drawing/2014/main" id="{1CC3BAEA-5B53-5F44-6BEB-1E1F9607AE33}"/>
              </a:ext>
            </a:extLst>
          </p:cNvPr>
          <p:cNvSpPr>
            <a:spLocks noGrp="1"/>
          </p:cNvSpPr>
          <p:nvPr>
            <p:ph idx="27" hasCustomPrompt="1"/>
          </p:nvPr>
        </p:nvSpPr>
        <p:spPr>
          <a:xfrm>
            <a:off x="7546323"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0" name="Text Placeholder 2">
            <a:extLst>
              <a:ext uri="{FF2B5EF4-FFF2-40B4-BE49-F238E27FC236}">
                <a16:creationId xmlns:a16="http://schemas.microsoft.com/office/drawing/2014/main" id="{5AE5A718-731B-3BD3-F837-2009B7922B54}"/>
              </a:ext>
            </a:extLst>
          </p:cNvPr>
          <p:cNvSpPr>
            <a:spLocks noGrp="1"/>
          </p:cNvSpPr>
          <p:nvPr>
            <p:ph idx="28" hasCustomPrompt="1"/>
          </p:nvPr>
        </p:nvSpPr>
        <p:spPr>
          <a:xfrm>
            <a:off x="3067285"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1" name="Text Placeholder 2">
            <a:extLst>
              <a:ext uri="{FF2B5EF4-FFF2-40B4-BE49-F238E27FC236}">
                <a16:creationId xmlns:a16="http://schemas.microsoft.com/office/drawing/2014/main" id="{519D1F9E-F7CC-7B5E-D6BB-F156C9D2FC75}"/>
              </a:ext>
            </a:extLst>
          </p:cNvPr>
          <p:cNvSpPr>
            <a:spLocks noGrp="1"/>
          </p:cNvSpPr>
          <p:nvPr>
            <p:ph idx="29" hasCustomPrompt="1"/>
          </p:nvPr>
        </p:nvSpPr>
        <p:spPr>
          <a:xfrm>
            <a:off x="1330051"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2" name="Text Placeholder 2">
            <a:extLst>
              <a:ext uri="{FF2B5EF4-FFF2-40B4-BE49-F238E27FC236}">
                <a16:creationId xmlns:a16="http://schemas.microsoft.com/office/drawing/2014/main" id="{8B7D472B-6285-58BE-9CE3-4D8B888B454C}"/>
              </a:ext>
            </a:extLst>
          </p:cNvPr>
          <p:cNvSpPr>
            <a:spLocks noGrp="1"/>
          </p:cNvSpPr>
          <p:nvPr>
            <p:ph idx="30" hasCustomPrompt="1"/>
          </p:nvPr>
        </p:nvSpPr>
        <p:spPr>
          <a:xfrm>
            <a:off x="6534069"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3" name="Text Placeholder 2">
            <a:extLst>
              <a:ext uri="{FF2B5EF4-FFF2-40B4-BE49-F238E27FC236}">
                <a16:creationId xmlns:a16="http://schemas.microsoft.com/office/drawing/2014/main" id="{A412CF00-AC88-1112-B2B9-98A4EC1BED7E}"/>
              </a:ext>
            </a:extLst>
          </p:cNvPr>
          <p:cNvSpPr>
            <a:spLocks noGrp="1"/>
          </p:cNvSpPr>
          <p:nvPr>
            <p:ph idx="31" hasCustomPrompt="1"/>
          </p:nvPr>
        </p:nvSpPr>
        <p:spPr>
          <a:xfrm>
            <a:off x="4796835"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4" name="Text Placeholder 2">
            <a:extLst>
              <a:ext uri="{FF2B5EF4-FFF2-40B4-BE49-F238E27FC236}">
                <a16:creationId xmlns:a16="http://schemas.microsoft.com/office/drawing/2014/main" id="{D2E0FA33-3D0B-C211-7078-4119D163E22B}"/>
              </a:ext>
            </a:extLst>
          </p:cNvPr>
          <p:cNvSpPr>
            <a:spLocks noGrp="1"/>
          </p:cNvSpPr>
          <p:nvPr>
            <p:ph idx="32" hasCustomPrompt="1"/>
          </p:nvPr>
        </p:nvSpPr>
        <p:spPr>
          <a:xfrm>
            <a:off x="10000857"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5" name="Text Placeholder 2">
            <a:extLst>
              <a:ext uri="{FF2B5EF4-FFF2-40B4-BE49-F238E27FC236}">
                <a16:creationId xmlns:a16="http://schemas.microsoft.com/office/drawing/2014/main" id="{C8812403-76CB-1DD1-4160-8F944549C20D}"/>
              </a:ext>
            </a:extLst>
          </p:cNvPr>
          <p:cNvSpPr>
            <a:spLocks noGrp="1"/>
          </p:cNvSpPr>
          <p:nvPr>
            <p:ph idx="33" hasCustomPrompt="1"/>
          </p:nvPr>
        </p:nvSpPr>
        <p:spPr>
          <a:xfrm>
            <a:off x="8263623"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760649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mileston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0745C-8AB3-5EC1-A376-FD70D33C67E6}"/>
              </a:ext>
            </a:extLst>
          </p:cNvPr>
          <p:cNvSpPr>
            <a:spLocks noGrp="1"/>
          </p:cNvSpPr>
          <p:nvPr>
            <p:ph type="title"/>
          </p:nvPr>
        </p:nvSpPr>
        <p:spPr/>
        <p:txBody>
          <a:bodyPr/>
          <a:lstStyle/>
          <a:p>
            <a:r>
              <a:rPr lang="en-GB"/>
              <a:t>Click to edit Master title style</a:t>
            </a:r>
            <a:endParaRPr lang="nl-NL"/>
          </a:p>
        </p:txBody>
      </p:sp>
      <p:sp>
        <p:nvSpPr>
          <p:cNvPr id="9" name="Text Placeholder 2">
            <a:extLst>
              <a:ext uri="{FF2B5EF4-FFF2-40B4-BE49-F238E27FC236}">
                <a16:creationId xmlns:a16="http://schemas.microsoft.com/office/drawing/2014/main" id="{5326C16F-2EA9-B204-C674-8474659B1BAD}"/>
              </a:ext>
            </a:extLst>
          </p:cNvPr>
          <p:cNvSpPr>
            <a:spLocks noGrp="1"/>
          </p:cNvSpPr>
          <p:nvPr>
            <p:ph idx="22" hasCustomPrompt="1"/>
          </p:nvPr>
        </p:nvSpPr>
        <p:spPr>
          <a:xfrm>
            <a:off x="3766276"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B8220D06-2283-DDAF-0DC0-FBB9F254CD8A}"/>
              </a:ext>
            </a:extLst>
          </p:cNvPr>
          <p:cNvSpPr>
            <a:spLocks noGrp="1"/>
          </p:cNvSpPr>
          <p:nvPr>
            <p:ph idx="23" hasCustomPrompt="1"/>
          </p:nvPr>
        </p:nvSpPr>
        <p:spPr>
          <a:xfrm>
            <a:off x="674174"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AE1C6789-F7FA-C3C7-5773-6F4FAFE2AD1A}"/>
              </a:ext>
            </a:extLst>
          </p:cNvPr>
          <p:cNvSpPr>
            <a:spLocks noGrp="1"/>
          </p:cNvSpPr>
          <p:nvPr>
            <p:ph idx="24" hasCustomPrompt="1"/>
          </p:nvPr>
        </p:nvSpPr>
        <p:spPr>
          <a:xfrm>
            <a:off x="9918390"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EC3D474D-F3B4-BB4F-5F44-32B27E7365DE}"/>
              </a:ext>
            </a:extLst>
          </p:cNvPr>
          <p:cNvSpPr>
            <a:spLocks noGrp="1"/>
          </p:cNvSpPr>
          <p:nvPr>
            <p:ph idx="25" hasCustomPrompt="1"/>
          </p:nvPr>
        </p:nvSpPr>
        <p:spPr>
          <a:xfrm>
            <a:off x="6837908"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3" name="Right Bracket 42">
            <a:extLst>
              <a:ext uri="{FF2B5EF4-FFF2-40B4-BE49-F238E27FC236}">
                <a16:creationId xmlns:a16="http://schemas.microsoft.com/office/drawing/2014/main" id="{DF21E86D-E8EC-1F3D-8489-F4642C69779C}"/>
              </a:ext>
            </a:extLst>
          </p:cNvPr>
          <p:cNvSpPr/>
          <p:nvPr userDrawn="1"/>
        </p:nvSpPr>
        <p:spPr>
          <a:xfrm rot="16200000">
            <a:off x="10294503" y="2217239"/>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4" name="Right Bracket 43">
            <a:extLst>
              <a:ext uri="{FF2B5EF4-FFF2-40B4-BE49-F238E27FC236}">
                <a16:creationId xmlns:a16="http://schemas.microsoft.com/office/drawing/2014/main" id="{5E7F0F98-69FC-E0C4-7E68-94994345C981}"/>
              </a:ext>
            </a:extLst>
          </p:cNvPr>
          <p:cNvSpPr/>
          <p:nvPr userDrawn="1"/>
        </p:nvSpPr>
        <p:spPr>
          <a:xfrm rot="5400000">
            <a:off x="8754261"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5" name="Right Bracket 44">
            <a:extLst>
              <a:ext uri="{FF2B5EF4-FFF2-40B4-BE49-F238E27FC236}">
                <a16:creationId xmlns:a16="http://schemas.microsoft.com/office/drawing/2014/main" id="{03820AE9-5CEF-1A41-4576-1FFF68F3A0B9}"/>
              </a:ext>
            </a:extLst>
          </p:cNvPr>
          <p:cNvSpPr/>
          <p:nvPr userDrawn="1"/>
        </p:nvSpPr>
        <p:spPr>
          <a:xfrm rot="16200000">
            <a:off x="7216657"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6" name="Right Bracket 45">
            <a:extLst>
              <a:ext uri="{FF2B5EF4-FFF2-40B4-BE49-F238E27FC236}">
                <a16:creationId xmlns:a16="http://schemas.microsoft.com/office/drawing/2014/main" id="{D044579A-8DD7-281E-57DA-555ED5EA6EB3}"/>
              </a:ext>
            </a:extLst>
          </p:cNvPr>
          <p:cNvSpPr/>
          <p:nvPr userDrawn="1"/>
        </p:nvSpPr>
        <p:spPr>
          <a:xfrm rot="5400000">
            <a:off x="5679679"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7" name="Right Bracket 46">
            <a:extLst>
              <a:ext uri="{FF2B5EF4-FFF2-40B4-BE49-F238E27FC236}">
                <a16:creationId xmlns:a16="http://schemas.microsoft.com/office/drawing/2014/main" id="{9D7E2CB0-B40A-199A-8AE7-D920FC8FC8CC}"/>
              </a:ext>
            </a:extLst>
          </p:cNvPr>
          <p:cNvSpPr/>
          <p:nvPr userDrawn="1"/>
        </p:nvSpPr>
        <p:spPr>
          <a:xfrm rot="16200000">
            <a:off x="4142075"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8" name="Right Bracket 47">
            <a:extLst>
              <a:ext uri="{FF2B5EF4-FFF2-40B4-BE49-F238E27FC236}">
                <a16:creationId xmlns:a16="http://schemas.microsoft.com/office/drawing/2014/main" id="{6FA34678-BB35-3E60-68AA-AF5514F3E1A1}"/>
              </a:ext>
            </a:extLst>
          </p:cNvPr>
          <p:cNvSpPr/>
          <p:nvPr userDrawn="1"/>
        </p:nvSpPr>
        <p:spPr>
          <a:xfrm rot="5400000">
            <a:off x="2611088"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00"/>
          </a:p>
        </p:txBody>
      </p:sp>
      <p:sp>
        <p:nvSpPr>
          <p:cNvPr id="49" name="Right Bracket 48">
            <a:extLst>
              <a:ext uri="{FF2B5EF4-FFF2-40B4-BE49-F238E27FC236}">
                <a16:creationId xmlns:a16="http://schemas.microsoft.com/office/drawing/2014/main" id="{8DA4BF57-83BD-DB35-ADD4-FDB8F8BE1076}"/>
              </a:ext>
            </a:extLst>
          </p:cNvPr>
          <p:cNvSpPr/>
          <p:nvPr userDrawn="1"/>
        </p:nvSpPr>
        <p:spPr>
          <a:xfrm rot="16200000">
            <a:off x="1073484"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r>
              <a:rPr lang="en-GB" sz="2400"/>
              <a:t>&lt;</a:t>
            </a:r>
          </a:p>
        </p:txBody>
      </p:sp>
      <p:sp>
        <p:nvSpPr>
          <p:cNvPr id="50" name="Text Placeholder 27">
            <a:extLst>
              <a:ext uri="{FF2B5EF4-FFF2-40B4-BE49-F238E27FC236}">
                <a16:creationId xmlns:a16="http://schemas.microsoft.com/office/drawing/2014/main" id="{78085779-8F47-0597-7EDB-0759B83F1E1E}"/>
              </a:ext>
            </a:extLst>
          </p:cNvPr>
          <p:cNvSpPr>
            <a:spLocks noGrp="1"/>
          </p:cNvSpPr>
          <p:nvPr>
            <p:ph type="body" sz="quarter" idx="10"/>
          </p:nvPr>
        </p:nvSpPr>
        <p:spPr>
          <a:xfrm>
            <a:off x="984933"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1" name="Text Placeholder 28">
            <a:extLst>
              <a:ext uri="{FF2B5EF4-FFF2-40B4-BE49-F238E27FC236}">
                <a16:creationId xmlns:a16="http://schemas.microsoft.com/office/drawing/2014/main" id="{89F60CBB-FA61-6B81-D026-9EE79BC0AB92}"/>
              </a:ext>
            </a:extLst>
          </p:cNvPr>
          <p:cNvSpPr>
            <a:spLocks noGrp="1"/>
          </p:cNvSpPr>
          <p:nvPr>
            <p:ph type="body" sz="quarter" idx="11"/>
          </p:nvPr>
        </p:nvSpPr>
        <p:spPr>
          <a:xfrm>
            <a:off x="2522539"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2" name="Text Placeholder 31">
            <a:extLst>
              <a:ext uri="{FF2B5EF4-FFF2-40B4-BE49-F238E27FC236}">
                <a16:creationId xmlns:a16="http://schemas.microsoft.com/office/drawing/2014/main" id="{87FBB25F-42B1-B3FD-C53D-94BE7840463D}"/>
              </a:ext>
            </a:extLst>
          </p:cNvPr>
          <p:cNvSpPr>
            <a:spLocks noGrp="1"/>
          </p:cNvSpPr>
          <p:nvPr>
            <p:ph type="body" sz="quarter" idx="14"/>
          </p:nvPr>
        </p:nvSpPr>
        <p:spPr>
          <a:xfrm>
            <a:off x="4053525"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3" name="Text Placeholder 32">
            <a:extLst>
              <a:ext uri="{FF2B5EF4-FFF2-40B4-BE49-F238E27FC236}">
                <a16:creationId xmlns:a16="http://schemas.microsoft.com/office/drawing/2014/main" id="{3D83E798-77BB-52AE-08C2-702633FEA268}"/>
              </a:ext>
            </a:extLst>
          </p:cNvPr>
          <p:cNvSpPr>
            <a:spLocks noGrp="1"/>
          </p:cNvSpPr>
          <p:nvPr>
            <p:ph type="body" sz="quarter" idx="15"/>
          </p:nvPr>
        </p:nvSpPr>
        <p:spPr>
          <a:xfrm>
            <a:off x="5591129"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4" name="Text Placeholder 33">
            <a:extLst>
              <a:ext uri="{FF2B5EF4-FFF2-40B4-BE49-F238E27FC236}">
                <a16:creationId xmlns:a16="http://schemas.microsoft.com/office/drawing/2014/main" id="{AFB5AE97-0B29-D4AE-BA98-79F054BD0A60}"/>
              </a:ext>
            </a:extLst>
          </p:cNvPr>
          <p:cNvSpPr>
            <a:spLocks noGrp="1"/>
          </p:cNvSpPr>
          <p:nvPr>
            <p:ph type="body" sz="quarter" idx="16"/>
          </p:nvPr>
        </p:nvSpPr>
        <p:spPr>
          <a:xfrm>
            <a:off x="7128108"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9" name="Text Placeholder 34">
            <a:extLst>
              <a:ext uri="{FF2B5EF4-FFF2-40B4-BE49-F238E27FC236}">
                <a16:creationId xmlns:a16="http://schemas.microsoft.com/office/drawing/2014/main" id="{EB53436D-6108-DB79-A110-5D82BE27F279}"/>
              </a:ext>
            </a:extLst>
          </p:cNvPr>
          <p:cNvSpPr>
            <a:spLocks noGrp="1"/>
          </p:cNvSpPr>
          <p:nvPr>
            <p:ph type="body" sz="quarter" idx="17"/>
          </p:nvPr>
        </p:nvSpPr>
        <p:spPr>
          <a:xfrm>
            <a:off x="8665712"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60" name="Text Placeholder 35">
            <a:extLst>
              <a:ext uri="{FF2B5EF4-FFF2-40B4-BE49-F238E27FC236}">
                <a16:creationId xmlns:a16="http://schemas.microsoft.com/office/drawing/2014/main" id="{17BD18E3-FB78-FD54-DBFD-47C9466F9F58}"/>
              </a:ext>
            </a:extLst>
          </p:cNvPr>
          <p:cNvSpPr>
            <a:spLocks noGrp="1"/>
          </p:cNvSpPr>
          <p:nvPr>
            <p:ph type="body" sz="quarter" idx="18"/>
          </p:nvPr>
        </p:nvSpPr>
        <p:spPr>
          <a:xfrm>
            <a:off x="10205953"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61" name="Text Placeholder 2">
            <a:extLst>
              <a:ext uri="{FF2B5EF4-FFF2-40B4-BE49-F238E27FC236}">
                <a16:creationId xmlns:a16="http://schemas.microsoft.com/office/drawing/2014/main" id="{6D1C24CE-FC22-5A00-017E-60DD8F678134}"/>
              </a:ext>
            </a:extLst>
          </p:cNvPr>
          <p:cNvSpPr>
            <a:spLocks noGrp="1"/>
          </p:cNvSpPr>
          <p:nvPr>
            <p:ph idx="26" hasCustomPrompt="1"/>
          </p:nvPr>
        </p:nvSpPr>
        <p:spPr>
          <a:xfrm>
            <a:off x="5306316"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2" name="Text Placeholder 2">
            <a:extLst>
              <a:ext uri="{FF2B5EF4-FFF2-40B4-BE49-F238E27FC236}">
                <a16:creationId xmlns:a16="http://schemas.microsoft.com/office/drawing/2014/main" id="{A779555C-092A-7BBA-F9E1-3B58A6DB0F39}"/>
              </a:ext>
            </a:extLst>
          </p:cNvPr>
          <p:cNvSpPr>
            <a:spLocks noGrp="1"/>
          </p:cNvSpPr>
          <p:nvPr>
            <p:ph idx="27" hasCustomPrompt="1"/>
          </p:nvPr>
        </p:nvSpPr>
        <p:spPr>
          <a:xfrm>
            <a:off x="2214214"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4" name="Text Placeholder 2">
            <a:extLst>
              <a:ext uri="{FF2B5EF4-FFF2-40B4-BE49-F238E27FC236}">
                <a16:creationId xmlns:a16="http://schemas.microsoft.com/office/drawing/2014/main" id="{0DEFB301-AFAC-CBFF-463D-3A906BAEC93D}"/>
              </a:ext>
            </a:extLst>
          </p:cNvPr>
          <p:cNvSpPr>
            <a:spLocks noGrp="1"/>
          </p:cNvSpPr>
          <p:nvPr>
            <p:ph idx="29" hasCustomPrompt="1"/>
          </p:nvPr>
        </p:nvSpPr>
        <p:spPr>
          <a:xfrm>
            <a:off x="8377948"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28419083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Font typeface="Arial" panose="020B0604020202020204" pitchFamily="34" charset="0"/>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4351094"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8151324"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4289740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3380159"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6209455"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 name="Text Placeholder 2">
            <a:extLst>
              <a:ext uri="{FF2B5EF4-FFF2-40B4-BE49-F238E27FC236}">
                <a16:creationId xmlns:a16="http://schemas.microsoft.com/office/drawing/2014/main" id="{DFBC8840-2E6F-5D8E-D47E-9764BCE8CB89}"/>
              </a:ext>
            </a:extLst>
          </p:cNvPr>
          <p:cNvSpPr>
            <a:spLocks noGrp="1"/>
          </p:cNvSpPr>
          <p:nvPr>
            <p:ph idx="12" hasCustomPrompt="1"/>
          </p:nvPr>
        </p:nvSpPr>
        <p:spPr>
          <a:xfrm>
            <a:off x="9038752" y="1423988"/>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8906768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4" name="Text Placeholder 2">
            <a:extLst>
              <a:ext uri="{FF2B5EF4-FFF2-40B4-BE49-F238E27FC236}">
                <a16:creationId xmlns:a16="http://schemas.microsoft.com/office/drawing/2014/main" id="{9120372B-7036-B56B-F93B-1DC22B39401E}"/>
              </a:ext>
            </a:extLst>
          </p:cNvPr>
          <p:cNvSpPr>
            <a:spLocks noGrp="1"/>
          </p:cNvSpPr>
          <p:nvPr>
            <p:ph idx="1" hasCustomPrompt="1"/>
          </p:nvPr>
        </p:nvSpPr>
        <p:spPr>
          <a:xfrm>
            <a:off x="550863"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9" name="Text Placeholder 2">
            <a:extLst>
              <a:ext uri="{FF2B5EF4-FFF2-40B4-BE49-F238E27FC236}">
                <a16:creationId xmlns:a16="http://schemas.microsoft.com/office/drawing/2014/main" id="{F929CCD8-782C-C373-BF97-F9E878857752}"/>
              </a:ext>
            </a:extLst>
          </p:cNvPr>
          <p:cNvSpPr>
            <a:spLocks noGrp="1"/>
          </p:cNvSpPr>
          <p:nvPr>
            <p:ph idx="10" hasCustomPrompt="1"/>
          </p:nvPr>
        </p:nvSpPr>
        <p:spPr>
          <a:xfrm>
            <a:off x="2807835"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F9E7EF19-8CD2-E7E7-4CC4-0FA03B8FBCD4}"/>
              </a:ext>
            </a:extLst>
          </p:cNvPr>
          <p:cNvSpPr>
            <a:spLocks noGrp="1"/>
          </p:cNvSpPr>
          <p:nvPr>
            <p:ph idx="11" hasCustomPrompt="1"/>
          </p:nvPr>
        </p:nvSpPr>
        <p:spPr>
          <a:xfrm>
            <a:off x="5064807"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F8A96D28-FA55-855B-B41B-C043066DED9F}"/>
              </a:ext>
            </a:extLst>
          </p:cNvPr>
          <p:cNvSpPr>
            <a:spLocks noGrp="1"/>
          </p:cNvSpPr>
          <p:nvPr>
            <p:ph idx="12" hasCustomPrompt="1"/>
          </p:nvPr>
        </p:nvSpPr>
        <p:spPr>
          <a:xfrm>
            <a:off x="7321779"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48E7BDE1-A735-557A-9CDA-B83C6F820B62}"/>
              </a:ext>
            </a:extLst>
          </p:cNvPr>
          <p:cNvSpPr>
            <a:spLocks noGrp="1"/>
          </p:cNvSpPr>
          <p:nvPr>
            <p:ph idx="13" hasCustomPrompt="1"/>
          </p:nvPr>
        </p:nvSpPr>
        <p:spPr>
          <a:xfrm>
            <a:off x="9578752"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30169455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4" name="Text Placeholder 2">
            <a:extLst>
              <a:ext uri="{FF2B5EF4-FFF2-40B4-BE49-F238E27FC236}">
                <a16:creationId xmlns:a16="http://schemas.microsoft.com/office/drawing/2014/main" id="{9120372B-7036-B56B-F93B-1DC22B39401E}"/>
              </a:ext>
            </a:extLst>
          </p:cNvPr>
          <p:cNvSpPr>
            <a:spLocks noGrp="1"/>
          </p:cNvSpPr>
          <p:nvPr>
            <p:ph idx="1" hasCustomPrompt="1"/>
          </p:nvPr>
        </p:nvSpPr>
        <p:spPr>
          <a:xfrm>
            <a:off x="55086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A4022B0E-F3EA-29D0-453F-F84EE5792A3C}"/>
              </a:ext>
            </a:extLst>
          </p:cNvPr>
          <p:cNvSpPr>
            <a:spLocks noGrp="1"/>
          </p:cNvSpPr>
          <p:nvPr>
            <p:ph idx="10" hasCustomPrompt="1"/>
          </p:nvPr>
        </p:nvSpPr>
        <p:spPr>
          <a:xfrm>
            <a:off x="243051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E1DEF7DC-9ED9-ABBA-783C-8DC5F8578D17}"/>
              </a:ext>
            </a:extLst>
          </p:cNvPr>
          <p:cNvSpPr>
            <a:spLocks noGrp="1"/>
          </p:cNvSpPr>
          <p:nvPr>
            <p:ph idx="11" hasCustomPrompt="1"/>
          </p:nvPr>
        </p:nvSpPr>
        <p:spPr>
          <a:xfrm>
            <a:off x="431017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E4281AA3-84ED-87B2-2B3F-885B9CDA893C}"/>
              </a:ext>
            </a:extLst>
          </p:cNvPr>
          <p:cNvSpPr>
            <a:spLocks noGrp="1"/>
          </p:cNvSpPr>
          <p:nvPr>
            <p:ph idx="12" hasCustomPrompt="1"/>
          </p:nvPr>
        </p:nvSpPr>
        <p:spPr>
          <a:xfrm>
            <a:off x="618982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3" name="Text Placeholder 2">
            <a:extLst>
              <a:ext uri="{FF2B5EF4-FFF2-40B4-BE49-F238E27FC236}">
                <a16:creationId xmlns:a16="http://schemas.microsoft.com/office/drawing/2014/main" id="{D5A217B6-559A-C46C-F268-3D2A9EF36548}"/>
              </a:ext>
            </a:extLst>
          </p:cNvPr>
          <p:cNvSpPr>
            <a:spLocks noGrp="1"/>
          </p:cNvSpPr>
          <p:nvPr>
            <p:ph idx="13" hasCustomPrompt="1"/>
          </p:nvPr>
        </p:nvSpPr>
        <p:spPr>
          <a:xfrm>
            <a:off x="806948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1F9D2B59-67B1-5AC6-8CB0-94FB5390083A}"/>
              </a:ext>
            </a:extLst>
          </p:cNvPr>
          <p:cNvSpPr>
            <a:spLocks noGrp="1"/>
          </p:cNvSpPr>
          <p:nvPr>
            <p:ph idx="14" hasCustomPrompt="1"/>
          </p:nvPr>
        </p:nvSpPr>
        <p:spPr>
          <a:xfrm>
            <a:off x="994913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9280753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3380159"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6209455"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 name="Text Placeholder 2">
            <a:extLst>
              <a:ext uri="{FF2B5EF4-FFF2-40B4-BE49-F238E27FC236}">
                <a16:creationId xmlns:a16="http://schemas.microsoft.com/office/drawing/2014/main" id="{DFBC8840-2E6F-5D8E-D47E-9764BCE8CB89}"/>
              </a:ext>
            </a:extLst>
          </p:cNvPr>
          <p:cNvSpPr>
            <a:spLocks noGrp="1"/>
          </p:cNvSpPr>
          <p:nvPr>
            <p:ph idx="12" hasCustomPrompt="1"/>
          </p:nvPr>
        </p:nvSpPr>
        <p:spPr>
          <a:xfrm>
            <a:off x="9038752" y="1423988"/>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5" name="Text Placeholder 2">
            <a:extLst>
              <a:ext uri="{FF2B5EF4-FFF2-40B4-BE49-F238E27FC236}">
                <a16:creationId xmlns:a16="http://schemas.microsoft.com/office/drawing/2014/main" id="{3E011DFB-AA51-4F9E-AE2A-43B85D9FA892}"/>
              </a:ext>
            </a:extLst>
          </p:cNvPr>
          <p:cNvSpPr>
            <a:spLocks noGrp="1"/>
          </p:cNvSpPr>
          <p:nvPr>
            <p:ph idx="13" hasCustomPrompt="1"/>
          </p:nvPr>
        </p:nvSpPr>
        <p:spPr>
          <a:xfrm>
            <a:off x="550863"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 name="Text Placeholder 2">
            <a:extLst>
              <a:ext uri="{FF2B5EF4-FFF2-40B4-BE49-F238E27FC236}">
                <a16:creationId xmlns:a16="http://schemas.microsoft.com/office/drawing/2014/main" id="{26659D32-62B8-56E3-0996-64553B2222AE}"/>
              </a:ext>
            </a:extLst>
          </p:cNvPr>
          <p:cNvSpPr>
            <a:spLocks noGrp="1"/>
          </p:cNvSpPr>
          <p:nvPr>
            <p:ph idx="14" hasCustomPrompt="1"/>
          </p:nvPr>
        </p:nvSpPr>
        <p:spPr>
          <a:xfrm>
            <a:off x="3380159"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 name="Text Placeholder 2">
            <a:extLst>
              <a:ext uri="{FF2B5EF4-FFF2-40B4-BE49-F238E27FC236}">
                <a16:creationId xmlns:a16="http://schemas.microsoft.com/office/drawing/2014/main" id="{C87294E2-59BD-232C-175B-CA9A73B2E9C8}"/>
              </a:ext>
            </a:extLst>
          </p:cNvPr>
          <p:cNvSpPr>
            <a:spLocks noGrp="1"/>
          </p:cNvSpPr>
          <p:nvPr>
            <p:ph idx="15" hasCustomPrompt="1"/>
          </p:nvPr>
        </p:nvSpPr>
        <p:spPr>
          <a:xfrm>
            <a:off x="6209455"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9" name="Text Placeholder 2">
            <a:extLst>
              <a:ext uri="{FF2B5EF4-FFF2-40B4-BE49-F238E27FC236}">
                <a16:creationId xmlns:a16="http://schemas.microsoft.com/office/drawing/2014/main" id="{F7E2D64D-B92D-02BC-A884-081D376C2698}"/>
              </a:ext>
            </a:extLst>
          </p:cNvPr>
          <p:cNvSpPr>
            <a:spLocks noGrp="1"/>
          </p:cNvSpPr>
          <p:nvPr>
            <p:ph idx="16" hasCustomPrompt="1"/>
          </p:nvPr>
        </p:nvSpPr>
        <p:spPr>
          <a:xfrm>
            <a:off x="9038752" y="3861529"/>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8591390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dots">
    <p:bg>
      <p:bgPr>
        <a:solidFill>
          <a:schemeClr val="tx2"/>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10" name="Text Placeholder 50">
            <a:extLst>
              <a:ext uri="{FF2B5EF4-FFF2-40B4-BE49-F238E27FC236}">
                <a16:creationId xmlns:a16="http://schemas.microsoft.com/office/drawing/2014/main" id="{A422DDC8-9D1A-77D8-388C-3C9A6075237E}"/>
              </a:ext>
            </a:extLst>
          </p:cNvPr>
          <p:cNvSpPr>
            <a:spLocks noGrp="1"/>
          </p:cNvSpPr>
          <p:nvPr>
            <p:ph type="body" sz="quarter" idx="10"/>
          </p:nvPr>
        </p:nvSpPr>
        <p:spPr>
          <a:xfrm>
            <a:off x="569656" y="2403500"/>
            <a:ext cx="1717667" cy="1717667"/>
          </a:xfrm>
          <a:custGeom>
            <a:avLst/>
            <a:gdLst>
              <a:gd name="connsiteX0" fmla="*/ 644125 w 1288250"/>
              <a:gd name="connsiteY0" fmla="*/ 0 h 1288250"/>
              <a:gd name="connsiteX1" fmla="*/ 1288250 w 1288250"/>
              <a:gd name="connsiteY1" fmla="*/ 644125 h 1288250"/>
              <a:gd name="connsiteX2" fmla="*/ 644125 w 1288250"/>
              <a:gd name="connsiteY2" fmla="*/ 1288250 h 1288250"/>
              <a:gd name="connsiteX3" fmla="*/ 0 w 1288250"/>
              <a:gd name="connsiteY3" fmla="*/ 644125 h 1288250"/>
              <a:gd name="connsiteX4" fmla="*/ 644125 w 1288250"/>
              <a:gd name="connsiteY4" fmla="*/ 0 h 128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0" h="1288250">
                <a:moveTo>
                  <a:pt x="644125" y="0"/>
                </a:moveTo>
                <a:cubicBezTo>
                  <a:pt x="999865" y="0"/>
                  <a:pt x="1288250" y="288385"/>
                  <a:pt x="1288250" y="644125"/>
                </a:cubicBezTo>
                <a:cubicBezTo>
                  <a:pt x="1288250" y="999865"/>
                  <a:pt x="999865" y="1288250"/>
                  <a:pt x="644125" y="1288250"/>
                </a:cubicBezTo>
                <a:cubicBezTo>
                  <a:pt x="288385" y="1288250"/>
                  <a:pt x="0" y="999865"/>
                  <a:pt x="0" y="644125"/>
                </a:cubicBezTo>
                <a:cubicBezTo>
                  <a:pt x="0" y="288385"/>
                  <a:pt x="288385" y="0"/>
                  <a:pt x="644125" y="0"/>
                </a:cubicBezTo>
                <a:close/>
              </a:path>
            </a:pathLst>
          </a:custGeom>
          <a:solidFill>
            <a:schemeClr val="accent2"/>
          </a:solidFill>
        </p:spPr>
        <p:txBody>
          <a:bodyPr wrap="square" lIns="108000" tIns="108000" rIns="108000" bIns="108000" anchor="ctr">
            <a:noAutofit/>
          </a:bodyPr>
          <a:lstStyle>
            <a:lvl1pPr algn="ctr">
              <a:lnSpc>
                <a:spcPct val="100000"/>
              </a:lnSpc>
              <a:defRPr sz="1867"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3" name="Text Placeholder 51">
            <a:extLst>
              <a:ext uri="{FF2B5EF4-FFF2-40B4-BE49-F238E27FC236}">
                <a16:creationId xmlns:a16="http://schemas.microsoft.com/office/drawing/2014/main" id="{B48A4A19-2BEA-67D2-09AC-A3427E39C891}"/>
              </a:ext>
            </a:extLst>
          </p:cNvPr>
          <p:cNvSpPr>
            <a:spLocks noGrp="1"/>
          </p:cNvSpPr>
          <p:nvPr>
            <p:ph type="body" sz="quarter" idx="11"/>
          </p:nvPr>
        </p:nvSpPr>
        <p:spPr>
          <a:xfrm>
            <a:off x="2353481" y="1456236"/>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1"/>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4" name="Text Placeholder 53">
            <a:extLst>
              <a:ext uri="{FF2B5EF4-FFF2-40B4-BE49-F238E27FC236}">
                <a16:creationId xmlns:a16="http://schemas.microsoft.com/office/drawing/2014/main" id="{789BCF42-240D-F169-0A0B-F268C1756110}"/>
              </a:ext>
            </a:extLst>
          </p:cNvPr>
          <p:cNvSpPr>
            <a:spLocks noGrp="1"/>
          </p:cNvSpPr>
          <p:nvPr>
            <p:ph type="body" sz="quarter" idx="12"/>
          </p:nvPr>
        </p:nvSpPr>
        <p:spPr>
          <a:xfrm>
            <a:off x="3469109" y="2759551"/>
            <a:ext cx="1429317" cy="1429317"/>
          </a:xfrm>
          <a:custGeom>
            <a:avLst/>
            <a:gdLst>
              <a:gd name="connsiteX0" fmla="*/ 535994 w 1071988"/>
              <a:gd name="connsiteY0" fmla="*/ 0 h 1071988"/>
              <a:gd name="connsiteX1" fmla="*/ 1071988 w 1071988"/>
              <a:gd name="connsiteY1" fmla="*/ 535994 h 1071988"/>
              <a:gd name="connsiteX2" fmla="*/ 535994 w 1071988"/>
              <a:gd name="connsiteY2" fmla="*/ 1071988 h 1071988"/>
              <a:gd name="connsiteX3" fmla="*/ 0 w 1071988"/>
              <a:gd name="connsiteY3" fmla="*/ 535994 h 1071988"/>
              <a:gd name="connsiteX4" fmla="*/ 535994 w 1071988"/>
              <a:gd name="connsiteY4" fmla="*/ 0 h 1071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88" h="1071988">
                <a:moveTo>
                  <a:pt x="535994" y="0"/>
                </a:moveTo>
                <a:cubicBezTo>
                  <a:pt x="832015" y="0"/>
                  <a:pt x="1071988" y="239973"/>
                  <a:pt x="1071988" y="535994"/>
                </a:cubicBezTo>
                <a:cubicBezTo>
                  <a:pt x="1071988" y="832015"/>
                  <a:pt x="832015" y="1071988"/>
                  <a:pt x="535994" y="1071988"/>
                </a:cubicBezTo>
                <a:cubicBezTo>
                  <a:pt x="239973" y="1071988"/>
                  <a:pt x="0" y="832015"/>
                  <a:pt x="0" y="535994"/>
                </a:cubicBezTo>
                <a:cubicBezTo>
                  <a:pt x="0" y="239973"/>
                  <a:pt x="239973" y="0"/>
                  <a:pt x="535994"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5" name="Text Placeholder 52">
            <a:extLst>
              <a:ext uri="{FF2B5EF4-FFF2-40B4-BE49-F238E27FC236}">
                <a16:creationId xmlns:a16="http://schemas.microsoft.com/office/drawing/2014/main" id="{1CADDE0F-0315-BFDC-D9A7-20671241E24E}"/>
              </a:ext>
            </a:extLst>
          </p:cNvPr>
          <p:cNvSpPr>
            <a:spLocks noGrp="1"/>
          </p:cNvSpPr>
          <p:nvPr>
            <p:ph type="body" sz="quarter" idx="13"/>
          </p:nvPr>
        </p:nvSpPr>
        <p:spPr>
          <a:xfrm>
            <a:off x="6314172" y="1136262"/>
            <a:ext cx="1736085" cy="1736085"/>
          </a:xfrm>
          <a:custGeom>
            <a:avLst/>
            <a:gdLst>
              <a:gd name="connsiteX0" fmla="*/ 651032 w 1302064"/>
              <a:gd name="connsiteY0" fmla="*/ 0 h 1302064"/>
              <a:gd name="connsiteX1" fmla="*/ 1302064 w 1302064"/>
              <a:gd name="connsiteY1" fmla="*/ 651032 h 1302064"/>
              <a:gd name="connsiteX2" fmla="*/ 651032 w 1302064"/>
              <a:gd name="connsiteY2" fmla="*/ 1302064 h 1302064"/>
              <a:gd name="connsiteX3" fmla="*/ 0 w 1302064"/>
              <a:gd name="connsiteY3" fmla="*/ 651032 h 1302064"/>
              <a:gd name="connsiteX4" fmla="*/ 651032 w 1302064"/>
              <a:gd name="connsiteY4" fmla="*/ 0 h 1302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2064" h="1302064">
                <a:moveTo>
                  <a:pt x="651032" y="0"/>
                </a:moveTo>
                <a:cubicBezTo>
                  <a:pt x="1010587" y="0"/>
                  <a:pt x="1302064" y="291477"/>
                  <a:pt x="1302064" y="651032"/>
                </a:cubicBezTo>
                <a:cubicBezTo>
                  <a:pt x="1302064" y="1010587"/>
                  <a:pt x="1010587" y="1302064"/>
                  <a:pt x="651032" y="1302064"/>
                </a:cubicBezTo>
                <a:cubicBezTo>
                  <a:pt x="291477" y="1302064"/>
                  <a:pt x="0" y="1010587"/>
                  <a:pt x="0" y="651032"/>
                </a:cubicBezTo>
                <a:cubicBezTo>
                  <a:pt x="0" y="291477"/>
                  <a:pt x="291477" y="0"/>
                  <a:pt x="651032" y="0"/>
                </a:cubicBezTo>
                <a:close/>
              </a:path>
            </a:pathLst>
          </a:custGeom>
          <a:solidFill>
            <a:schemeClr val="accent3"/>
          </a:solidFill>
          <a:ln w="12700">
            <a:solidFill>
              <a:schemeClr val="bg1"/>
            </a:solidFill>
          </a:ln>
        </p:spPr>
        <p:txBody>
          <a:bodyPr wrap="square" lIns="108000" tIns="108000" rIns="108000" bIns="108000" anchor="ctr">
            <a:noAutofit/>
          </a:bodyPr>
          <a:lstStyle>
            <a:lvl1pPr algn="ctr">
              <a:lnSpc>
                <a:spcPct val="100000"/>
              </a:lnSpc>
              <a:defRPr sz="1600"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6" name="Text Placeholder 59">
            <a:extLst>
              <a:ext uri="{FF2B5EF4-FFF2-40B4-BE49-F238E27FC236}">
                <a16:creationId xmlns:a16="http://schemas.microsoft.com/office/drawing/2014/main" id="{1B5C555D-BE09-CA00-719B-48E49DCF6399}"/>
              </a:ext>
            </a:extLst>
          </p:cNvPr>
          <p:cNvSpPr>
            <a:spLocks noGrp="1"/>
          </p:cNvSpPr>
          <p:nvPr>
            <p:ph type="body" sz="quarter" idx="14"/>
          </p:nvPr>
        </p:nvSpPr>
        <p:spPr>
          <a:xfrm>
            <a:off x="8672272" y="542038"/>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2"/>
          </a:solidFill>
        </p:spPr>
        <p:txBody>
          <a:bodyPr wrap="square" lIns="108000" tIns="108000" rIns="108000" bIns="108000" anchor="ctr">
            <a:noAutofit/>
          </a:bodyPr>
          <a:lstStyle>
            <a:lvl1pPr algn="ctr">
              <a:lnSpc>
                <a:spcPct val="100000"/>
              </a:lnSpc>
              <a:defRPr sz="1333"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7" name="Text Placeholder 58">
            <a:extLst>
              <a:ext uri="{FF2B5EF4-FFF2-40B4-BE49-F238E27FC236}">
                <a16:creationId xmlns:a16="http://schemas.microsoft.com/office/drawing/2014/main" id="{48787017-BBC8-2974-C1A2-DD13291DEF21}"/>
              </a:ext>
            </a:extLst>
          </p:cNvPr>
          <p:cNvSpPr>
            <a:spLocks noGrp="1"/>
          </p:cNvSpPr>
          <p:nvPr>
            <p:ph type="body" sz="quarter" idx="15"/>
          </p:nvPr>
        </p:nvSpPr>
        <p:spPr>
          <a:xfrm>
            <a:off x="10051245" y="1691234"/>
            <a:ext cx="1571099" cy="1571099"/>
          </a:xfrm>
          <a:custGeom>
            <a:avLst/>
            <a:gdLst>
              <a:gd name="connsiteX0" fmla="*/ 589162 w 1178324"/>
              <a:gd name="connsiteY0" fmla="*/ 0 h 1178324"/>
              <a:gd name="connsiteX1" fmla="*/ 1178324 w 1178324"/>
              <a:gd name="connsiteY1" fmla="*/ 589162 h 1178324"/>
              <a:gd name="connsiteX2" fmla="*/ 589162 w 1178324"/>
              <a:gd name="connsiteY2" fmla="*/ 1178324 h 1178324"/>
              <a:gd name="connsiteX3" fmla="*/ 0 w 1178324"/>
              <a:gd name="connsiteY3" fmla="*/ 589162 h 1178324"/>
              <a:gd name="connsiteX4" fmla="*/ 589162 w 1178324"/>
              <a:gd name="connsiteY4" fmla="*/ 0 h 1178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24" h="1178324">
                <a:moveTo>
                  <a:pt x="589162" y="0"/>
                </a:moveTo>
                <a:cubicBezTo>
                  <a:pt x="914547" y="0"/>
                  <a:pt x="1178324" y="263777"/>
                  <a:pt x="1178324" y="589162"/>
                </a:cubicBezTo>
                <a:cubicBezTo>
                  <a:pt x="1178324" y="914547"/>
                  <a:pt x="914547" y="1178324"/>
                  <a:pt x="589162" y="1178324"/>
                </a:cubicBezTo>
                <a:cubicBezTo>
                  <a:pt x="263777" y="1178324"/>
                  <a:pt x="0" y="914547"/>
                  <a:pt x="0" y="589162"/>
                </a:cubicBezTo>
                <a:cubicBezTo>
                  <a:pt x="0" y="263777"/>
                  <a:pt x="263777" y="0"/>
                  <a:pt x="589162"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8" name="Text Placeholder 57">
            <a:extLst>
              <a:ext uri="{FF2B5EF4-FFF2-40B4-BE49-F238E27FC236}">
                <a16:creationId xmlns:a16="http://schemas.microsoft.com/office/drawing/2014/main" id="{E337AA78-A3BC-8706-C1C5-92E2DFB3E821}"/>
              </a:ext>
            </a:extLst>
          </p:cNvPr>
          <p:cNvSpPr>
            <a:spLocks noGrp="1"/>
          </p:cNvSpPr>
          <p:nvPr>
            <p:ph type="body" sz="quarter" idx="16"/>
          </p:nvPr>
        </p:nvSpPr>
        <p:spPr>
          <a:xfrm>
            <a:off x="7712742" y="2783975"/>
            <a:ext cx="2280280" cy="2280280"/>
          </a:xfrm>
          <a:custGeom>
            <a:avLst/>
            <a:gdLst>
              <a:gd name="connsiteX0" fmla="*/ 855105 w 1710210"/>
              <a:gd name="connsiteY0" fmla="*/ 0 h 1710210"/>
              <a:gd name="connsiteX1" fmla="*/ 1710210 w 1710210"/>
              <a:gd name="connsiteY1" fmla="*/ 855105 h 1710210"/>
              <a:gd name="connsiteX2" fmla="*/ 855105 w 1710210"/>
              <a:gd name="connsiteY2" fmla="*/ 1710210 h 1710210"/>
              <a:gd name="connsiteX3" fmla="*/ 0 w 1710210"/>
              <a:gd name="connsiteY3" fmla="*/ 855105 h 1710210"/>
              <a:gd name="connsiteX4" fmla="*/ 855105 w 1710210"/>
              <a:gd name="connsiteY4" fmla="*/ 0 h 171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0210" h="1710210">
                <a:moveTo>
                  <a:pt x="855105" y="0"/>
                </a:moveTo>
                <a:cubicBezTo>
                  <a:pt x="1327366" y="0"/>
                  <a:pt x="1710210" y="382844"/>
                  <a:pt x="1710210" y="855105"/>
                </a:cubicBezTo>
                <a:cubicBezTo>
                  <a:pt x="1710210" y="1327366"/>
                  <a:pt x="1327366" y="1710210"/>
                  <a:pt x="855105" y="1710210"/>
                </a:cubicBezTo>
                <a:cubicBezTo>
                  <a:pt x="382844" y="1710210"/>
                  <a:pt x="0" y="1327366"/>
                  <a:pt x="0" y="855105"/>
                </a:cubicBezTo>
                <a:cubicBezTo>
                  <a:pt x="0" y="382844"/>
                  <a:pt x="382844" y="0"/>
                  <a:pt x="855105"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867"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9" name="Text Placeholder 54">
            <a:extLst>
              <a:ext uri="{FF2B5EF4-FFF2-40B4-BE49-F238E27FC236}">
                <a16:creationId xmlns:a16="http://schemas.microsoft.com/office/drawing/2014/main" id="{3E52CC3E-B3FF-4478-1769-EC4677891BC4}"/>
              </a:ext>
            </a:extLst>
          </p:cNvPr>
          <p:cNvSpPr>
            <a:spLocks noGrp="1"/>
          </p:cNvSpPr>
          <p:nvPr>
            <p:ph type="body" sz="quarter" idx="17"/>
          </p:nvPr>
        </p:nvSpPr>
        <p:spPr>
          <a:xfrm>
            <a:off x="5508746" y="3151124"/>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2"/>
          </a:solidFill>
        </p:spPr>
        <p:txBody>
          <a:bodyPr wrap="square" lIns="108000" tIns="108000" rIns="108000" bIns="108000" anchor="ctr">
            <a:noAutofit/>
          </a:bodyPr>
          <a:lstStyle>
            <a:lvl1pPr algn="ctr">
              <a:lnSpc>
                <a:spcPct val="100000"/>
              </a:lnSpc>
              <a:defRPr sz="1333"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0" name="Text Placeholder 56">
            <a:extLst>
              <a:ext uri="{FF2B5EF4-FFF2-40B4-BE49-F238E27FC236}">
                <a16:creationId xmlns:a16="http://schemas.microsoft.com/office/drawing/2014/main" id="{DD2B1B30-139A-51DC-794F-09B54DE3E861}"/>
              </a:ext>
            </a:extLst>
          </p:cNvPr>
          <p:cNvSpPr>
            <a:spLocks noGrp="1"/>
          </p:cNvSpPr>
          <p:nvPr>
            <p:ph type="body" sz="quarter" idx="18"/>
          </p:nvPr>
        </p:nvSpPr>
        <p:spPr>
          <a:xfrm>
            <a:off x="6225202" y="4513647"/>
            <a:ext cx="1429317" cy="1429317"/>
          </a:xfrm>
          <a:custGeom>
            <a:avLst/>
            <a:gdLst>
              <a:gd name="connsiteX0" fmla="*/ 535994 w 1071988"/>
              <a:gd name="connsiteY0" fmla="*/ 0 h 1071988"/>
              <a:gd name="connsiteX1" fmla="*/ 1071988 w 1071988"/>
              <a:gd name="connsiteY1" fmla="*/ 535994 h 1071988"/>
              <a:gd name="connsiteX2" fmla="*/ 535994 w 1071988"/>
              <a:gd name="connsiteY2" fmla="*/ 1071988 h 1071988"/>
              <a:gd name="connsiteX3" fmla="*/ 0 w 1071988"/>
              <a:gd name="connsiteY3" fmla="*/ 535994 h 1071988"/>
              <a:gd name="connsiteX4" fmla="*/ 535994 w 1071988"/>
              <a:gd name="connsiteY4" fmla="*/ 0 h 1071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88" h="1071988">
                <a:moveTo>
                  <a:pt x="535994" y="0"/>
                </a:moveTo>
                <a:cubicBezTo>
                  <a:pt x="832015" y="0"/>
                  <a:pt x="1071988" y="239973"/>
                  <a:pt x="1071988" y="535994"/>
                </a:cubicBezTo>
                <a:cubicBezTo>
                  <a:pt x="1071988" y="832015"/>
                  <a:pt x="832015" y="1071988"/>
                  <a:pt x="535994" y="1071988"/>
                </a:cubicBezTo>
                <a:cubicBezTo>
                  <a:pt x="239973" y="1071988"/>
                  <a:pt x="0" y="832015"/>
                  <a:pt x="0" y="535994"/>
                </a:cubicBezTo>
                <a:cubicBezTo>
                  <a:pt x="0" y="239973"/>
                  <a:pt x="239973" y="0"/>
                  <a:pt x="535994" y="0"/>
                </a:cubicBezTo>
                <a:close/>
              </a:path>
            </a:pathLst>
          </a:custGeom>
          <a:solidFill>
            <a:schemeClr val="accent1"/>
          </a:solidFill>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1" name="Text Placeholder 55">
            <a:extLst>
              <a:ext uri="{FF2B5EF4-FFF2-40B4-BE49-F238E27FC236}">
                <a16:creationId xmlns:a16="http://schemas.microsoft.com/office/drawing/2014/main" id="{2B6056CF-85EC-C8AB-B686-CC53C30EF2C0}"/>
              </a:ext>
            </a:extLst>
          </p:cNvPr>
          <p:cNvSpPr>
            <a:spLocks noGrp="1"/>
          </p:cNvSpPr>
          <p:nvPr>
            <p:ph type="body" sz="quarter" idx="19"/>
          </p:nvPr>
        </p:nvSpPr>
        <p:spPr>
          <a:xfrm>
            <a:off x="3946361" y="4434869"/>
            <a:ext cx="1586872" cy="1586872"/>
          </a:xfrm>
          <a:custGeom>
            <a:avLst/>
            <a:gdLst>
              <a:gd name="connsiteX0" fmla="*/ 595077 w 1190154"/>
              <a:gd name="connsiteY0" fmla="*/ 0 h 1190154"/>
              <a:gd name="connsiteX1" fmla="*/ 1190154 w 1190154"/>
              <a:gd name="connsiteY1" fmla="*/ 595077 h 1190154"/>
              <a:gd name="connsiteX2" fmla="*/ 595077 w 1190154"/>
              <a:gd name="connsiteY2" fmla="*/ 1190154 h 1190154"/>
              <a:gd name="connsiteX3" fmla="*/ 0 w 1190154"/>
              <a:gd name="connsiteY3" fmla="*/ 595077 h 1190154"/>
              <a:gd name="connsiteX4" fmla="*/ 595077 w 1190154"/>
              <a:gd name="connsiteY4" fmla="*/ 0 h 1190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154" h="1190154">
                <a:moveTo>
                  <a:pt x="595077" y="0"/>
                </a:moveTo>
                <a:cubicBezTo>
                  <a:pt x="923729" y="0"/>
                  <a:pt x="1190154" y="266425"/>
                  <a:pt x="1190154" y="595077"/>
                </a:cubicBezTo>
                <a:cubicBezTo>
                  <a:pt x="1190154" y="923729"/>
                  <a:pt x="923729" y="1190154"/>
                  <a:pt x="595077" y="1190154"/>
                </a:cubicBezTo>
                <a:cubicBezTo>
                  <a:pt x="266425" y="1190154"/>
                  <a:pt x="0" y="923729"/>
                  <a:pt x="0" y="595077"/>
                </a:cubicBezTo>
                <a:cubicBezTo>
                  <a:pt x="0" y="266425"/>
                  <a:pt x="266425" y="0"/>
                  <a:pt x="595077" y="0"/>
                </a:cubicBezTo>
                <a:close/>
              </a:path>
            </a:pathLst>
          </a:custGeom>
          <a:solidFill>
            <a:schemeClr val="accent1"/>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2" name="Text Placeholder 49">
            <a:extLst>
              <a:ext uri="{FF2B5EF4-FFF2-40B4-BE49-F238E27FC236}">
                <a16:creationId xmlns:a16="http://schemas.microsoft.com/office/drawing/2014/main" id="{5CE31EB3-2E96-18F1-4B8E-24271A7F6A44}"/>
              </a:ext>
            </a:extLst>
          </p:cNvPr>
          <p:cNvSpPr>
            <a:spLocks noGrp="1"/>
          </p:cNvSpPr>
          <p:nvPr>
            <p:ph type="body" sz="quarter" idx="20"/>
          </p:nvPr>
        </p:nvSpPr>
        <p:spPr>
          <a:xfrm>
            <a:off x="1474104" y="4124360"/>
            <a:ext cx="1571099" cy="1571099"/>
          </a:xfrm>
          <a:custGeom>
            <a:avLst/>
            <a:gdLst>
              <a:gd name="connsiteX0" fmla="*/ 589162 w 1178324"/>
              <a:gd name="connsiteY0" fmla="*/ 0 h 1178324"/>
              <a:gd name="connsiteX1" fmla="*/ 1178324 w 1178324"/>
              <a:gd name="connsiteY1" fmla="*/ 589162 h 1178324"/>
              <a:gd name="connsiteX2" fmla="*/ 589162 w 1178324"/>
              <a:gd name="connsiteY2" fmla="*/ 1178324 h 1178324"/>
              <a:gd name="connsiteX3" fmla="*/ 0 w 1178324"/>
              <a:gd name="connsiteY3" fmla="*/ 589162 h 1178324"/>
              <a:gd name="connsiteX4" fmla="*/ 589162 w 1178324"/>
              <a:gd name="connsiteY4" fmla="*/ 0 h 1178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24" h="1178324">
                <a:moveTo>
                  <a:pt x="589162" y="0"/>
                </a:moveTo>
                <a:cubicBezTo>
                  <a:pt x="914547" y="0"/>
                  <a:pt x="1178324" y="263777"/>
                  <a:pt x="1178324" y="589162"/>
                </a:cubicBezTo>
                <a:cubicBezTo>
                  <a:pt x="1178324" y="914547"/>
                  <a:pt x="914547" y="1178324"/>
                  <a:pt x="589162" y="1178324"/>
                </a:cubicBezTo>
                <a:cubicBezTo>
                  <a:pt x="263777" y="1178324"/>
                  <a:pt x="0" y="914547"/>
                  <a:pt x="0" y="589162"/>
                </a:cubicBezTo>
                <a:cubicBezTo>
                  <a:pt x="0" y="263777"/>
                  <a:pt x="263777" y="0"/>
                  <a:pt x="589162" y="0"/>
                </a:cubicBezTo>
                <a:close/>
              </a:path>
            </a:pathLst>
          </a:custGeom>
          <a:solidFill>
            <a:schemeClr val="accent3"/>
          </a:solidFill>
          <a:ln w="12700">
            <a:solidFill>
              <a:schemeClr val="bg1"/>
            </a:solidFill>
          </a:ln>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Tree>
    <p:extLst>
      <p:ext uri="{BB962C8B-B14F-4D97-AF65-F5344CB8AC3E}">
        <p14:creationId xmlns:p14="http://schemas.microsoft.com/office/powerpoint/2010/main" val="10281200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4 axes">
    <p:bg>
      <p:bgPr>
        <a:solidFill>
          <a:schemeClr val="tx2"/>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9477E542-70AB-18C6-1C4B-1B6D478B9B24}"/>
              </a:ext>
            </a:extLst>
          </p:cNvPr>
          <p:cNvSpPr>
            <a:spLocks noGrp="1"/>
          </p:cNvSpPr>
          <p:nvPr>
            <p:ph type="pic" sz="quarter" idx="27"/>
          </p:nvPr>
        </p:nvSpPr>
        <p:spPr>
          <a:xfrm>
            <a:off x="3709988" y="1423988"/>
            <a:ext cx="4775200" cy="4884737"/>
          </a:xfrm>
        </p:spPr>
        <p:txBody>
          <a:bodyPr anchor="ctr"/>
          <a:lstStyle>
            <a:lvl1pPr algn="ctr">
              <a:defRPr>
                <a:solidFill>
                  <a:schemeClr val="bg1"/>
                </a:solidFill>
              </a:defRPr>
            </a:lvl1pPr>
          </a:lstStyle>
          <a:p>
            <a:r>
              <a:rPr lang="en-GB"/>
              <a:t>Click icon to add picture</a:t>
            </a:r>
            <a:endParaRPr lang="en-BE"/>
          </a:p>
        </p:txBody>
      </p:sp>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solidFill>
                  <a:schemeClr val="accent1"/>
                </a:solidFill>
                <a:latin typeface="Montserrat" pitchFamily="2" charset="77"/>
              </a:rPr>
              <a:pPr algn="r"/>
              <a:t>‹#›</a:t>
            </a:fld>
            <a:endParaRPr lang="en-US" sz="1200" b="0" i="0">
              <a:solidFill>
                <a:schemeClr val="accent1"/>
              </a:solidFill>
              <a:latin typeface="Montserrat" pitchFamily="2" charset="77"/>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7">
            <a:extLst>
              <a:ext uri="{FF2B5EF4-FFF2-40B4-BE49-F238E27FC236}">
                <a16:creationId xmlns:a16="http://schemas.microsoft.com/office/drawing/2014/main" id="{79702290-3732-D53E-C70B-705049421AE0}"/>
              </a:ext>
            </a:extLst>
          </p:cNvPr>
          <p:cNvSpPr>
            <a:spLocks noGrp="1"/>
          </p:cNvSpPr>
          <p:nvPr>
            <p:ph type="body" sz="quarter" idx="10"/>
          </p:nvPr>
        </p:nvSpPr>
        <p:spPr>
          <a:xfrm>
            <a:off x="550863" y="1423315"/>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9" name="Text Placeholder 8">
            <a:extLst>
              <a:ext uri="{FF2B5EF4-FFF2-40B4-BE49-F238E27FC236}">
                <a16:creationId xmlns:a16="http://schemas.microsoft.com/office/drawing/2014/main" id="{174C047B-FEAB-12D4-1620-6E221696DA53}"/>
              </a:ext>
            </a:extLst>
          </p:cNvPr>
          <p:cNvSpPr>
            <a:spLocks noGrp="1"/>
          </p:cNvSpPr>
          <p:nvPr>
            <p:ph type="body" sz="quarter" idx="11"/>
          </p:nvPr>
        </p:nvSpPr>
        <p:spPr>
          <a:xfrm>
            <a:off x="967032" y="1917936"/>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2" name="Text Placeholder 31">
            <a:extLst>
              <a:ext uri="{FF2B5EF4-FFF2-40B4-BE49-F238E27FC236}">
                <a16:creationId xmlns:a16="http://schemas.microsoft.com/office/drawing/2014/main" id="{EBF3595B-7232-0044-8098-87D2AD9CE75D}"/>
              </a:ext>
            </a:extLst>
          </p:cNvPr>
          <p:cNvSpPr>
            <a:spLocks noGrp="1"/>
          </p:cNvSpPr>
          <p:nvPr>
            <p:ph type="body" sz="quarter" idx="12"/>
          </p:nvPr>
        </p:nvSpPr>
        <p:spPr>
          <a:xfrm>
            <a:off x="8331673" y="1423314"/>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26" name="Text Placeholder 25">
            <a:extLst>
              <a:ext uri="{FF2B5EF4-FFF2-40B4-BE49-F238E27FC236}">
                <a16:creationId xmlns:a16="http://schemas.microsoft.com/office/drawing/2014/main" id="{80D97756-E247-4912-E00D-7A1F759B40F5}"/>
              </a:ext>
            </a:extLst>
          </p:cNvPr>
          <p:cNvSpPr>
            <a:spLocks noGrp="1"/>
          </p:cNvSpPr>
          <p:nvPr>
            <p:ph type="body" sz="quarter" idx="14"/>
          </p:nvPr>
        </p:nvSpPr>
        <p:spPr>
          <a:xfrm>
            <a:off x="550863" y="4369974"/>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27" name="Text Placeholder 26">
            <a:extLst>
              <a:ext uri="{FF2B5EF4-FFF2-40B4-BE49-F238E27FC236}">
                <a16:creationId xmlns:a16="http://schemas.microsoft.com/office/drawing/2014/main" id="{90F4E110-6E58-AD01-70F4-68D6C3774EDE}"/>
              </a:ext>
            </a:extLst>
          </p:cNvPr>
          <p:cNvSpPr>
            <a:spLocks noGrp="1"/>
          </p:cNvSpPr>
          <p:nvPr>
            <p:ph type="body" sz="quarter" idx="15"/>
          </p:nvPr>
        </p:nvSpPr>
        <p:spPr>
          <a:xfrm>
            <a:off x="967032" y="3875353"/>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3" name="Text Placeholder 32">
            <a:extLst>
              <a:ext uri="{FF2B5EF4-FFF2-40B4-BE49-F238E27FC236}">
                <a16:creationId xmlns:a16="http://schemas.microsoft.com/office/drawing/2014/main" id="{6A85BDA4-74E1-772D-0B00-150F77EDBE57}"/>
              </a:ext>
            </a:extLst>
          </p:cNvPr>
          <p:cNvSpPr>
            <a:spLocks noGrp="1"/>
          </p:cNvSpPr>
          <p:nvPr>
            <p:ph type="body" sz="quarter" idx="18"/>
          </p:nvPr>
        </p:nvSpPr>
        <p:spPr>
          <a:xfrm>
            <a:off x="7915503" y="1917935"/>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4" name="Text Placeholder 33">
            <a:extLst>
              <a:ext uri="{FF2B5EF4-FFF2-40B4-BE49-F238E27FC236}">
                <a16:creationId xmlns:a16="http://schemas.microsoft.com/office/drawing/2014/main" id="{57554662-098C-7558-D267-A70F1E064AA7}"/>
              </a:ext>
            </a:extLst>
          </p:cNvPr>
          <p:cNvSpPr>
            <a:spLocks noGrp="1"/>
          </p:cNvSpPr>
          <p:nvPr>
            <p:ph type="body" sz="quarter" idx="19"/>
          </p:nvPr>
        </p:nvSpPr>
        <p:spPr>
          <a:xfrm>
            <a:off x="8321285" y="4369973"/>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35" name="Text Placeholder 34">
            <a:extLst>
              <a:ext uri="{FF2B5EF4-FFF2-40B4-BE49-F238E27FC236}">
                <a16:creationId xmlns:a16="http://schemas.microsoft.com/office/drawing/2014/main" id="{3A59D8DD-0354-E49B-0D0C-115C6C530EA8}"/>
              </a:ext>
            </a:extLst>
          </p:cNvPr>
          <p:cNvSpPr>
            <a:spLocks noGrp="1"/>
          </p:cNvSpPr>
          <p:nvPr>
            <p:ph type="body" sz="quarter" idx="20"/>
          </p:nvPr>
        </p:nvSpPr>
        <p:spPr>
          <a:xfrm>
            <a:off x="7905115" y="3875352"/>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6" name="Text Placeholder 2">
            <a:extLst>
              <a:ext uri="{FF2B5EF4-FFF2-40B4-BE49-F238E27FC236}">
                <a16:creationId xmlns:a16="http://schemas.microsoft.com/office/drawing/2014/main" id="{588B306D-A801-F984-EC85-B88ECCDA0762}"/>
              </a:ext>
            </a:extLst>
          </p:cNvPr>
          <p:cNvSpPr>
            <a:spLocks noGrp="1"/>
          </p:cNvSpPr>
          <p:nvPr>
            <p:ph idx="23" hasCustomPrompt="1"/>
          </p:nvPr>
        </p:nvSpPr>
        <p:spPr>
          <a:xfrm>
            <a:off x="1140290" y="2412555"/>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7" name="Text Placeholder 2">
            <a:extLst>
              <a:ext uri="{FF2B5EF4-FFF2-40B4-BE49-F238E27FC236}">
                <a16:creationId xmlns:a16="http://schemas.microsoft.com/office/drawing/2014/main" id="{7A56DFBD-F1DC-0756-CDC3-67E478CDFA09}"/>
              </a:ext>
            </a:extLst>
          </p:cNvPr>
          <p:cNvSpPr>
            <a:spLocks noGrp="1"/>
          </p:cNvSpPr>
          <p:nvPr>
            <p:ph idx="24" hasCustomPrompt="1"/>
          </p:nvPr>
        </p:nvSpPr>
        <p:spPr>
          <a:xfrm>
            <a:off x="1140290" y="4864593"/>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8" name="Text Placeholder 2">
            <a:extLst>
              <a:ext uri="{FF2B5EF4-FFF2-40B4-BE49-F238E27FC236}">
                <a16:creationId xmlns:a16="http://schemas.microsoft.com/office/drawing/2014/main" id="{D5AE4FD1-1F1B-994E-4552-286205B56496}"/>
              </a:ext>
            </a:extLst>
          </p:cNvPr>
          <p:cNvSpPr>
            <a:spLocks noGrp="1"/>
          </p:cNvSpPr>
          <p:nvPr>
            <p:ph idx="25" hasCustomPrompt="1"/>
          </p:nvPr>
        </p:nvSpPr>
        <p:spPr>
          <a:xfrm>
            <a:off x="7923867" y="2412555"/>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9" name="Text Placeholder 2">
            <a:extLst>
              <a:ext uri="{FF2B5EF4-FFF2-40B4-BE49-F238E27FC236}">
                <a16:creationId xmlns:a16="http://schemas.microsoft.com/office/drawing/2014/main" id="{B0A9DA66-09EE-A72F-A9B0-522E9E53AF45}"/>
              </a:ext>
            </a:extLst>
          </p:cNvPr>
          <p:cNvSpPr>
            <a:spLocks noGrp="1"/>
          </p:cNvSpPr>
          <p:nvPr>
            <p:ph idx="26" hasCustomPrompt="1"/>
          </p:nvPr>
        </p:nvSpPr>
        <p:spPr>
          <a:xfrm>
            <a:off x="7923867" y="4864593"/>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15453353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image">
    <p:spTree>
      <p:nvGrpSpPr>
        <p:cNvPr id="1" name=""/>
        <p:cNvGrpSpPr/>
        <p:nvPr/>
      </p:nvGrpSpPr>
      <p:grpSpPr>
        <a:xfrm>
          <a:off x="0" y="0"/>
          <a:ext cx="0" cy="0"/>
          <a:chOff x="0" y="0"/>
          <a:chExt cx="0" cy="0"/>
        </a:xfrm>
      </p:grpSpPr>
      <p:sp>
        <p:nvSpPr>
          <p:cNvPr id="5" name="Graphic 2">
            <a:extLst>
              <a:ext uri="{FF2B5EF4-FFF2-40B4-BE49-F238E27FC236}">
                <a16:creationId xmlns:a16="http://schemas.microsoft.com/office/drawing/2014/main" id="{E1F6A91D-56EF-BB44-9C7D-61319042C36D}"/>
              </a:ext>
            </a:extLst>
          </p:cNvPr>
          <p:cNvSpPr/>
          <p:nvPr/>
        </p:nvSpPr>
        <p:spPr>
          <a:xfrm>
            <a:off x="9091699" y="853136"/>
            <a:ext cx="3596664" cy="5463085"/>
          </a:xfrm>
          <a:custGeom>
            <a:avLst/>
            <a:gdLst>
              <a:gd name="connsiteX0" fmla="*/ 236919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2369197 w 4350058"/>
              <a:gd name="connsiteY4" fmla="*/ 0 h 6860193"/>
              <a:gd name="connsiteX0" fmla="*/ 2369197 w 4350059"/>
              <a:gd name="connsiteY0" fmla="*/ 0 h 6860194"/>
              <a:gd name="connsiteX1" fmla="*/ 0 w 4350059"/>
              <a:gd name="connsiteY1" fmla="*/ 6860194 h 6860194"/>
              <a:gd name="connsiteX2" fmla="*/ 2163247 w 4350059"/>
              <a:gd name="connsiteY2" fmla="*/ 6321724 h 6860194"/>
              <a:gd name="connsiteX3" fmla="*/ 4350059 w 4350059"/>
              <a:gd name="connsiteY3" fmla="*/ 0 h 6860194"/>
              <a:gd name="connsiteX4" fmla="*/ 2369197 w 4350059"/>
              <a:gd name="connsiteY4" fmla="*/ 0 h 6860194"/>
              <a:gd name="connsiteX0" fmla="*/ 2186812 w 4167674"/>
              <a:gd name="connsiteY0" fmla="*/ 0 h 6330409"/>
              <a:gd name="connsiteX1" fmla="*/ 0 w 4167674"/>
              <a:gd name="connsiteY1" fmla="*/ 6330409 h 6330409"/>
              <a:gd name="connsiteX2" fmla="*/ 1980862 w 4167674"/>
              <a:gd name="connsiteY2" fmla="*/ 6321724 h 6330409"/>
              <a:gd name="connsiteX3" fmla="*/ 4167674 w 4167674"/>
              <a:gd name="connsiteY3" fmla="*/ 0 h 6330409"/>
              <a:gd name="connsiteX4" fmla="*/ 2186812 w 4167674"/>
              <a:gd name="connsiteY4" fmla="*/ 0 h 6330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7674" h="6330409">
                <a:moveTo>
                  <a:pt x="2186812" y="0"/>
                </a:moveTo>
                <a:lnTo>
                  <a:pt x="0" y="6330409"/>
                </a:lnTo>
                <a:lnTo>
                  <a:pt x="1980862" y="6321724"/>
                </a:lnTo>
                <a:lnTo>
                  <a:pt x="4167674" y="0"/>
                </a:lnTo>
                <a:lnTo>
                  <a:pt x="2186812" y="0"/>
                </a:lnTo>
                <a:close/>
              </a:path>
            </a:pathLst>
          </a:custGeom>
          <a:solidFill>
            <a:schemeClr val="tx2"/>
          </a:solidFill>
          <a:ln w="14607" cap="flat">
            <a:noFill/>
            <a:prstDash val="solid"/>
            <a:miter/>
          </a:ln>
        </p:spPr>
        <p:txBody>
          <a:bodyPr rtlCol="0" anchor="ctr"/>
          <a:lstStyle/>
          <a:p>
            <a:endParaRPr lang="en-BE" b="1" i="0">
              <a:latin typeface="Montserrat" pitchFamily="2" charset="77"/>
            </a:endParaRPr>
          </a:p>
        </p:txBody>
      </p:sp>
      <p:sp>
        <p:nvSpPr>
          <p:cNvPr id="13" name="Graphic 2">
            <a:extLst>
              <a:ext uri="{FF2B5EF4-FFF2-40B4-BE49-F238E27FC236}">
                <a16:creationId xmlns:a16="http://schemas.microsoft.com/office/drawing/2014/main" id="{0B96FFF6-E4A8-4B41-A30D-5F038AE66A44}"/>
              </a:ext>
            </a:extLst>
          </p:cNvPr>
          <p:cNvSpPr/>
          <p:nvPr userDrawn="1"/>
        </p:nvSpPr>
        <p:spPr>
          <a:xfrm>
            <a:off x="11363305" y="1327598"/>
            <a:ext cx="1160819" cy="2401052"/>
          </a:xfrm>
          <a:custGeom>
            <a:avLst/>
            <a:gdLst>
              <a:gd name="connsiteX0" fmla="*/ 236919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2369197 w 4350058"/>
              <a:gd name="connsiteY4" fmla="*/ 0 h 6860193"/>
              <a:gd name="connsiteX0" fmla="*/ 337780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3377807 w 4350058"/>
              <a:gd name="connsiteY4" fmla="*/ 0 h 6860193"/>
              <a:gd name="connsiteX0" fmla="*/ 2359214 w 3331465"/>
              <a:gd name="connsiteY0" fmla="*/ 0 h 6860193"/>
              <a:gd name="connsiteX1" fmla="*/ 0 w 3331465"/>
              <a:gd name="connsiteY1" fmla="*/ 6860193 h 6860193"/>
              <a:gd name="connsiteX2" fmla="*/ 962269 w 3331465"/>
              <a:gd name="connsiteY2" fmla="*/ 6860194 h 6860193"/>
              <a:gd name="connsiteX3" fmla="*/ 3331466 w 3331465"/>
              <a:gd name="connsiteY3" fmla="*/ 0 h 6860193"/>
              <a:gd name="connsiteX4" fmla="*/ 2359214 w 3331465"/>
              <a:gd name="connsiteY4" fmla="*/ 0 h 6860193"/>
              <a:gd name="connsiteX0" fmla="*/ 2389175 w 3331465"/>
              <a:gd name="connsiteY0" fmla="*/ 0 h 6860193"/>
              <a:gd name="connsiteX1" fmla="*/ 0 w 3331465"/>
              <a:gd name="connsiteY1" fmla="*/ 6860193 h 6860193"/>
              <a:gd name="connsiteX2" fmla="*/ 962269 w 3331465"/>
              <a:gd name="connsiteY2" fmla="*/ 6860194 h 6860193"/>
              <a:gd name="connsiteX3" fmla="*/ 3331466 w 3331465"/>
              <a:gd name="connsiteY3" fmla="*/ 0 h 6860193"/>
              <a:gd name="connsiteX4" fmla="*/ 2389175 w 3331465"/>
              <a:gd name="connsiteY4" fmla="*/ 0 h 6860193"/>
              <a:gd name="connsiteX0" fmla="*/ 2359214 w 3301504"/>
              <a:gd name="connsiteY0" fmla="*/ 0 h 6860193"/>
              <a:gd name="connsiteX1" fmla="*/ 0 w 3301504"/>
              <a:gd name="connsiteY1" fmla="*/ 6860193 h 6860193"/>
              <a:gd name="connsiteX2" fmla="*/ 932308 w 3301504"/>
              <a:gd name="connsiteY2" fmla="*/ 6860194 h 6860193"/>
              <a:gd name="connsiteX3" fmla="*/ 3301505 w 3301504"/>
              <a:gd name="connsiteY3" fmla="*/ 0 h 6860193"/>
              <a:gd name="connsiteX4" fmla="*/ 2359214 w 3301504"/>
              <a:gd name="connsiteY4" fmla="*/ 0 h 6860193"/>
              <a:gd name="connsiteX0" fmla="*/ 2379186 w 3321476"/>
              <a:gd name="connsiteY0" fmla="*/ 0 h 6870179"/>
              <a:gd name="connsiteX1" fmla="*/ 0 w 3321476"/>
              <a:gd name="connsiteY1" fmla="*/ 6870179 h 6870179"/>
              <a:gd name="connsiteX2" fmla="*/ 952280 w 3321476"/>
              <a:gd name="connsiteY2" fmla="*/ 6860194 h 6870179"/>
              <a:gd name="connsiteX3" fmla="*/ 3321477 w 3321476"/>
              <a:gd name="connsiteY3" fmla="*/ 0 h 6870179"/>
              <a:gd name="connsiteX4" fmla="*/ 2379186 w 3321476"/>
              <a:gd name="connsiteY4" fmla="*/ 0 h 6870179"/>
              <a:gd name="connsiteX0" fmla="*/ 2361016 w 3321476"/>
              <a:gd name="connsiteY0" fmla="*/ 9085 h 6870179"/>
              <a:gd name="connsiteX1" fmla="*/ 0 w 3321476"/>
              <a:gd name="connsiteY1" fmla="*/ 6870179 h 6870179"/>
              <a:gd name="connsiteX2" fmla="*/ 952280 w 3321476"/>
              <a:gd name="connsiteY2" fmla="*/ 6860194 h 6870179"/>
              <a:gd name="connsiteX3" fmla="*/ 3321477 w 3321476"/>
              <a:gd name="connsiteY3" fmla="*/ 0 h 6870179"/>
              <a:gd name="connsiteX4" fmla="*/ 2361016 w 3321476"/>
              <a:gd name="connsiteY4" fmla="*/ 9085 h 687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1476" h="6870179">
                <a:moveTo>
                  <a:pt x="2361016" y="9085"/>
                </a:moveTo>
                <a:lnTo>
                  <a:pt x="0" y="6870179"/>
                </a:lnTo>
                <a:lnTo>
                  <a:pt x="952280" y="6860194"/>
                </a:lnTo>
                <a:lnTo>
                  <a:pt x="3321477" y="0"/>
                </a:lnTo>
                <a:lnTo>
                  <a:pt x="2361016" y="9085"/>
                </a:lnTo>
                <a:close/>
              </a:path>
            </a:pathLst>
          </a:custGeom>
          <a:solidFill>
            <a:schemeClr val="accent2"/>
          </a:solidFill>
          <a:ln w="14607" cap="flat">
            <a:noFill/>
            <a:prstDash val="solid"/>
            <a:miter/>
          </a:ln>
        </p:spPr>
        <p:txBody>
          <a:bodyPr rtlCol="0" anchor="ctr"/>
          <a:lstStyle/>
          <a:p>
            <a:endParaRPr lang="en-BE" b="1" i="0">
              <a:latin typeface="Montserrat" pitchFamily="2" charset="77"/>
            </a:endParaRPr>
          </a:p>
        </p:txBody>
      </p:sp>
      <p:sp>
        <p:nvSpPr>
          <p:cNvPr id="7" name="Picture Placeholder 6">
            <a:extLst>
              <a:ext uri="{FF2B5EF4-FFF2-40B4-BE49-F238E27FC236}">
                <a16:creationId xmlns:a16="http://schemas.microsoft.com/office/drawing/2014/main" id="{EC232888-DC16-0D47-971E-7DE65ED916AD}"/>
              </a:ext>
            </a:extLst>
          </p:cNvPr>
          <p:cNvSpPr>
            <a:spLocks noGrp="1"/>
          </p:cNvSpPr>
          <p:nvPr>
            <p:ph type="pic" sz="quarter" idx="10"/>
          </p:nvPr>
        </p:nvSpPr>
        <p:spPr>
          <a:xfrm>
            <a:off x="6812331" y="853136"/>
            <a:ext cx="3868510" cy="545391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lumMod val="85000"/>
            </a:schemeClr>
          </a:solidFill>
        </p:spPr>
        <p:txBody>
          <a:bodyPr anchor="ctr">
            <a:normAutofit/>
          </a:bodyPr>
          <a:lstStyle>
            <a:lvl1pPr algn="ctr">
              <a:defRPr sz="1100" b="0" i="0">
                <a:solidFill>
                  <a:schemeClr val="bg1"/>
                </a:solidFill>
                <a:latin typeface="Montserrat" pitchFamily="2" charset="77"/>
              </a:defRPr>
            </a:lvl1pPr>
          </a:lstStyle>
          <a:p>
            <a:r>
              <a:rPr lang="en-GB"/>
              <a:t>Click icon to add picture</a:t>
            </a:r>
            <a:endParaRPr lang="en-BE"/>
          </a:p>
        </p:txBody>
      </p:sp>
      <p:sp>
        <p:nvSpPr>
          <p:cNvPr id="2" name="Text Placeholder 3">
            <a:extLst>
              <a:ext uri="{FF2B5EF4-FFF2-40B4-BE49-F238E27FC236}">
                <a16:creationId xmlns:a16="http://schemas.microsoft.com/office/drawing/2014/main" id="{B3F114DC-1FA1-2949-4E68-B666E0DED7B5}"/>
              </a:ext>
            </a:extLst>
          </p:cNvPr>
          <p:cNvSpPr>
            <a:spLocks noGrp="1"/>
          </p:cNvSpPr>
          <p:nvPr>
            <p:ph type="body" sz="quarter" idx="11"/>
          </p:nvPr>
        </p:nvSpPr>
        <p:spPr>
          <a:xfrm>
            <a:off x="550863" y="549275"/>
            <a:ext cx="5545137" cy="5453911"/>
          </a:xfrm>
        </p:spPr>
        <p:txBody>
          <a:bodyPr anchor="ctr">
            <a:normAutofit/>
          </a:bodyPr>
          <a:lstStyle>
            <a:lvl1pPr marL="0" indent="0" algn="l">
              <a:buFontTx/>
              <a:buNone/>
              <a:defRPr sz="3200" b="1" i="0">
                <a:solidFill>
                  <a:schemeClr val="tx2"/>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Tree>
    <p:extLst>
      <p:ext uri="{BB962C8B-B14F-4D97-AF65-F5344CB8AC3E}">
        <p14:creationId xmlns:p14="http://schemas.microsoft.com/office/powerpoint/2010/main" val="29389904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er case">
    <p:spTree>
      <p:nvGrpSpPr>
        <p:cNvPr id="1" name=""/>
        <p:cNvGrpSpPr/>
        <p:nvPr/>
      </p:nvGrpSpPr>
      <p:grpSpPr>
        <a:xfrm>
          <a:off x="0" y="0"/>
          <a:ext cx="0" cy="0"/>
          <a:chOff x="0" y="0"/>
          <a:chExt cx="0" cy="0"/>
        </a:xfrm>
      </p:grpSpPr>
      <p:sp>
        <p:nvSpPr>
          <p:cNvPr id="3" name="Rechthoek 12">
            <a:extLst>
              <a:ext uri="{FF2B5EF4-FFF2-40B4-BE49-F238E27FC236}">
                <a16:creationId xmlns:a16="http://schemas.microsoft.com/office/drawing/2014/main" id="{D267D694-B262-FDC3-0178-5E318F95F796}"/>
              </a:ext>
            </a:extLst>
          </p:cNvPr>
          <p:cNvSpPr/>
          <p:nvPr userDrawn="1"/>
        </p:nvSpPr>
        <p:spPr>
          <a:xfrm>
            <a:off x="8129470" y="3440283"/>
            <a:ext cx="4081974" cy="2880000"/>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b="1" i="0">
              <a:latin typeface="Montserrat" pitchFamily="2" charset="77"/>
            </a:endParaRPr>
          </a:p>
        </p:txBody>
      </p:sp>
      <p:sp>
        <p:nvSpPr>
          <p:cNvPr id="4" name="Rechthoek 4">
            <a:extLst>
              <a:ext uri="{FF2B5EF4-FFF2-40B4-BE49-F238E27FC236}">
                <a16:creationId xmlns:a16="http://schemas.microsoft.com/office/drawing/2014/main" id="{A5E77ADD-EA0F-74B9-5DCA-38951F40AF3C}"/>
              </a:ext>
            </a:extLst>
          </p:cNvPr>
          <p:cNvSpPr/>
          <p:nvPr userDrawn="1"/>
        </p:nvSpPr>
        <p:spPr>
          <a:xfrm>
            <a:off x="0" y="3440283"/>
            <a:ext cx="4078606" cy="288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b="1" i="0">
              <a:latin typeface="Montserrat" pitchFamily="2" charset="77"/>
            </a:endParaRPr>
          </a:p>
        </p:txBody>
      </p:sp>
      <p:sp>
        <p:nvSpPr>
          <p:cNvPr id="5" name="Rectangle 2">
            <a:extLst>
              <a:ext uri="{FF2B5EF4-FFF2-40B4-BE49-F238E27FC236}">
                <a16:creationId xmlns:a16="http://schemas.microsoft.com/office/drawing/2014/main" id="{21FAC16A-3F65-CA5B-D23C-18B52DCA3265}"/>
              </a:ext>
            </a:extLst>
          </p:cNvPr>
          <p:cNvSpPr/>
          <p:nvPr userDrawn="1"/>
        </p:nvSpPr>
        <p:spPr>
          <a:xfrm>
            <a:off x="4072831" y="3440037"/>
            <a:ext cx="4062413" cy="2880492"/>
          </a:xfrm>
          <a:prstGeom prst="rect">
            <a:avLst/>
          </a:prstGeom>
          <a:solidFill>
            <a:schemeClr val="tx2">
              <a:alpha val="75000"/>
            </a:schemeClr>
          </a:solidFill>
          <a:effectLst>
            <a:outerShdw sx="1000" sy="1000" algn="t" rotWithShape="0">
              <a:prstClr val="black">
                <a:alpha val="0"/>
              </a:prstClr>
            </a:outerShdw>
          </a:effectLst>
        </p:spPr>
        <p:txBody>
          <a:bodyPr lIns="0" tIns="0" rIns="0" bIns="0" rtlCol="0" anchor="ctr">
            <a:noAutofit/>
          </a:bodyPr>
          <a:lstStyle/>
          <a:p>
            <a:pPr algn="l" defTabSz="1218418">
              <a:lnSpc>
                <a:spcPct val="100000"/>
              </a:lnSpc>
              <a:spcAft>
                <a:spcPts val="1200"/>
              </a:spcAft>
              <a:buClr>
                <a:schemeClr val="tx1"/>
              </a:buClr>
            </a:pPr>
            <a:endParaRPr lang="nl-NL" sz="1400" b="1" i="0">
              <a:latin typeface="Montserrat" pitchFamily="2" charset="77"/>
              <a:cs typeface="Proximus Bold"/>
            </a:endParaRPr>
          </a:p>
        </p:txBody>
      </p:sp>
      <p:sp>
        <p:nvSpPr>
          <p:cNvPr id="20" name="Text Placeholder 19">
            <a:extLst>
              <a:ext uri="{FF2B5EF4-FFF2-40B4-BE49-F238E27FC236}">
                <a16:creationId xmlns:a16="http://schemas.microsoft.com/office/drawing/2014/main" id="{9A50A0A2-C389-F493-B5A6-950B37D76183}"/>
              </a:ext>
            </a:extLst>
          </p:cNvPr>
          <p:cNvSpPr>
            <a:spLocks noGrp="1"/>
          </p:cNvSpPr>
          <p:nvPr>
            <p:ph type="body" sz="quarter" idx="10" hasCustomPrompt="1"/>
          </p:nvPr>
        </p:nvSpPr>
        <p:spPr>
          <a:xfrm>
            <a:off x="550863" y="3699789"/>
            <a:ext cx="2950797" cy="411163"/>
          </a:xfrm>
        </p:spPr>
        <p:txBody>
          <a:bodyPr anchor="ctr"/>
          <a:lstStyle>
            <a:lvl1pPr marL="0" indent="0" algn="l">
              <a:buNone/>
              <a:defRPr b="1">
                <a:solidFill>
                  <a:schemeClr val="bg1"/>
                </a:solidFill>
              </a:defRPr>
            </a:lvl1pPr>
          </a:lstStyle>
          <a:p>
            <a:pPr lvl="0"/>
            <a:r>
              <a:rPr lang="en-GB"/>
              <a:t>TITEL</a:t>
            </a:r>
            <a:endParaRPr lang="en-BE"/>
          </a:p>
        </p:txBody>
      </p:sp>
      <p:sp>
        <p:nvSpPr>
          <p:cNvPr id="21" name="Text Placeholder 19">
            <a:extLst>
              <a:ext uri="{FF2B5EF4-FFF2-40B4-BE49-F238E27FC236}">
                <a16:creationId xmlns:a16="http://schemas.microsoft.com/office/drawing/2014/main" id="{C930E7AB-202A-CF34-E9EB-12E4CFD5AC8E}"/>
              </a:ext>
            </a:extLst>
          </p:cNvPr>
          <p:cNvSpPr>
            <a:spLocks noGrp="1"/>
          </p:cNvSpPr>
          <p:nvPr>
            <p:ph type="body" sz="quarter" idx="11" hasCustomPrompt="1"/>
          </p:nvPr>
        </p:nvSpPr>
        <p:spPr>
          <a:xfrm>
            <a:off x="4607137" y="3699789"/>
            <a:ext cx="2945387" cy="411163"/>
          </a:xfrm>
        </p:spPr>
        <p:txBody>
          <a:bodyPr anchor="ctr"/>
          <a:lstStyle>
            <a:lvl1pPr marL="0" indent="0" algn="l">
              <a:buNone/>
              <a:defRPr b="1">
                <a:solidFill>
                  <a:schemeClr val="bg1"/>
                </a:solidFill>
              </a:defRPr>
            </a:lvl1pPr>
          </a:lstStyle>
          <a:p>
            <a:pPr lvl="0"/>
            <a:r>
              <a:rPr lang="en-GB"/>
              <a:t>TITEL</a:t>
            </a:r>
            <a:endParaRPr lang="en-BE"/>
          </a:p>
        </p:txBody>
      </p:sp>
      <p:sp>
        <p:nvSpPr>
          <p:cNvPr id="22" name="Text Placeholder 19">
            <a:extLst>
              <a:ext uri="{FF2B5EF4-FFF2-40B4-BE49-F238E27FC236}">
                <a16:creationId xmlns:a16="http://schemas.microsoft.com/office/drawing/2014/main" id="{61583469-85A6-9B65-709C-2AD3AA17D138}"/>
              </a:ext>
            </a:extLst>
          </p:cNvPr>
          <p:cNvSpPr>
            <a:spLocks noGrp="1"/>
          </p:cNvSpPr>
          <p:nvPr>
            <p:ph type="body" sz="quarter" idx="12" hasCustomPrompt="1"/>
          </p:nvPr>
        </p:nvSpPr>
        <p:spPr>
          <a:xfrm>
            <a:off x="8654336" y="3699789"/>
            <a:ext cx="2986802" cy="411163"/>
          </a:xfrm>
        </p:spPr>
        <p:txBody>
          <a:bodyPr anchor="ctr"/>
          <a:lstStyle>
            <a:lvl1pPr marL="0" indent="0" algn="l">
              <a:buNone/>
              <a:defRPr b="1">
                <a:solidFill>
                  <a:schemeClr val="bg1"/>
                </a:solidFill>
              </a:defRPr>
            </a:lvl1pPr>
          </a:lstStyle>
          <a:p>
            <a:pPr lvl="0"/>
            <a:r>
              <a:rPr lang="en-GB"/>
              <a:t>TITEL</a:t>
            </a:r>
            <a:endParaRPr lang="en-BE"/>
          </a:p>
        </p:txBody>
      </p:sp>
      <p:sp>
        <p:nvSpPr>
          <p:cNvPr id="24" name="Text Placeholder 23">
            <a:extLst>
              <a:ext uri="{FF2B5EF4-FFF2-40B4-BE49-F238E27FC236}">
                <a16:creationId xmlns:a16="http://schemas.microsoft.com/office/drawing/2014/main" id="{FB793A6D-0EBD-5E3B-B967-3468D755E811}"/>
              </a:ext>
            </a:extLst>
          </p:cNvPr>
          <p:cNvSpPr>
            <a:spLocks noGrp="1"/>
          </p:cNvSpPr>
          <p:nvPr>
            <p:ph type="body" sz="quarter" idx="13"/>
          </p:nvPr>
        </p:nvSpPr>
        <p:spPr>
          <a:xfrm>
            <a:off x="550863" y="4125090"/>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0" name="Text Placeholder 29">
            <a:extLst>
              <a:ext uri="{FF2B5EF4-FFF2-40B4-BE49-F238E27FC236}">
                <a16:creationId xmlns:a16="http://schemas.microsoft.com/office/drawing/2014/main" id="{143B5D31-304B-F9F1-721C-190208D7CF4B}"/>
              </a:ext>
            </a:extLst>
          </p:cNvPr>
          <p:cNvSpPr>
            <a:spLocks noGrp="1"/>
          </p:cNvSpPr>
          <p:nvPr>
            <p:ph type="body" sz="quarter" idx="16" hasCustomPrompt="1"/>
          </p:nvPr>
        </p:nvSpPr>
        <p:spPr>
          <a:xfrm>
            <a:off x="558746" y="2065834"/>
            <a:ext cx="3116262" cy="1149934"/>
          </a:xfrm>
        </p:spPr>
        <p:txBody>
          <a:bodyPr>
            <a:noAutofit/>
          </a:bodyPr>
          <a:lstStyle>
            <a:lvl1pPr marL="0" indent="0" algn="l">
              <a:lnSpc>
                <a:spcPct val="100000"/>
              </a:lnSpc>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stStyle>
          <a:p>
            <a:pPr lvl="0"/>
            <a:r>
              <a:rPr lang="en-GB"/>
              <a:t>About text</a:t>
            </a:r>
          </a:p>
        </p:txBody>
      </p:sp>
      <p:sp>
        <p:nvSpPr>
          <p:cNvPr id="32" name="Picture Placeholder 31">
            <a:extLst>
              <a:ext uri="{FF2B5EF4-FFF2-40B4-BE49-F238E27FC236}">
                <a16:creationId xmlns:a16="http://schemas.microsoft.com/office/drawing/2014/main" id="{989DD56A-F6F6-40A0-77E2-B7AEA981E5FD}"/>
              </a:ext>
            </a:extLst>
          </p:cNvPr>
          <p:cNvSpPr>
            <a:spLocks noGrp="1"/>
          </p:cNvSpPr>
          <p:nvPr>
            <p:ph type="pic" sz="quarter" idx="17" hasCustomPrompt="1"/>
          </p:nvPr>
        </p:nvSpPr>
        <p:spPr>
          <a:xfrm>
            <a:off x="558746" y="1423314"/>
            <a:ext cx="3116262" cy="628382"/>
          </a:xfrm>
        </p:spPr>
        <p:txBody>
          <a:bodyPr anchor="ctr"/>
          <a:lstStyle>
            <a:lvl1pPr marL="0" indent="0">
              <a:buNone/>
              <a:defRPr/>
            </a:lvl1pPr>
          </a:lstStyle>
          <a:p>
            <a:r>
              <a:rPr lang="en-BE"/>
              <a:t>Logo</a:t>
            </a:r>
          </a:p>
        </p:txBody>
      </p:sp>
      <p:sp>
        <p:nvSpPr>
          <p:cNvPr id="6" name="Title 5">
            <a:extLst>
              <a:ext uri="{FF2B5EF4-FFF2-40B4-BE49-F238E27FC236}">
                <a16:creationId xmlns:a16="http://schemas.microsoft.com/office/drawing/2014/main" id="{3387E8D2-9FFA-9874-FF1F-0F62C4E21E9F}"/>
              </a:ext>
            </a:extLst>
          </p:cNvPr>
          <p:cNvSpPr>
            <a:spLocks noGrp="1"/>
          </p:cNvSpPr>
          <p:nvPr>
            <p:ph type="title"/>
          </p:nvPr>
        </p:nvSpPr>
        <p:spPr>
          <a:xfrm>
            <a:off x="550864" y="549275"/>
            <a:ext cx="9864376" cy="874039"/>
          </a:xfrm>
        </p:spPr>
        <p:txBody>
          <a:bodyPr/>
          <a:lstStyle>
            <a:lvl1pPr>
              <a:defRPr>
                <a:solidFill>
                  <a:schemeClr val="tx2"/>
                </a:solidFill>
              </a:defRPr>
            </a:lvl1pPr>
          </a:lstStyle>
          <a:p>
            <a:r>
              <a:rPr lang="en-GB"/>
              <a:t>Click to edit Master title style</a:t>
            </a:r>
            <a:endParaRPr lang="nl-NL"/>
          </a:p>
        </p:txBody>
      </p:sp>
      <p:sp>
        <p:nvSpPr>
          <p:cNvPr id="9" name="Picture Placeholder 8">
            <a:extLst>
              <a:ext uri="{FF2B5EF4-FFF2-40B4-BE49-F238E27FC236}">
                <a16:creationId xmlns:a16="http://schemas.microsoft.com/office/drawing/2014/main" id="{E4969A36-DE4D-BB51-6DDE-B5C50563768C}"/>
              </a:ext>
            </a:extLst>
          </p:cNvPr>
          <p:cNvSpPr>
            <a:spLocks noGrp="1"/>
          </p:cNvSpPr>
          <p:nvPr>
            <p:ph type="pic" sz="quarter" idx="18"/>
          </p:nvPr>
        </p:nvSpPr>
        <p:spPr>
          <a:xfrm>
            <a:off x="4086225" y="1423988"/>
            <a:ext cx="8097838" cy="2016125"/>
          </a:xfrm>
          <a:solidFill>
            <a:schemeClr val="bg1">
              <a:lumMod val="85000"/>
            </a:schemeClr>
          </a:solidFill>
        </p:spPr>
        <p:txBody>
          <a:bodyPr anchor="ctr"/>
          <a:lstStyle>
            <a:lvl1pPr algn="ctr">
              <a:defRPr>
                <a:solidFill>
                  <a:schemeClr val="bg1"/>
                </a:solidFill>
              </a:defRPr>
            </a:lvl1pPr>
          </a:lstStyle>
          <a:p>
            <a:r>
              <a:rPr lang="en-GB"/>
              <a:t>Click icon to add picture</a:t>
            </a:r>
            <a:endParaRPr lang="nl-NL"/>
          </a:p>
        </p:txBody>
      </p:sp>
      <p:sp>
        <p:nvSpPr>
          <p:cNvPr id="2" name="Text Placeholder 23">
            <a:extLst>
              <a:ext uri="{FF2B5EF4-FFF2-40B4-BE49-F238E27FC236}">
                <a16:creationId xmlns:a16="http://schemas.microsoft.com/office/drawing/2014/main" id="{C380F6E4-6F71-3616-5989-D5308A1E5715}"/>
              </a:ext>
            </a:extLst>
          </p:cNvPr>
          <p:cNvSpPr>
            <a:spLocks noGrp="1"/>
          </p:cNvSpPr>
          <p:nvPr>
            <p:ph type="body" sz="quarter" idx="19"/>
          </p:nvPr>
        </p:nvSpPr>
        <p:spPr>
          <a:xfrm>
            <a:off x="4607137" y="4110952"/>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Text Placeholder 23">
            <a:extLst>
              <a:ext uri="{FF2B5EF4-FFF2-40B4-BE49-F238E27FC236}">
                <a16:creationId xmlns:a16="http://schemas.microsoft.com/office/drawing/2014/main" id="{0E190901-4E6A-E5F2-EF83-0E96CC49585A}"/>
              </a:ext>
            </a:extLst>
          </p:cNvPr>
          <p:cNvSpPr>
            <a:spLocks noGrp="1"/>
          </p:cNvSpPr>
          <p:nvPr>
            <p:ph type="body" sz="quarter" idx="20"/>
          </p:nvPr>
        </p:nvSpPr>
        <p:spPr>
          <a:xfrm>
            <a:off x="8654336" y="4110951"/>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Tree>
    <p:extLst>
      <p:ext uri="{BB962C8B-B14F-4D97-AF65-F5344CB8AC3E}">
        <p14:creationId xmlns:p14="http://schemas.microsoft.com/office/powerpoint/2010/main" val="19371501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amp;A">
    <p:bg>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FE4674-A999-49D0-7967-BA54FF75B8B2}"/>
              </a:ext>
            </a:extLst>
          </p:cNvPr>
          <p:cNvPicPr>
            <a:picLocks noChangeAspect="1"/>
          </p:cNvPicPr>
          <p:nvPr userDrawn="1"/>
        </p:nvPicPr>
        <p:blipFill>
          <a:blip r:embed="rId2"/>
          <a:stretch>
            <a:fillRect/>
          </a:stretch>
        </p:blipFill>
        <p:spPr>
          <a:xfrm>
            <a:off x="2667000" y="-1138236"/>
            <a:ext cx="6858000" cy="6858000"/>
          </a:xfrm>
          <a:prstGeom prst="rect">
            <a:avLst/>
          </a:prstGeom>
        </p:spPr>
      </p:pic>
      <p:sp>
        <p:nvSpPr>
          <p:cNvPr id="2" name="Picture Placeholder 1">
            <a:extLst>
              <a:ext uri="{FF2B5EF4-FFF2-40B4-BE49-F238E27FC236}">
                <a16:creationId xmlns:a16="http://schemas.microsoft.com/office/drawing/2014/main" id="{697833DD-79DD-310A-7FD2-98ED08524436}"/>
              </a:ext>
            </a:extLst>
          </p:cNvPr>
          <p:cNvSpPr>
            <a:spLocks noGrp="1"/>
          </p:cNvSpPr>
          <p:nvPr>
            <p:ph type="pic" sz="quarter" idx="11"/>
          </p:nvPr>
        </p:nvSpPr>
        <p:spPr>
          <a:xfrm>
            <a:off x="5515590"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
        <p:nvSpPr>
          <p:cNvPr id="5" name="TextBox 4">
            <a:extLst>
              <a:ext uri="{FF2B5EF4-FFF2-40B4-BE49-F238E27FC236}">
                <a16:creationId xmlns:a16="http://schemas.microsoft.com/office/drawing/2014/main" id="{78A5D80C-51F9-72A2-FE8C-9617C3B66003}"/>
              </a:ext>
            </a:extLst>
          </p:cNvPr>
          <p:cNvSpPr txBox="1"/>
          <p:nvPr userDrawn="1"/>
        </p:nvSpPr>
        <p:spPr>
          <a:xfrm>
            <a:off x="550863" y="549275"/>
            <a:ext cx="5545137" cy="517048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0" b="1" i="0">
                <a:solidFill>
                  <a:schemeClr val="tx2"/>
                </a:solidFill>
                <a:latin typeface="Montserrat" pitchFamily="2" charset="77"/>
              </a:rPr>
              <a:t>Q&amp;A</a:t>
            </a:r>
            <a:endParaRPr lang="en-BE" sz="15000" b="1" i="0">
              <a:solidFill>
                <a:schemeClr val="tx2"/>
              </a:solidFill>
              <a:latin typeface="Montserrat" pitchFamily="2" charset="77"/>
            </a:endParaRPr>
          </a:p>
        </p:txBody>
      </p:sp>
    </p:spTree>
    <p:extLst>
      <p:ext uri="{BB962C8B-B14F-4D97-AF65-F5344CB8AC3E}">
        <p14:creationId xmlns:p14="http://schemas.microsoft.com/office/powerpoint/2010/main" val="11759349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V title + picture">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9FAAE1FE-EE51-CFF0-21FB-7C4C889C26C7}"/>
              </a:ext>
            </a:extLst>
          </p:cNvPr>
          <p:cNvSpPr/>
          <p:nvPr userDrawn="1"/>
        </p:nvSpPr>
        <p:spPr>
          <a:xfrm>
            <a:off x="0" y="540856"/>
            <a:ext cx="11641139" cy="5767870"/>
          </a:xfrm>
          <a:custGeom>
            <a:avLst/>
            <a:gdLst>
              <a:gd name="connsiteX0" fmla="*/ 0 w 11641139"/>
              <a:gd name="connsiteY0" fmla="*/ 0 h 5767870"/>
              <a:gd name="connsiteX1" fmla="*/ 704835 w 11641139"/>
              <a:gd name="connsiteY1" fmla="*/ 0 h 5767870"/>
              <a:gd name="connsiteX2" fmla="*/ 11641139 w 11641139"/>
              <a:gd name="connsiteY2" fmla="*/ 0 h 5767870"/>
              <a:gd name="connsiteX3" fmla="*/ 9642603 w 11641139"/>
              <a:gd name="connsiteY3" fmla="*/ 5767870 h 5767870"/>
              <a:gd name="connsiteX4" fmla="*/ 0 w 11641139"/>
              <a:gd name="connsiteY4" fmla="*/ 5767870 h 5767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41139" h="5767870">
                <a:moveTo>
                  <a:pt x="0" y="0"/>
                </a:moveTo>
                <a:lnTo>
                  <a:pt x="704835" y="0"/>
                </a:lnTo>
                <a:lnTo>
                  <a:pt x="11641139" y="0"/>
                </a:lnTo>
                <a:lnTo>
                  <a:pt x="9642603" y="5767870"/>
                </a:lnTo>
                <a:lnTo>
                  <a:pt x="0" y="57678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pic>
        <p:nvPicPr>
          <p:cNvPr id="23" name="Picture 22" descr="A white dots in a circle&#10;&#10;AI-generated content may be incorrect.">
            <a:extLst>
              <a:ext uri="{FF2B5EF4-FFF2-40B4-BE49-F238E27FC236}">
                <a16:creationId xmlns:a16="http://schemas.microsoft.com/office/drawing/2014/main" id="{BB19DC6A-6A1E-456B-A245-257BF77B16A9}"/>
              </a:ext>
            </a:extLst>
          </p:cNvPr>
          <p:cNvPicPr>
            <a:picLocks noChangeAspect="1"/>
          </p:cNvPicPr>
          <p:nvPr userDrawn="1"/>
        </p:nvPicPr>
        <p:blipFill>
          <a:blip r:embed="rId2"/>
          <a:stretch>
            <a:fillRect/>
          </a:stretch>
        </p:blipFill>
        <p:spPr>
          <a:xfrm>
            <a:off x="8320388" y="1156121"/>
            <a:ext cx="3777650" cy="3010315"/>
          </a:xfrm>
          <a:prstGeom prst="rect">
            <a:avLst/>
          </a:prstGeom>
        </p:spPr>
      </p:pic>
      <p:pic>
        <p:nvPicPr>
          <p:cNvPr id="24" name="Picture 23" descr="A green circle on a black background&#10;&#10;AI-generated content may be incorrect.">
            <a:extLst>
              <a:ext uri="{FF2B5EF4-FFF2-40B4-BE49-F238E27FC236}">
                <a16:creationId xmlns:a16="http://schemas.microsoft.com/office/drawing/2014/main" id="{A74CF3F4-D0F4-9985-6F89-C414C9B75FC2}"/>
              </a:ext>
            </a:extLst>
          </p:cNvPr>
          <p:cNvPicPr>
            <a:picLocks noChangeAspect="1"/>
          </p:cNvPicPr>
          <p:nvPr userDrawn="1"/>
        </p:nvPicPr>
        <p:blipFill>
          <a:blip r:embed="rId3"/>
          <a:stretch>
            <a:fillRect/>
          </a:stretch>
        </p:blipFill>
        <p:spPr>
          <a:xfrm>
            <a:off x="8181473" y="2840117"/>
            <a:ext cx="2058484" cy="1640355"/>
          </a:xfrm>
          <a:prstGeom prst="rect">
            <a:avLst/>
          </a:prstGeom>
        </p:spPr>
      </p:pic>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2" name="TextBox 1">
            <a:extLst>
              <a:ext uri="{FF2B5EF4-FFF2-40B4-BE49-F238E27FC236}">
                <a16:creationId xmlns:a16="http://schemas.microsoft.com/office/drawing/2014/main" id="{23253B67-4649-10B3-9A3B-2FCDACD59FC5}"/>
              </a:ext>
            </a:extLst>
          </p:cNvPr>
          <p:cNvSpPr txBox="1"/>
          <p:nvPr userDrawn="1"/>
        </p:nvSpPr>
        <p:spPr>
          <a:xfrm>
            <a:off x="1130530" y="1753909"/>
            <a:ext cx="2801389" cy="498764"/>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r>
              <a:rPr lang="en-BE" sz="1400" b="1" i="0" dirty="0">
                <a:solidFill>
                  <a:schemeClr val="tx2"/>
                </a:solidFill>
                <a:latin typeface="Montserrat" pitchFamily="2" charset="77"/>
              </a:rPr>
              <a:t>Data whiz available!</a:t>
            </a:r>
            <a:br>
              <a:rPr lang="en-BE" sz="1400" dirty="0">
                <a:solidFill>
                  <a:schemeClr val="tx2"/>
                </a:solidFill>
                <a:latin typeface="Montserrat" pitchFamily="2" charset="77"/>
              </a:rPr>
            </a:br>
            <a:r>
              <a:rPr lang="en-BE" sz="1400" dirty="0">
                <a:solidFill>
                  <a:schemeClr val="tx2"/>
                </a:solidFill>
                <a:latin typeface="Montserrat" pitchFamily="2" charset="77"/>
              </a:rPr>
              <a:t>Ready to take on your project!</a:t>
            </a:r>
          </a:p>
        </p:txBody>
      </p:sp>
      <p:grpSp>
        <p:nvGrpSpPr>
          <p:cNvPr id="8" name="Graphic 5">
            <a:extLst>
              <a:ext uri="{FF2B5EF4-FFF2-40B4-BE49-F238E27FC236}">
                <a16:creationId xmlns:a16="http://schemas.microsoft.com/office/drawing/2014/main" id="{56F7D08A-314A-804B-E511-FAA36920D896}"/>
              </a:ext>
            </a:extLst>
          </p:cNvPr>
          <p:cNvGrpSpPr/>
          <p:nvPr/>
        </p:nvGrpSpPr>
        <p:grpSpPr>
          <a:xfrm>
            <a:off x="550863" y="1753909"/>
            <a:ext cx="398612" cy="398612"/>
            <a:chOff x="550863" y="2644558"/>
            <a:chExt cx="398612" cy="398612"/>
          </a:xfrm>
        </p:grpSpPr>
        <p:sp>
          <p:nvSpPr>
            <p:cNvPr id="15" name="Freeform 14">
              <a:extLst>
                <a:ext uri="{FF2B5EF4-FFF2-40B4-BE49-F238E27FC236}">
                  <a16:creationId xmlns:a16="http://schemas.microsoft.com/office/drawing/2014/main" id="{40F45E29-F071-97C0-F0A5-9EFADDD0F20C}"/>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endParaRPr lang="en-BE"/>
            </a:p>
          </p:txBody>
        </p:sp>
        <p:sp>
          <p:nvSpPr>
            <p:cNvPr id="16" name="Freeform 15">
              <a:extLst>
                <a:ext uri="{FF2B5EF4-FFF2-40B4-BE49-F238E27FC236}">
                  <a16:creationId xmlns:a16="http://schemas.microsoft.com/office/drawing/2014/main" id="{C5096168-35AF-C7AE-478F-2F2BD29DD1C9}"/>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endParaRPr lang="en-BE"/>
            </a:p>
          </p:txBody>
        </p:sp>
      </p:grpSp>
      <p:sp>
        <p:nvSpPr>
          <p:cNvPr id="3" name="TextBox 2">
            <a:extLst>
              <a:ext uri="{FF2B5EF4-FFF2-40B4-BE49-F238E27FC236}">
                <a16:creationId xmlns:a16="http://schemas.microsoft.com/office/drawing/2014/main" id="{8644E806-93FF-3762-63DE-FDF4587FFA70}"/>
              </a:ext>
            </a:extLst>
          </p:cNvPr>
          <p:cNvSpPr txBox="1"/>
          <p:nvPr userDrawn="1"/>
        </p:nvSpPr>
        <p:spPr>
          <a:xfrm>
            <a:off x="12347838" y="2062556"/>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0" name="Text Placeholder 9">
            <a:extLst>
              <a:ext uri="{FF2B5EF4-FFF2-40B4-BE49-F238E27FC236}">
                <a16:creationId xmlns:a16="http://schemas.microsoft.com/office/drawing/2014/main" id="{A5C2566E-B71D-D4A2-1FBA-A80A7D3ED9E0}"/>
              </a:ext>
            </a:extLst>
          </p:cNvPr>
          <p:cNvSpPr>
            <a:spLocks noGrp="1"/>
          </p:cNvSpPr>
          <p:nvPr>
            <p:ph type="body" sz="quarter" idx="10" hasCustomPrompt="1"/>
          </p:nvPr>
        </p:nvSpPr>
        <p:spPr>
          <a:xfrm>
            <a:off x="550862" y="2751201"/>
            <a:ext cx="5306948" cy="1079500"/>
          </a:xfrm>
        </p:spPr>
        <p:txBody>
          <a:bodyPr>
            <a:noAutofit/>
          </a:bodyPr>
          <a:lstStyle>
            <a:lvl1pPr>
              <a:defRPr sz="4000" b="1" i="0">
                <a:solidFill>
                  <a:schemeClr val="bg1"/>
                </a:solidFill>
                <a:latin typeface="Montserrat Black" pitchFamily="2" charset="77"/>
              </a:defRPr>
            </a:lvl1pPr>
          </a:lstStyle>
          <a:p>
            <a:pPr lvl="0"/>
            <a:r>
              <a:rPr lang="en-GB" dirty="0"/>
              <a:t>First + </a:t>
            </a:r>
            <a:br>
              <a:rPr lang="en-GB" dirty="0"/>
            </a:br>
            <a:r>
              <a:rPr lang="en-GB" dirty="0"/>
              <a:t>Last name</a:t>
            </a:r>
            <a:endParaRPr lang="en-BE" dirty="0"/>
          </a:p>
        </p:txBody>
      </p:sp>
      <p:sp>
        <p:nvSpPr>
          <p:cNvPr id="12" name="Text Placeholder 9">
            <a:extLst>
              <a:ext uri="{FF2B5EF4-FFF2-40B4-BE49-F238E27FC236}">
                <a16:creationId xmlns:a16="http://schemas.microsoft.com/office/drawing/2014/main" id="{9C52FA79-A198-F9B5-70BA-9D72DC1D20D3}"/>
              </a:ext>
            </a:extLst>
          </p:cNvPr>
          <p:cNvSpPr>
            <a:spLocks noGrp="1"/>
          </p:cNvSpPr>
          <p:nvPr>
            <p:ph type="body" sz="quarter" idx="11" hasCustomPrompt="1"/>
          </p:nvPr>
        </p:nvSpPr>
        <p:spPr>
          <a:xfrm>
            <a:off x="550862" y="3999034"/>
            <a:ext cx="5306948" cy="567407"/>
          </a:xfrm>
        </p:spPr>
        <p:txBody>
          <a:bodyPr>
            <a:noAutofit/>
          </a:bodyPr>
          <a:lstStyle>
            <a:lvl1pPr>
              <a:defRPr sz="2400" b="1" i="0">
                <a:latin typeface="Montserrat SemiBold" pitchFamily="2" charset="77"/>
              </a:defRPr>
            </a:lvl1pPr>
          </a:lstStyle>
          <a:p>
            <a:pPr lvl="0"/>
            <a:r>
              <a:rPr lang="en-GB" dirty="0"/>
              <a:t>Insert function</a:t>
            </a:r>
            <a:endParaRPr lang="en-BE" dirty="0"/>
          </a:p>
        </p:txBody>
      </p:sp>
      <p:sp>
        <p:nvSpPr>
          <p:cNvPr id="13" name="Text Placeholder 9">
            <a:extLst>
              <a:ext uri="{FF2B5EF4-FFF2-40B4-BE49-F238E27FC236}">
                <a16:creationId xmlns:a16="http://schemas.microsoft.com/office/drawing/2014/main" id="{A141D34D-C856-C5E7-C11F-7068A07A35D3}"/>
              </a:ext>
            </a:extLst>
          </p:cNvPr>
          <p:cNvSpPr>
            <a:spLocks noGrp="1"/>
          </p:cNvSpPr>
          <p:nvPr>
            <p:ph type="body" sz="quarter" idx="12" hasCustomPrompt="1"/>
          </p:nvPr>
        </p:nvSpPr>
        <p:spPr>
          <a:xfrm>
            <a:off x="550862" y="4645645"/>
            <a:ext cx="5306948" cy="567407"/>
          </a:xfrm>
        </p:spPr>
        <p:txBody>
          <a:bodyPr>
            <a:noAutofit/>
          </a:bodyPr>
          <a:lstStyle>
            <a:lvl1pPr>
              <a:defRPr sz="2000" b="0" i="0">
                <a:latin typeface="Montserrat Light" pitchFamily="2" charset="77"/>
              </a:defRPr>
            </a:lvl1pPr>
          </a:lstStyle>
          <a:p>
            <a:pPr lvl="0"/>
            <a:r>
              <a:rPr lang="en-GB" dirty="0"/>
              <a:t>Insert one-liner</a:t>
            </a:r>
            <a:endParaRPr lang="en-BE" dirty="0"/>
          </a:p>
        </p:txBody>
      </p:sp>
    </p:spTree>
    <p:extLst>
      <p:ext uri="{BB962C8B-B14F-4D97-AF65-F5344CB8AC3E}">
        <p14:creationId xmlns:p14="http://schemas.microsoft.com/office/powerpoint/2010/main" val="8517298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V bio + small picture">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915B502F-E0F4-DECA-F17B-B3D15D1E5A21}"/>
              </a:ext>
            </a:extLst>
          </p:cNvPr>
          <p:cNvSpPr/>
          <p:nvPr userDrawn="1"/>
        </p:nvSpPr>
        <p:spPr>
          <a:xfrm>
            <a:off x="4716065" y="1772028"/>
            <a:ext cx="7475937" cy="4540547"/>
          </a:xfrm>
          <a:custGeom>
            <a:avLst/>
            <a:gdLst>
              <a:gd name="connsiteX0" fmla="*/ 1573274 w 7475937"/>
              <a:gd name="connsiteY0" fmla="*/ 0 h 4540547"/>
              <a:gd name="connsiteX1" fmla="*/ 7475937 w 7475937"/>
              <a:gd name="connsiteY1" fmla="*/ 0 h 4540547"/>
              <a:gd name="connsiteX2" fmla="*/ 7475937 w 7475937"/>
              <a:gd name="connsiteY2" fmla="*/ 4540547 h 4540547"/>
              <a:gd name="connsiteX3" fmla="*/ 0 w 7475937"/>
              <a:gd name="connsiteY3" fmla="*/ 4540547 h 4540547"/>
            </a:gdLst>
            <a:ahLst/>
            <a:cxnLst>
              <a:cxn ang="0">
                <a:pos x="connsiteX0" y="connsiteY0"/>
              </a:cxn>
              <a:cxn ang="0">
                <a:pos x="connsiteX1" y="connsiteY1"/>
              </a:cxn>
              <a:cxn ang="0">
                <a:pos x="connsiteX2" y="connsiteY2"/>
              </a:cxn>
              <a:cxn ang="0">
                <a:pos x="connsiteX3" y="connsiteY3"/>
              </a:cxn>
            </a:cxnLst>
            <a:rect l="l" t="t" r="r" b="b"/>
            <a:pathLst>
              <a:path w="7475937" h="4540547">
                <a:moveTo>
                  <a:pt x="1573274" y="0"/>
                </a:moveTo>
                <a:lnTo>
                  <a:pt x="7475937" y="0"/>
                </a:lnTo>
                <a:lnTo>
                  <a:pt x="7475937" y="4540547"/>
                </a:lnTo>
                <a:lnTo>
                  <a:pt x="0" y="4540547"/>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22" name="Freeform 21">
            <a:extLst>
              <a:ext uri="{FF2B5EF4-FFF2-40B4-BE49-F238E27FC236}">
                <a16:creationId xmlns:a16="http://schemas.microsoft.com/office/drawing/2014/main" id="{F2DACCB4-68A5-B69F-B173-FB0F25AE68E2}"/>
              </a:ext>
            </a:extLst>
          </p:cNvPr>
          <p:cNvSpPr/>
          <p:nvPr userDrawn="1"/>
        </p:nvSpPr>
        <p:spPr>
          <a:xfrm>
            <a:off x="1755049" y="562055"/>
            <a:ext cx="10436953" cy="1778616"/>
          </a:xfrm>
          <a:custGeom>
            <a:avLst/>
            <a:gdLst>
              <a:gd name="connsiteX0" fmla="*/ 616281 w 10436953"/>
              <a:gd name="connsiteY0" fmla="*/ 0 h 1778616"/>
              <a:gd name="connsiteX1" fmla="*/ 4499638 w 10436953"/>
              <a:gd name="connsiteY1" fmla="*/ 0 h 1778616"/>
              <a:gd name="connsiteX2" fmla="*/ 5674843 w 10436953"/>
              <a:gd name="connsiteY2" fmla="*/ 0 h 1778616"/>
              <a:gd name="connsiteX3" fmla="*/ 7872023 w 10436953"/>
              <a:gd name="connsiteY3" fmla="*/ 0 h 1778616"/>
              <a:gd name="connsiteX4" fmla="*/ 9558198 w 10436953"/>
              <a:gd name="connsiteY4" fmla="*/ 0 h 1778616"/>
              <a:gd name="connsiteX5" fmla="*/ 10436953 w 10436953"/>
              <a:gd name="connsiteY5" fmla="*/ 0 h 1778616"/>
              <a:gd name="connsiteX6" fmla="*/ 10436953 w 10436953"/>
              <a:gd name="connsiteY6" fmla="*/ 1778616 h 1778616"/>
              <a:gd name="connsiteX7" fmla="*/ 8941917 w 10436953"/>
              <a:gd name="connsiteY7" fmla="*/ 1778616 h 1778616"/>
              <a:gd name="connsiteX8" fmla="*/ 7255742 w 10436953"/>
              <a:gd name="connsiteY8" fmla="*/ 1778616 h 1778616"/>
              <a:gd name="connsiteX9" fmla="*/ 5058562 w 10436953"/>
              <a:gd name="connsiteY9" fmla="*/ 1778616 h 1778616"/>
              <a:gd name="connsiteX10" fmla="*/ 3883357 w 10436953"/>
              <a:gd name="connsiteY10" fmla="*/ 1778616 h 1778616"/>
              <a:gd name="connsiteX11" fmla="*/ 0 w 10436953"/>
              <a:gd name="connsiteY11" fmla="*/ 1778616 h 177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36953" h="1778616">
                <a:moveTo>
                  <a:pt x="616281" y="0"/>
                </a:moveTo>
                <a:lnTo>
                  <a:pt x="4499638" y="0"/>
                </a:lnTo>
                <a:lnTo>
                  <a:pt x="5674843" y="0"/>
                </a:lnTo>
                <a:lnTo>
                  <a:pt x="7872023" y="0"/>
                </a:lnTo>
                <a:lnTo>
                  <a:pt x="9558198" y="0"/>
                </a:lnTo>
                <a:lnTo>
                  <a:pt x="10436953" y="0"/>
                </a:lnTo>
                <a:lnTo>
                  <a:pt x="10436953" y="1778616"/>
                </a:lnTo>
                <a:lnTo>
                  <a:pt x="8941917" y="1778616"/>
                </a:lnTo>
                <a:lnTo>
                  <a:pt x="7255742" y="1778616"/>
                </a:lnTo>
                <a:lnTo>
                  <a:pt x="5058562" y="1778616"/>
                </a:lnTo>
                <a:lnTo>
                  <a:pt x="3883357" y="1778616"/>
                </a:lnTo>
                <a:lnTo>
                  <a:pt x="0" y="1778616"/>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grpSp>
        <p:nvGrpSpPr>
          <p:cNvPr id="9" name="Group 8">
            <a:extLst>
              <a:ext uri="{FF2B5EF4-FFF2-40B4-BE49-F238E27FC236}">
                <a16:creationId xmlns:a16="http://schemas.microsoft.com/office/drawing/2014/main" id="{8FF3DC9C-17F3-954C-7D78-670395182594}"/>
              </a:ext>
            </a:extLst>
          </p:cNvPr>
          <p:cNvGrpSpPr/>
          <p:nvPr userDrawn="1"/>
        </p:nvGrpSpPr>
        <p:grpSpPr>
          <a:xfrm flipH="1">
            <a:off x="-770983" y="143572"/>
            <a:ext cx="3055322" cy="2198463"/>
            <a:chOff x="1237188" y="154586"/>
            <a:chExt cx="3055322" cy="2198463"/>
          </a:xfrm>
        </p:grpSpPr>
        <p:pic>
          <p:nvPicPr>
            <p:cNvPr id="10" name="Graphic 9">
              <a:extLst>
                <a:ext uri="{FF2B5EF4-FFF2-40B4-BE49-F238E27FC236}">
                  <a16:creationId xmlns:a16="http://schemas.microsoft.com/office/drawing/2014/main" id="{A071028F-1E2E-3F9F-2448-9B38267BF9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7188" y="154586"/>
              <a:ext cx="1968500" cy="2006600"/>
            </a:xfrm>
            <a:prstGeom prst="rect">
              <a:avLst/>
            </a:prstGeom>
          </p:spPr>
        </p:pic>
        <p:pic>
          <p:nvPicPr>
            <p:cNvPr id="11" name="Graphic 10">
              <a:extLst>
                <a:ext uri="{FF2B5EF4-FFF2-40B4-BE49-F238E27FC236}">
                  <a16:creationId xmlns:a16="http://schemas.microsoft.com/office/drawing/2014/main" id="{51CB6022-E6F7-ADCC-7235-EE6EDB0EEE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904910" y="1603749"/>
              <a:ext cx="2387600" cy="749300"/>
            </a:xfrm>
            <a:prstGeom prst="rect">
              <a:avLst/>
            </a:prstGeom>
          </p:spPr>
        </p:pic>
        <p:pic>
          <p:nvPicPr>
            <p:cNvPr id="12" name="Graphic 11">
              <a:extLst>
                <a:ext uri="{FF2B5EF4-FFF2-40B4-BE49-F238E27FC236}">
                  <a16:creationId xmlns:a16="http://schemas.microsoft.com/office/drawing/2014/main" id="{BDBEBA55-333A-FBCD-7E25-4989E141F5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29769" y="1563090"/>
              <a:ext cx="977900" cy="152400"/>
            </a:xfrm>
            <a:prstGeom prst="rect">
              <a:avLst/>
            </a:prstGeom>
          </p:spPr>
        </p:pic>
        <p:pic>
          <p:nvPicPr>
            <p:cNvPr id="13" name="Graphic 12">
              <a:extLst>
                <a:ext uri="{FF2B5EF4-FFF2-40B4-BE49-F238E27FC236}">
                  <a16:creationId xmlns:a16="http://schemas.microsoft.com/office/drawing/2014/main" id="{601225E3-000E-26EB-6E04-FE9084A144E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42138" y="1042390"/>
              <a:ext cx="927100" cy="596900"/>
            </a:xfrm>
            <a:prstGeom prst="rect">
              <a:avLst/>
            </a:prstGeom>
          </p:spPr>
        </p:pic>
      </p:gr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5" name="Text Placeholder 9">
            <a:extLst>
              <a:ext uri="{FF2B5EF4-FFF2-40B4-BE49-F238E27FC236}">
                <a16:creationId xmlns:a16="http://schemas.microsoft.com/office/drawing/2014/main" id="{1A3D0FA1-133A-8BCB-109F-1ABD89F18A8E}"/>
              </a:ext>
            </a:extLst>
          </p:cNvPr>
          <p:cNvSpPr>
            <a:spLocks noGrp="1"/>
          </p:cNvSpPr>
          <p:nvPr>
            <p:ph type="body" sz="quarter" idx="11"/>
          </p:nvPr>
        </p:nvSpPr>
        <p:spPr>
          <a:xfrm>
            <a:off x="6111868" y="2568654"/>
            <a:ext cx="5529269" cy="3655933"/>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8" name="Text Placeholder 9">
            <a:extLst>
              <a:ext uri="{FF2B5EF4-FFF2-40B4-BE49-F238E27FC236}">
                <a16:creationId xmlns:a16="http://schemas.microsoft.com/office/drawing/2014/main" id="{3C016676-2CD9-5C95-042F-D5618F330EEE}"/>
              </a:ext>
            </a:extLst>
          </p:cNvPr>
          <p:cNvSpPr>
            <a:spLocks noGrp="1"/>
          </p:cNvSpPr>
          <p:nvPr>
            <p:ph type="body" sz="quarter" idx="12"/>
          </p:nvPr>
        </p:nvSpPr>
        <p:spPr>
          <a:xfrm>
            <a:off x="550863" y="2568654"/>
            <a:ext cx="4951168" cy="3655933"/>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grpSp>
        <p:nvGrpSpPr>
          <p:cNvPr id="6" name="Graphic 5">
            <a:extLst>
              <a:ext uri="{FF2B5EF4-FFF2-40B4-BE49-F238E27FC236}">
                <a16:creationId xmlns:a16="http://schemas.microsoft.com/office/drawing/2014/main" id="{275D5D7D-673B-107D-47A7-CA96EB0E2806}"/>
              </a:ext>
            </a:extLst>
          </p:cNvPr>
          <p:cNvGrpSpPr/>
          <p:nvPr userDrawn="1"/>
        </p:nvGrpSpPr>
        <p:grpSpPr>
          <a:xfrm>
            <a:off x="2480010" y="1279539"/>
            <a:ext cx="398612" cy="398612"/>
            <a:chOff x="550863" y="2644558"/>
            <a:chExt cx="398612" cy="398612"/>
          </a:xfrm>
        </p:grpSpPr>
        <p:sp>
          <p:nvSpPr>
            <p:cNvPr id="7" name="Freeform 6">
              <a:extLst>
                <a:ext uri="{FF2B5EF4-FFF2-40B4-BE49-F238E27FC236}">
                  <a16:creationId xmlns:a16="http://schemas.microsoft.com/office/drawing/2014/main" id="{7AD44947-86C9-AA52-5BA8-3DA7447579FC}"/>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3539F417-1794-B7DA-5A00-678C850F91F5}"/>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endParaRPr lang="en-BE"/>
            </a:p>
          </p:txBody>
        </p:sp>
      </p:grpSp>
      <p:sp>
        <p:nvSpPr>
          <p:cNvPr id="18" name="Text Placeholder 5">
            <a:extLst>
              <a:ext uri="{FF2B5EF4-FFF2-40B4-BE49-F238E27FC236}">
                <a16:creationId xmlns:a16="http://schemas.microsoft.com/office/drawing/2014/main" id="{C889D6AC-1DF4-DFB2-C84D-8BDE0B969362}"/>
              </a:ext>
            </a:extLst>
          </p:cNvPr>
          <p:cNvSpPr>
            <a:spLocks noGrp="1"/>
          </p:cNvSpPr>
          <p:nvPr>
            <p:ph type="body" sz="quarter" idx="10" hasCustomPrompt="1"/>
          </p:nvPr>
        </p:nvSpPr>
        <p:spPr>
          <a:xfrm>
            <a:off x="3208094" y="1115063"/>
            <a:ext cx="6542087" cy="308926"/>
          </a:xfrm>
        </p:spPr>
        <p:txBody>
          <a:bodyPr>
            <a:noAutofit/>
          </a:bodyPr>
          <a:lstStyle>
            <a:lvl1pPr>
              <a:defRPr b="1" i="0">
                <a:solidFill>
                  <a:schemeClr val="bg1"/>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Montserrat"/>
                <a:ea typeface="+mn-ea"/>
                <a:cs typeface="+mn-cs"/>
              </a:rPr>
              <a:t>[insert First + Last name]</a:t>
            </a:r>
            <a:endParaRPr kumimoji="0" lang="en-US" sz="1800" b="0" i="0" u="none" strike="noStrike" kern="1200" cap="none" spc="0" normalizeH="0" baseline="0" noProof="0" dirty="0">
              <a:ln>
                <a:noFill/>
              </a:ln>
              <a:solidFill>
                <a:srgbClr val="15487B"/>
              </a:solidFill>
              <a:effectLst/>
              <a:uLnTx/>
              <a:uFillTx/>
              <a:latin typeface="Montserrat"/>
              <a:ea typeface="+mn-ea"/>
              <a:cs typeface="+mn-cs"/>
            </a:endParaRPr>
          </a:p>
        </p:txBody>
      </p:sp>
      <p:sp>
        <p:nvSpPr>
          <p:cNvPr id="19" name="Text Placeholder 5">
            <a:extLst>
              <a:ext uri="{FF2B5EF4-FFF2-40B4-BE49-F238E27FC236}">
                <a16:creationId xmlns:a16="http://schemas.microsoft.com/office/drawing/2014/main" id="{05AF4AF1-135F-AFD4-E7D0-3A71FAC3C9EC}"/>
              </a:ext>
            </a:extLst>
          </p:cNvPr>
          <p:cNvSpPr>
            <a:spLocks noGrp="1"/>
          </p:cNvSpPr>
          <p:nvPr>
            <p:ph type="body" sz="quarter" idx="14" hasCustomPrompt="1"/>
          </p:nvPr>
        </p:nvSpPr>
        <p:spPr>
          <a:xfrm>
            <a:off x="3208094" y="1496063"/>
            <a:ext cx="6542087" cy="308926"/>
          </a:xfrm>
        </p:spPr>
        <p:txBody>
          <a:bodyPr>
            <a:noAutofit/>
          </a:bodyPr>
          <a:lstStyle>
            <a:lvl1pPr>
              <a:defRPr b="0" i="0">
                <a:solidFill>
                  <a:schemeClr val="tx2"/>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487B"/>
                </a:solidFill>
                <a:effectLst/>
                <a:uLnTx/>
                <a:uFillTx/>
                <a:latin typeface="Montserrat"/>
                <a:ea typeface="+mn-ea"/>
                <a:cs typeface="+mn-cs"/>
              </a:rPr>
              <a:t>Ready to drive impact in the role of [insert function]</a:t>
            </a:r>
          </a:p>
        </p:txBody>
      </p:sp>
    </p:spTree>
    <p:extLst>
      <p:ext uri="{BB962C8B-B14F-4D97-AF65-F5344CB8AC3E}">
        <p14:creationId xmlns:p14="http://schemas.microsoft.com/office/powerpoint/2010/main" val="20240125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V bio + small picture 2">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479ADAB-03C0-82F3-321B-3EE49A6911ED}"/>
              </a:ext>
            </a:extLst>
          </p:cNvPr>
          <p:cNvSpPr/>
          <p:nvPr userDrawn="1"/>
        </p:nvSpPr>
        <p:spPr>
          <a:xfrm>
            <a:off x="1755049" y="562055"/>
            <a:ext cx="10436953" cy="1778616"/>
          </a:xfrm>
          <a:custGeom>
            <a:avLst/>
            <a:gdLst>
              <a:gd name="connsiteX0" fmla="*/ 616281 w 10436953"/>
              <a:gd name="connsiteY0" fmla="*/ 0 h 1778616"/>
              <a:gd name="connsiteX1" fmla="*/ 4499638 w 10436953"/>
              <a:gd name="connsiteY1" fmla="*/ 0 h 1778616"/>
              <a:gd name="connsiteX2" fmla="*/ 5674843 w 10436953"/>
              <a:gd name="connsiteY2" fmla="*/ 0 h 1778616"/>
              <a:gd name="connsiteX3" fmla="*/ 7872023 w 10436953"/>
              <a:gd name="connsiteY3" fmla="*/ 0 h 1778616"/>
              <a:gd name="connsiteX4" fmla="*/ 9558198 w 10436953"/>
              <a:gd name="connsiteY4" fmla="*/ 0 h 1778616"/>
              <a:gd name="connsiteX5" fmla="*/ 10436953 w 10436953"/>
              <a:gd name="connsiteY5" fmla="*/ 0 h 1778616"/>
              <a:gd name="connsiteX6" fmla="*/ 10436953 w 10436953"/>
              <a:gd name="connsiteY6" fmla="*/ 1778616 h 1778616"/>
              <a:gd name="connsiteX7" fmla="*/ 8941917 w 10436953"/>
              <a:gd name="connsiteY7" fmla="*/ 1778616 h 1778616"/>
              <a:gd name="connsiteX8" fmla="*/ 7255742 w 10436953"/>
              <a:gd name="connsiteY8" fmla="*/ 1778616 h 1778616"/>
              <a:gd name="connsiteX9" fmla="*/ 5058562 w 10436953"/>
              <a:gd name="connsiteY9" fmla="*/ 1778616 h 1778616"/>
              <a:gd name="connsiteX10" fmla="*/ 3883357 w 10436953"/>
              <a:gd name="connsiteY10" fmla="*/ 1778616 h 1778616"/>
              <a:gd name="connsiteX11" fmla="*/ 0 w 10436953"/>
              <a:gd name="connsiteY11" fmla="*/ 1778616 h 177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36953" h="1778616">
                <a:moveTo>
                  <a:pt x="616281" y="0"/>
                </a:moveTo>
                <a:lnTo>
                  <a:pt x="4499638" y="0"/>
                </a:lnTo>
                <a:lnTo>
                  <a:pt x="5674843" y="0"/>
                </a:lnTo>
                <a:lnTo>
                  <a:pt x="7872023" y="0"/>
                </a:lnTo>
                <a:lnTo>
                  <a:pt x="9558198" y="0"/>
                </a:lnTo>
                <a:lnTo>
                  <a:pt x="10436953" y="0"/>
                </a:lnTo>
                <a:lnTo>
                  <a:pt x="10436953" y="1778616"/>
                </a:lnTo>
                <a:lnTo>
                  <a:pt x="8941917" y="1778616"/>
                </a:lnTo>
                <a:lnTo>
                  <a:pt x="7255742" y="1778616"/>
                </a:lnTo>
                <a:lnTo>
                  <a:pt x="5058562" y="1778616"/>
                </a:lnTo>
                <a:lnTo>
                  <a:pt x="3883357" y="1778616"/>
                </a:lnTo>
                <a:lnTo>
                  <a:pt x="0" y="1778616"/>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grpSp>
        <p:nvGrpSpPr>
          <p:cNvPr id="9" name="Group 8">
            <a:extLst>
              <a:ext uri="{FF2B5EF4-FFF2-40B4-BE49-F238E27FC236}">
                <a16:creationId xmlns:a16="http://schemas.microsoft.com/office/drawing/2014/main" id="{8FF3DC9C-17F3-954C-7D78-670395182594}"/>
              </a:ext>
            </a:extLst>
          </p:cNvPr>
          <p:cNvGrpSpPr/>
          <p:nvPr userDrawn="1"/>
        </p:nvGrpSpPr>
        <p:grpSpPr>
          <a:xfrm flipH="1">
            <a:off x="-770983" y="143572"/>
            <a:ext cx="3055322" cy="2198463"/>
            <a:chOff x="1237188" y="154586"/>
            <a:chExt cx="3055322" cy="2198463"/>
          </a:xfrm>
        </p:grpSpPr>
        <p:pic>
          <p:nvPicPr>
            <p:cNvPr id="10" name="Graphic 9">
              <a:extLst>
                <a:ext uri="{FF2B5EF4-FFF2-40B4-BE49-F238E27FC236}">
                  <a16:creationId xmlns:a16="http://schemas.microsoft.com/office/drawing/2014/main" id="{A071028F-1E2E-3F9F-2448-9B38267BF9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7188" y="154586"/>
              <a:ext cx="1968500" cy="2006600"/>
            </a:xfrm>
            <a:prstGeom prst="rect">
              <a:avLst/>
            </a:prstGeom>
          </p:spPr>
        </p:pic>
        <p:pic>
          <p:nvPicPr>
            <p:cNvPr id="11" name="Graphic 10">
              <a:extLst>
                <a:ext uri="{FF2B5EF4-FFF2-40B4-BE49-F238E27FC236}">
                  <a16:creationId xmlns:a16="http://schemas.microsoft.com/office/drawing/2014/main" id="{51CB6022-E6F7-ADCC-7235-EE6EDB0EEE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904910" y="1603749"/>
              <a:ext cx="2387600" cy="749300"/>
            </a:xfrm>
            <a:prstGeom prst="rect">
              <a:avLst/>
            </a:prstGeom>
          </p:spPr>
        </p:pic>
        <p:pic>
          <p:nvPicPr>
            <p:cNvPr id="12" name="Graphic 11">
              <a:extLst>
                <a:ext uri="{FF2B5EF4-FFF2-40B4-BE49-F238E27FC236}">
                  <a16:creationId xmlns:a16="http://schemas.microsoft.com/office/drawing/2014/main" id="{BDBEBA55-333A-FBCD-7E25-4989E141F5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29769" y="1563090"/>
              <a:ext cx="977900" cy="152400"/>
            </a:xfrm>
            <a:prstGeom prst="rect">
              <a:avLst/>
            </a:prstGeom>
          </p:spPr>
        </p:pic>
        <p:pic>
          <p:nvPicPr>
            <p:cNvPr id="13" name="Graphic 12">
              <a:extLst>
                <a:ext uri="{FF2B5EF4-FFF2-40B4-BE49-F238E27FC236}">
                  <a16:creationId xmlns:a16="http://schemas.microsoft.com/office/drawing/2014/main" id="{601225E3-000E-26EB-6E04-FE9084A144E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42138" y="1042390"/>
              <a:ext cx="927100" cy="596900"/>
            </a:xfrm>
            <a:prstGeom prst="rect">
              <a:avLst/>
            </a:prstGeom>
          </p:spPr>
        </p:pic>
      </p:gr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8" name="Text Placeholder 9">
            <a:extLst>
              <a:ext uri="{FF2B5EF4-FFF2-40B4-BE49-F238E27FC236}">
                <a16:creationId xmlns:a16="http://schemas.microsoft.com/office/drawing/2014/main" id="{B92BC1DC-AC69-F861-6352-6D06A544A024}"/>
              </a:ext>
            </a:extLst>
          </p:cNvPr>
          <p:cNvSpPr>
            <a:spLocks noGrp="1"/>
          </p:cNvSpPr>
          <p:nvPr>
            <p:ph type="body" sz="quarter" idx="11"/>
          </p:nvPr>
        </p:nvSpPr>
        <p:spPr>
          <a:xfrm>
            <a:off x="3208094" y="2568654"/>
            <a:ext cx="8433044" cy="3655933"/>
          </a:xfrm>
        </p:spPr>
        <p:txBody>
          <a:bodyPr numCol="3"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5" name="Text Placeholder 9">
            <a:extLst>
              <a:ext uri="{FF2B5EF4-FFF2-40B4-BE49-F238E27FC236}">
                <a16:creationId xmlns:a16="http://schemas.microsoft.com/office/drawing/2014/main" id="{03B76AAF-8204-4C28-13BB-9967BD8966B4}"/>
              </a:ext>
            </a:extLst>
          </p:cNvPr>
          <p:cNvSpPr>
            <a:spLocks noGrp="1"/>
          </p:cNvSpPr>
          <p:nvPr>
            <p:ph type="body" sz="quarter" idx="12"/>
          </p:nvPr>
        </p:nvSpPr>
        <p:spPr>
          <a:xfrm>
            <a:off x="550863" y="2568654"/>
            <a:ext cx="2461560" cy="3655933"/>
          </a:xfrm>
        </p:spPr>
        <p:txBody>
          <a:bodyPr numCol="1">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grpSp>
        <p:nvGrpSpPr>
          <p:cNvPr id="7" name="Graphic 5">
            <a:extLst>
              <a:ext uri="{FF2B5EF4-FFF2-40B4-BE49-F238E27FC236}">
                <a16:creationId xmlns:a16="http://schemas.microsoft.com/office/drawing/2014/main" id="{A3B959F9-9E83-CE77-A312-B1733E18A743}"/>
              </a:ext>
            </a:extLst>
          </p:cNvPr>
          <p:cNvGrpSpPr/>
          <p:nvPr userDrawn="1"/>
        </p:nvGrpSpPr>
        <p:grpSpPr>
          <a:xfrm>
            <a:off x="2480010" y="1279539"/>
            <a:ext cx="398612" cy="398612"/>
            <a:chOff x="550863" y="2644558"/>
            <a:chExt cx="398612" cy="398612"/>
          </a:xfrm>
        </p:grpSpPr>
        <p:sp>
          <p:nvSpPr>
            <p:cNvPr id="16" name="Freeform 15">
              <a:extLst>
                <a:ext uri="{FF2B5EF4-FFF2-40B4-BE49-F238E27FC236}">
                  <a16:creationId xmlns:a16="http://schemas.microsoft.com/office/drawing/2014/main" id="{DB0AF5A6-50B6-ACF9-F94F-4A059CA5D7D8}"/>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endParaRPr lang="en-BE"/>
            </a:p>
          </p:txBody>
        </p:sp>
        <p:sp>
          <p:nvSpPr>
            <p:cNvPr id="17" name="Freeform 16">
              <a:extLst>
                <a:ext uri="{FF2B5EF4-FFF2-40B4-BE49-F238E27FC236}">
                  <a16:creationId xmlns:a16="http://schemas.microsoft.com/office/drawing/2014/main" id="{755DF64A-4BD0-D983-BA4A-2275C895CF87}"/>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endParaRPr lang="en-BE"/>
            </a:p>
          </p:txBody>
        </p:sp>
      </p:grpSp>
      <p:sp>
        <p:nvSpPr>
          <p:cNvPr id="18" name="Text Placeholder 5">
            <a:extLst>
              <a:ext uri="{FF2B5EF4-FFF2-40B4-BE49-F238E27FC236}">
                <a16:creationId xmlns:a16="http://schemas.microsoft.com/office/drawing/2014/main" id="{787E4BA5-D469-7447-4C22-B6CADE2142C2}"/>
              </a:ext>
            </a:extLst>
          </p:cNvPr>
          <p:cNvSpPr>
            <a:spLocks noGrp="1"/>
          </p:cNvSpPr>
          <p:nvPr>
            <p:ph type="body" sz="quarter" idx="10" hasCustomPrompt="1"/>
          </p:nvPr>
        </p:nvSpPr>
        <p:spPr>
          <a:xfrm>
            <a:off x="3208094" y="1115063"/>
            <a:ext cx="6542087" cy="308926"/>
          </a:xfrm>
        </p:spPr>
        <p:txBody>
          <a:bodyPr>
            <a:noAutofit/>
          </a:bodyPr>
          <a:lstStyle>
            <a:lvl1pPr>
              <a:defRPr b="1" i="0">
                <a:solidFill>
                  <a:schemeClr val="bg1"/>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Montserrat"/>
                <a:ea typeface="+mn-ea"/>
                <a:cs typeface="+mn-cs"/>
              </a:rPr>
              <a:t>[insert First + Last name]</a:t>
            </a:r>
            <a:endParaRPr kumimoji="0" lang="en-US" sz="1800" b="0" i="0" u="none" strike="noStrike" kern="1200" cap="none" spc="0" normalizeH="0" baseline="0" noProof="0" dirty="0">
              <a:ln>
                <a:noFill/>
              </a:ln>
              <a:solidFill>
                <a:srgbClr val="15487B"/>
              </a:solidFill>
              <a:effectLst/>
              <a:uLnTx/>
              <a:uFillTx/>
              <a:latin typeface="Montserrat"/>
              <a:ea typeface="+mn-ea"/>
              <a:cs typeface="+mn-cs"/>
            </a:endParaRPr>
          </a:p>
        </p:txBody>
      </p:sp>
      <p:sp>
        <p:nvSpPr>
          <p:cNvPr id="2" name="Text Placeholder 5">
            <a:extLst>
              <a:ext uri="{FF2B5EF4-FFF2-40B4-BE49-F238E27FC236}">
                <a16:creationId xmlns:a16="http://schemas.microsoft.com/office/drawing/2014/main" id="{BD129099-17FF-3ED9-B767-EEDA8F414F6E}"/>
              </a:ext>
            </a:extLst>
          </p:cNvPr>
          <p:cNvSpPr>
            <a:spLocks noGrp="1"/>
          </p:cNvSpPr>
          <p:nvPr>
            <p:ph type="body" sz="quarter" idx="14" hasCustomPrompt="1"/>
          </p:nvPr>
        </p:nvSpPr>
        <p:spPr>
          <a:xfrm>
            <a:off x="3208094" y="1496063"/>
            <a:ext cx="6542087" cy="308926"/>
          </a:xfrm>
        </p:spPr>
        <p:txBody>
          <a:bodyPr>
            <a:noAutofit/>
          </a:bodyPr>
          <a:lstStyle>
            <a:lvl1pPr>
              <a:defRPr b="0" i="0">
                <a:solidFill>
                  <a:schemeClr val="tx2"/>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487B"/>
                </a:solidFill>
                <a:effectLst/>
                <a:uLnTx/>
                <a:uFillTx/>
                <a:latin typeface="Montserrat"/>
                <a:ea typeface="+mn-ea"/>
                <a:cs typeface="+mn-cs"/>
              </a:rPr>
              <a:t>Ready to drive impact in the role of [insert function]</a:t>
            </a:r>
          </a:p>
        </p:txBody>
      </p:sp>
    </p:spTree>
    <p:extLst>
      <p:ext uri="{BB962C8B-B14F-4D97-AF65-F5344CB8AC3E}">
        <p14:creationId xmlns:p14="http://schemas.microsoft.com/office/powerpoint/2010/main" val="14482588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V 1 column">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5A95B083-A608-5E86-B0DB-A632441CF7FE}"/>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3" name="Freeform 12">
            <a:extLst>
              <a:ext uri="{FF2B5EF4-FFF2-40B4-BE49-F238E27FC236}">
                <a16:creationId xmlns:a16="http://schemas.microsoft.com/office/drawing/2014/main" id="{9504A6B8-9A4C-FB3C-F9C8-A259304D2C2B}"/>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11090275"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2" name="Text Placeholder 15">
            <a:extLst>
              <a:ext uri="{FF2B5EF4-FFF2-40B4-BE49-F238E27FC236}">
                <a16:creationId xmlns:a16="http://schemas.microsoft.com/office/drawing/2014/main" id="{AF2C37C2-B794-E739-EE50-9BA552866C70}"/>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11582158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V 2 columns">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3D9CB48-FFFB-0EB6-B8DB-8892156A746E}"/>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5343026"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6298113" y="1423988"/>
            <a:ext cx="5343026"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5" name="Freeform 4">
            <a:extLst>
              <a:ext uri="{FF2B5EF4-FFF2-40B4-BE49-F238E27FC236}">
                <a16:creationId xmlns:a16="http://schemas.microsoft.com/office/drawing/2014/main" id="{927518C1-BF00-D2E2-8085-7B40886AEC79}"/>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1" name="Text Placeholder 15">
            <a:extLst>
              <a:ext uri="{FF2B5EF4-FFF2-40B4-BE49-F238E27FC236}">
                <a16:creationId xmlns:a16="http://schemas.microsoft.com/office/drawing/2014/main" id="{018D3CE1-7937-64B4-6E94-2DA99953978F}"/>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19054737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V 3 columns">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FA02B9E-9A2F-4BB5-FBE4-47C25B03B45E}"/>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hasCustomPrompt="1"/>
          </p:nvPr>
        </p:nvSpPr>
        <p:spPr>
          <a:xfrm>
            <a:off x="550863"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nl-NL" sz="1400" b="1" i="0" u="none" strike="noStrike" kern="1200" cap="none" spc="0" normalizeH="0" baseline="0" noProof="0" dirty="0">
                <a:ln>
                  <a:noFill/>
                </a:ln>
                <a:solidFill>
                  <a:srgbClr val="16BECF"/>
                </a:solidFill>
                <a:effectLst/>
                <a:uLnTx/>
                <a:uFillTx/>
                <a:latin typeface="Montserrat" pitchFamily="2" charset="77"/>
                <a:ea typeface="+mn-ea"/>
                <a:cs typeface="+mn-cs"/>
              </a:rPr>
              <a:t>[</a:t>
            </a:r>
            <a:r>
              <a:rPr kumimoji="0" lang="nl-NL" sz="1400" b="1" i="0" u="none" strike="noStrike" kern="1200" cap="none" spc="0" normalizeH="0" baseline="0" noProof="0" dirty="0" err="1">
                <a:ln>
                  <a:noFill/>
                </a:ln>
                <a:solidFill>
                  <a:srgbClr val="16BECF"/>
                </a:solidFill>
                <a:effectLst/>
                <a:uLnTx/>
                <a:uFillTx/>
                <a:latin typeface="Montserrat" pitchFamily="2" charset="77"/>
                <a:ea typeface="+mn-ea"/>
                <a:cs typeface="+mn-cs"/>
              </a:rPr>
              <a:t>insert</a:t>
            </a:r>
            <a:r>
              <a:rPr kumimoji="0" lang="nl-NL" sz="1400" b="1" i="0" u="none" strike="noStrike" kern="1200" cap="none" spc="0" normalizeH="0" baseline="0" noProof="0" dirty="0">
                <a:ln>
                  <a:noFill/>
                </a:ln>
                <a:solidFill>
                  <a:srgbClr val="16BECF"/>
                </a:solidFill>
                <a:effectLst/>
                <a:uLnTx/>
                <a:uFillTx/>
                <a:latin typeface="Montserrat" pitchFamily="2" charset="77"/>
                <a:ea typeface="+mn-ea"/>
                <a:cs typeface="+mn-cs"/>
              </a:rPr>
              <a:t> company] </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nl-BE" sz="900" b="0" i="0" u="none" strike="noStrike" kern="1200" cap="none" spc="0" normalizeH="0" baseline="0" noProof="0" dirty="0">
                <a:ln>
                  <a:noFill/>
                </a:ln>
                <a:solidFill>
                  <a:srgbClr val="15487B"/>
                </a:solidFill>
                <a:effectLst/>
                <a:uLnTx/>
                <a:uFillTx/>
                <a:latin typeface="Montserrat Light" pitchFamily="2" charset="77"/>
                <a:ea typeface="+mn-ea"/>
                <a:cs typeface="+mn-cs"/>
              </a:rPr>
              <a:t>[insert date]</a:t>
            </a:r>
            <a:br>
              <a:rPr kumimoji="0" lang="nl-NL" sz="900" b="0" i="0" u="none" strike="noStrike" kern="1200" cap="none" spc="0" normalizeH="0" baseline="0" noProof="0" dirty="0">
                <a:ln>
                  <a:noFill/>
                </a:ln>
                <a:solidFill>
                  <a:srgbClr val="15487B"/>
                </a:solidFill>
                <a:effectLst/>
                <a:uLnTx/>
                <a:uFillTx/>
                <a:latin typeface="Montserrat Light" pitchFamily="2" charset="77"/>
                <a:ea typeface="+mn-ea"/>
                <a:cs typeface="+mn-cs"/>
              </a:rPr>
            </a:br>
            <a:r>
              <a:rPr kumimoji="0" lang="nl-NL" sz="900" b="0" i="0" u="none" strike="noStrike" kern="1200" cap="none" spc="0" normalizeH="0" baseline="0" noProof="0" dirty="0">
                <a:ln>
                  <a:noFill/>
                </a:ln>
                <a:solidFill>
                  <a:srgbClr val="15487B"/>
                </a:solidFill>
                <a:effectLst/>
                <a:uLnTx/>
                <a:uFillTx/>
                <a:latin typeface="Montserrat Light" pitchFamily="2" charset="77"/>
                <a:ea typeface="+mn-ea"/>
                <a:cs typeface="+mn-cs"/>
              </a:rPr>
              <a:t>[</a:t>
            </a:r>
            <a:r>
              <a:rPr kumimoji="0" lang="nl-NL" sz="900" b="0" i="0" u="none" strike="noStrike" kern="1200" cap="none" spc="0" normalizeH="0" baseline="0" noProof="0" dirty="0" err="1">
                <a:ln>
                  <a:noFill/>
                </a:ln>
                <a:solidFill>
                  <a:srgbClr val="15487B"/>
                </a:solidFill>
                <a:effectLst/>
                <a:uLnTx/>
                <a:uFillTx/>
                <a:latin typeface="Montserrat Light" pitchFamily="2" charset="77"/>
                <a:ea typeface="+mn-ea"/>
                <a:cs typeface="+mn-cs"/>
              </a:rPr>
              <a:t>insert</a:t>
            </a:r>
            <a:r>
              <a:rPr kumimoji="0" lang="nl-NL" sz="900" b="0" i="0" u="none" strike="noStrike" kern="1200" cap="none" spc="0" normalizeH="0" baseline="0" noProof="0" dirty="0">
                <a:ln>
                  <a:noFill/>
                </a:ln>
                <a:solidFill>
                  <a:srgbClr val="15487B"/>
                </a:solidFill>
                <a:effectLst/>
                <a:uLnTx/>
                <a:uFillTx/>
                <a:latin typeface="Montserrat Light" pitchFamily="2" charset="77"/>
                <a:ea typeface="+mn-ea"/>
                <a:cs typeface="+mn-cs"/>
              </a:rPr>
              <a:t> </a:t>
            </a:r>
            <a:r>
              <a:rPr kumimoji="0" lang="nl-NL" sz="900" b="0" i="0" u="none" strike="noStrike" kern="1200" cap="none" spc="0" normalizeH="0" baseline="0" noProof="0" dirty="0" err="1">
                <a:ln>
                  <a:noFill/>
                </a:ln>
                <a:solidFill>
                  <a:srgbClr val="15487B"/>
                </a:solidFill>
                <a:effectLst/>
                <a:uLnTx/>
                <a:uFillTx/>
                <a:latin typeface="Montserrat Light" pitchFamily="2" charset="77"/>
                <a:ea typeface="+mn-ea"/>
                <a:cs typeface="+mn-cs"/>
              </a:rPr>
              <a:t>function</a:t>
            </a:r>
            <a:r>
              <a:rPr kumimoji="0" lang="nl-NL" sz="900" b="0" i="0" u="none" strike="noStrike" kern="1200" cap="none" spc="0" normalizeH="0" baseline="0" noProof="0" dirty="0">
                <a:ln>
                  <a:noFill/>
                </a:ln>
                <a:solidFill>
                  <a:srgbClr val="15487B"/>
                </a:solidFill>
                <a:effectLst/>
                <a:uLnTx/>
                <a:uFillTx/>
                <a:latin typeface="Montserrat Light" pitchFamily="2" charset="77"/>
                <a:ea typeface="+mn-ea"/>
                <a:cs typeface="+mn-cs"/>
              </a:rPr>
              <a:t>]</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nl-NL" sz="900" b="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15487B"/>
                </a:solidFill>
                <a:effectLst/>
                <a:uLnTx/>
                <a:uFillTx/>
                <a:latin typeface="Montserrat" pitchFamily="2" charset="77"/>
                <a:ea typeface="+mn-ea"/>
                <a:cs typeface="+mn-cs"/>
              </a:rPr>
              <a:t>Project &amp; responsibilities</a:t>
            </a:r>
            <a:endParaRPr kumimoji="0" lang="en-BE" sz="900"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L="177800" marR="234315"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10" normalizeH="0" baseline="0" noProof="0" dirty="0">
                <a:ln>
                  <a:noFill/>
                </a:ln>
                <a:solidFill>
                  <a:srgbClr val="15487B"/>
                </a:solidFill>
                <a:effectLst/>
                <a:uLnTx/>
                <a:uFillTx/>
                <a:latin typeface="Montserrat Light" pitchFamily="2" charset="77"/>
                <a:ea typeface="+mn-ea"/>
                <a:cs typeface="+mn-cs"/>
              </a:rPr>
              <a:t>[insert]</a:t>
            </a:r>
            <a:br>
              <a:rPr kumimoji="0" lang="en-BE" sz="900" b="0" i="0" u="none" strike="noStrike" kern="1200" cap="none" spc="-10" normalizeH="0" baseline="0" noProof="0" dirty="0">
                <a:ln>
                  <a:noFill/>
                </a:ln>
                <a:solidFill>
                  <a:srgbClr val="15487B"/>
                </a:solidFill>
                <a:effectLst/>
                <a:uLnTx/>
                <a:uFillTx/>
                <a:latin typeface="Montserrat Light" pitchFamily="2" charset="77"/>
                <a:ea typeface="+mn-ea"/>
                <a:cs typeface="+mn-cs"/>
              </a:rPr>
            </a:br>
            <a:endParaRPr kumimoji="0" lang="en-BE" sz="900"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L="177800" marR="0" lvl="0" indent="-177800" algn="l" defTabSz="914400" rtl="0" eaLnBrk="1" fontAlgn="auto" latinLnBrk="0" hangingPunct="1">
              <a:lnSpc>
                <a:spcPct val="115000"/>
              </a:lnSpc>
              <a:spcBef>
                <a:spcPts val="0"/>
              </a:spcBef>
              <a:spcAft>
                <a:spcPts val="0"/>
              </a:spcAft>
              <a:buClrTx/>
              <a:buSzTx/>
              <a:buFontTx/>
              <a:buNone/>
              <a:tabLst/>
              <a:defRPr/>
            </a:pPr>
            <a:r>
              <a:rPr kumimoji="0" lang="nl-NL" sz="900" b="1" i="0" u="none" strike="noStrike" kern="1200" cap="none" spc="0" normalizeH="0" baseline="0" noProof="0" dirty="0">
                <a:ln>
                  <a:noFill/>
                </a:ln>
                <a:solidFill>
                  <a:srgbClr val="15487B"/>
                </a:solidFill>
                <a:effectLst/>
                <a:uLnTx/>
                <a:uFillTx/>
                <a:latin typeface="Montserrat" pitchFamily="2" charset="77"/>
                <a:ea typeface="+mn-ea"/>
                <a:cs typeface="+mn-cs"/>
              </a:rPr>
              <a:t>Environment &amp;</a:t>
            </a:r>
            <a:endParaRPr kumimoji="0" lang="en-GB" sz="900" b="0" i="0" u="none" strike="noStrike" kern="1200" cap="none" spc="0" normalizeH="0" baseline="0" noProof="0" dirty="0">
              <a:ln>
                <a:noFill/>
              </a:ln>
              <a:solidFill>
                <a:srgbClr val="15487B"/>
              </a:solidFill>
              <a:effectLst/>
              <a:uLnTx/>
              <a:uFillTx/>
              <a:latin typeface="Montserrat Light" pitchFamily="2" charset="77"/>
              <a:ea typeface="+mn-ea"/>
              <a:cs typeface="+mn-cs"/>
            </a:endParaRPr>
          </a:p>
          <a:p>
            <a:endParaRPr lang="en-BE" dirty="0"/>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8081600"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4316231"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5" name="Freeform 4">
            <a:extLst>
              <a:ext uri="{FF2B5EF4-FFF2-40B4-BE49-F238E27FC236}">
                <a16:creationId xmlns:a16="http://schemas.microsoft.com/office/drawing/2014/main" id="{9490BD4A-88CF-27CA-019D-32C43BB8781D}"/>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5" name="Text Placeholder 15">
            <a:extLst>
              <a:ext uri="{FF2B5EF4-FFF2-40B4-BE49-F238E27FC236}">
                <a16:creationId xmlns:a16="http://schemas.microsoft.com/office/drawing/2014/main" id="{0D5B0CCB-49A8-F2C4-993F-E04B2CAD031C}"/>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31865753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 3x2 columns">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5AD62B4-0B21-AC49-7A15-8CE077C07A39}"/>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8081600"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4316231"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4" name="Freeform 3">
            <a:extLst>
              <a:ext uri="{FF2B5EF4-FFF2-40B4-BE49-F238E27FC236}">
                <a16:creationId xmlns:a16="http://schemas.microsoft.com/office/drawing/2014/main" id="{A052A628-D64C-B14E-F128-8431C9849B40}"/>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5" name="Text Placeholder 15">
            <a:extLst>
              <a:ext uri="{FF2B5EF4-FFF2-40B4-BE49-F238E27FC236}">
                <a16:creationId xmlns:a16="http://schemas.microsoft.com/office/drawing/2014/main" id="{600614B3-E14A-CC75-3E9E-3A1FB51916B3}"/>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12188868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V 4 columns">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7" name="Freeform 16">
            <a:extLst>
              <a:ext uri="{FF2B5EF4-FFF2-40B4-BE49-F238E27FC236}">
                <a16:creationId xmlns:a16="http://schemas.microsoft.com/office/drawing/2014/main" id="{643DFB69-9413-3C4D-6271-8CA7B5E33BD2}"/>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6214575"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3382719"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6" name="Text Placeholder 9">
            <a:extLst>
              <a:ext uri="{FF2B5EF4-FFF2-40B4-BE49-F238E27FC236}">
                <a16:creationId xmlns:a16="http://schemas.microsoft.com/office/drawing/2014/main" id="{A6985920-76EB-EE14-5365-0A1496130578}"/>
              </a:ext>
            </a:extLst>
          </p:cNvPr>
          <p:cNvSpPr>
            <a:spLocks noGrp="1"/>
          </p:cNvSpPr>
          <p:nvPr>
            <p:ph type="body" sz="quarter" idx="13"/>
          </p:nvPr>
        </p:nvSpPr>
        <p:spPr>
          <a:xfrm>
            <a:off x="9046431"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dirty="0"/>
          </a:p>
        </p:txBody>
      </p:sp>
      <p:sp>
        <p:nvSpPr>
          <p:cNvPr id="18" name="Freeform 17">
            <a:extLst>
              <a:ext uri="{FF2B5EF4-FFF2-40B4-BE49-F238E27FC236}">
                <a16:creationId xmlns:a16="http://schemas.microsoft.com/office/drawing/2014/main" id="{0CBE4E34-B66E-258F-6190-BE5558716E6E}"/>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9" name="Text Placeholder 15">
            <a:extLst>
              <a:ext uri="{FF2B5EF4-FFF2-40B4-BE49-F238E27FC236}">
                <a16:creationId xmlns:a16="http://schemas.microsoft.com/office/drawing/2014/main" id="{4F65FB32-C646-9A88-E3F7-2ECAE53F0C3D}"/>
              </a:ext>
            </a:extLst>
          </p:cNvPr>
          <p:cNvSpPr>
            <a:spLocks noGrp="1"/>
          </p:cNvSpPr>
          <p:nvPr>
            <p:ph type="body" sz="quarter" idx="14"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4158775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 empty">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56F6345-7287-8536-CD9B-53ACDDFEC4D9}"/>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5" name="Freeform 4">
            <a:extLst>
              <a:ext uri="{FF2B5EF4-FFF2-40B4-BE49-F238E27FC236}">
                <a16:creationId xmlns:a16="http://schemas.microsoft.com/office/drawing/2014/main" id="{5E740AEA-D26D-2C4C-1864-6D733184B6FE}"/>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6" name="Text Placeholder 15">
            <a:extLst>
              <a:ext uri="{FF2B5EF4-FFF2-40B4-BE49-F238E27FC236}">
                <a16:creationId xmlns:a16="http://schemas.microsoft.com/office/drawing/2014/main" id="{985F187F-E8A0-AAB1-7A37-C87747BC362C}"/>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42852277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V work with a LACO Consultant">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0147B41-524E-0591-53AE-1C581DBA4A1C}"/>
              </a:ext>
            </a:extLst>
          </p:cNvPr>
          <p:cNvSpPr/>
          <p:nvPr userDrawn="1"/>
        </p:nvSpPr>
        <p:spPr>
          <a:xfrm>
            <a:off x="0" y="1068222"/>
            <a:ext cx="12192000" cy="5240503"/>
          </a:xfrm>
          <a:prstGeom prst="rect">
            <a:avLst/>
          </a:prstGeom>
          <a:solidFill>
            <a:schemeClr val="bg1">
              <a:lumMod val="95000"/>
              <a:alpha val="53000"/>
            </a:schemeClr>
          </a:solidFill>
          <a:ln w="9487" cap="flat">
            <a:noFill/>
            <a:prstDash val="solid"/>
            <a:miter/>
          </a:ln>
        </p:spPr>
        <p:txBody>
          <a:bodyPr lIns="827999" rtlCol="0" anchor="ctr"/>
          <a:lstStyle/>
          <a:p>
            <a:pPr lvl="0"/>
            <a:endParaRPr lang="en-BE" sz="1050">
              <a:solidFill>
                <a:schemeClr val="tx2"/>
              </a:solidFill>
            </a:endParaRPr>
          </a:p>
        </p:txBody>
      </p:sp>
      <p:sp>
        <p:nvSpPr>
          <p:cNvPr id="55" name="Freeform 54">
            <a:extLst>
              <a:ext uri="{FF2B5EF4-FFF2-40B4-BE49-F238E27FC236}">
                <a16:creationId xmlns:a16="http://schemas.microsoft.com/office/drawing/2014/main" id="{3F816336-21A6-3154-6B44-FC3F391FB784}"/>
              </a:ext>
            </a:extLst>
          </p:cNvPr>
          <p:cNvSpPr/>
          <p:nvPr userDrawn="1"/>
        </p:nvSpPr>
        <p:spPr>
          <a:xfrm>
            <a:off x="-206878" y="1076191"/>
            <a:ext cx="9058811" cy="5232534"/>
          </a:xfrm>
          <a:custGeom>
            <a:avLst/>
            <a:gdLst>
              <a:gd name="connsiteX0" fmla="*/ 0 w 9139388"/>
              <a:gd name="connsiteY0" fmla="*/ 0 h 5279077"/>
              <a:gd name="connsiteX1" fmla="*/ 9139388 w 9139388"/>
              <a:gd name="connsiteY1" fmla="*/ 0 h 5279077"/>
              <a:gd name="connsiteX2" fmla="*/ 7310217 w 9139388"/>
              <a:gd name="connsiteY2" fmla="*/ 5279077 h 5279077"/>
              <a:gd name="connsiteX3" fmla="*/ 0 w 9139388"/>
              <a:gd name="connsiteY3" fmla="*/ 5279077 h 5279077"/>
              <a:gd name="connsiteX4" fmla="*/ 0 w 9139388"/>
              <a:gd name="connsiteY4" fmla="*/ 0 h 5279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9388" h="5279077">
                <a:moveTo>
                  <a:pt x="0" y="0"/>
                </a:moveTo>
                <a:lnTo>
                  <a:pt x="9139388" y="0"/>
                </a:lnTo>
                <a:lnTo>
                  <a:pt x="7310217" y="5279077"/>
                </a:lnTo>
                <a:lnTo>
                  <a:pt x="0" y="5279077"/>
                </a:lnTo>
                <a:lnTo>
                  <a:pt x="0" y="0"/>
                </a:lnTo>
                <a:close/>
              </a:path>
            </a:pathLst>
          </a:custGeom>
          <a:solidFill>
            <a:schemeClr val="bg2">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BE">
              <a:solidFill>
                <a:schemeClr val="bg1"/>
              </a:solidFill>
              <a:latin typeface="Montserrat" pitchFamily="2" charset="77"/>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34" name="TextBox 33">
            <a:extLst>
              <a:ext uri="{FF2B5EF4-FFF2-40B4-BE49-F238E27FC236}">
                <a16:creationId xmlns:a16="http://schemas.microsoft.com/office/drawing/2014/main" id="{9EC74868-D5E8-E846-77BE-DED029321660}"/>
              </a:ext>
            </a:extLst>
          </p:cNvPr>
          <p:cNvSpPr txBox="1"/>
          <p:nvPr userDrawn="1"/>
        </p:nvSpPr>
        <p:spPr>
          <a:xfrm>
            <a:off x="6755802" y="3593054"/>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35" name="TextBox 34">
            <a:extLst>
              <a:ext uri="{FF2B5EF4-FFF2-40B4-BE49-F238E27FC236}">
                <a16:creationId xmlns:a16="http://schemas.microsoft.com/office/drawing/2014/main" id="{BBEDFD90-2FC4-5D39-BF48-8BFF54DF23C4}"/>
              </a:ext>
            </a:extLst>
          </p:cNvPr>
          <p:cNvSpPr txBox="1"/>
          <p:nvPr userDrawn="1"/>
        </p:nvSpPr>
        <p:spPr>
          <a:xfrm>
            <a:off x="550863" y="1423988"/>
            <a:ext cx="11090275" cy="307777"/>
          </a:xfrm>
          <a:prstGeom prst="rect">
            <a:avLst/>
          </a:prstGeom>
          <a:noFill/>
        </p:spPr>
        <p:txBody>
          <a:bodyPr wrap="square" lIns="0" tIns="0" rIns="0" bIns="0">
            <a:spAutoFit/>
          </a:bodyPr>
          <a:lstStyle/>
          <a:p>
            <a:r>
              <a:rPr lang="en-US" sz="2000" b="1">
                <a:solidFill>
                  <a:schemeClr val="tx2"/>
                </a:solidFill>
                <a:effectLst/>
                <a:latin typeface="Montserrat Black" pitchFamily="2" charset="77"/>
                <a:ea typeface="Calibri" panose="020F0502020204030204" pitchFamily="34" charset="0"/>
              </a:rPr>
              <a:t>What it’s like to work with a LACO Consultant</a:t>
            </a:r>
            <a:endParaRPr lang="en-BE" sz="2000" b="1">
              <a:solidFill>
                <a:schemeClr val="tx2"/>
              </a:solidFill>
              <a:latin typeface="Montserrat Black" pitchFamily="2" charset="77"/>
            </a:endParaRPr>
          </a:p>
        </p:txBody>
      </p:sp>
      <p:sp>
        <p:nvSpPr>
          <p:cNvPr id="36" name="TextBox 35">
            <a:extLst>
              <a:ext uri="{FF2B5EF4-FFF2-40B4-BE49-F238E27FC236}">
                <a16:creationId xmlns:a16="http://schemas.microsoft.com/office/drawing/2014/main" id="{7225A771-7BD1-7AEA-17AC-7A462BEABEB5}"/>
              </a:ext>
            </a:extLst>
          </p:cNvPr>
          <p:cNvSpPr txBox="1"/>
          <p:nvPr userDrawn="1"/>
        </p:nvSpPr>
        <p:spPr>
          <a:xfrm>
            <a:off x="550863" y="1957320"/>
            <a:ext cx="6276199" cy="4561698"/>
          </a:xfrm>
          <a:prstGeom prst="rect">
            <a:avLst/>
          </a:prstGeom>
          <a:noFill/>
        </p:spPr>
        <p:txBody>
          <a:bodyPr wrap="square" lIns="0" tIns="0" rIns="0" bIns="0" numCol="2" spcCol="252000">
            <a:spAutoFit/>
          </a:bodyPr>
          <a:lstStyle/>
          <a:p>
            <a:pPr algn="l" rtl="0" fontAlgn="base">
              <a:lnSpc>
                <a:spcPts val="1737"/>
              </a:lnSpc>
              <a:buNone/>
            </a:pPr>
            <a:r>
              <a:rPr lang="en-GB" sz="1050" b="0" i="0">
                <a:solidFill>
                  <a:schemeClr val="tx2"/>
                </a:solidFill>
                <a:effectLst/>
                <a:latin typeface="Montserrat" pitchFamily="2" charset="77"/>
              </a:rPr>
              <a:t>When you bring a LACO consultant on board, you’re plugging into 35+ years of pragmatic experience, deep industry know-how, and a mindset that’s wired for results. </a:t>
            </a:r>
            <a:endParaRPr lang="en-GB" sz="1050" b="0" i="0">
              <a:solidFill>
                <a:schemeClr val="tx2"/>
              </a:solidFill>
              <a:effectLst/>
              <a:latin typeface="Segoe UI" panose="020B0502040204020203" pitchFamily="34" charset="0"/>
            </a:endParaRPr>
          </a:p>
          <a:p>
            <a:pPr algn="l" rtl="0" fontAlgn="base">
              <a:lnSpc>
                <a:spcPts val="1737"/>
              </a:lnSpc>
              <a:buNone/>
            </a:pPr>
            <a:endParaRPr lang="en-GB" sz="1050">
              <a:solidFill>
                <a:schemeClr val="tx2"/>
              </a:solidFill>
              <a:latin typeface="Montserrat" pitchFamily="2" charset="77"/>
            </a:endParaRPr>
          </a:p>
          <a:p>
            <a:pPr algn="l" rtl="0" fontAlgn="base">
              <a:lnSpc>
                <a:spcPts val="1737"/>
              </a:lnSpc>
              <a:buNone/>
            </a:pPr>
            <a:r>
              <a:rPr lang="en-GB" sz="1050" b="0" i="0">
                <a:solidFill>
                  <a:schemeClr val="tx2"/>
                </a:solidFill>
                <a:effectLst/>
                <a:latin typeface="Montserrat" pitchFamily="2" charset="77"/>
              </a:rPr>
              <a:t>Our consultants are powered by LACO’s full ecosystem of knowledge-sharing, innovation, and a no-nonsense drive to make things work (and work well). You’ll experience immense collaboration and loyalty because authenticity </a:t>
            </a:r>
            <a:br>
              <a:rPr lang="en-GB" sz="1050" b="0" i="0">
                <a:solidFill>
                  <a:schemeClr val="tx2"/>
                </a:solidFill>
                <a:effectLst/>
                <a:latin typeface="Montserrat" pitchFamily="2" charset="77"/>
              </a:rPr>
            </a:br>
            <a:r>
              <a:rPr lang="en-GB" sz="1050" b="0" i="0">
                <a:solidFill>
                  <a:schemeClr val="tx2"/>
                </a:solidFill>
                <a:effectLst/>
                <a:latin typeface="Montserrat" pitchFamily="2" charset="77"/>
              </a:rPr>
              <a:t>and commitment are part of our daily code. </a:t>
            </a: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endParaRPr lang="en-GB" sz="1050" b="0" i="0">
              <a:solidFill>
                <a:schemeClr val="tx2"/>
              </a:solidFill>
              <a:effectLst/>
              <a:latin typeface="Montserrat" pitchFamily="2" charset="77"/>
            </a:endParaRPr>
          </a:p>
          <a:p>
            <a:pPr algn="l" rtl="0" fontAlgn="base">
              <a:lnSpc>
                <a:spcPts val="1737"/>
              </a:lnSpc>
              <a:buNone/>
            </a:pPr>
            <a:r>
              <a:rPr lang="en-GB" sz="1200" b="1">
                <a:solidFill>
                  <a:schemeClr val="accent1"/>
                </a:solidFill>
                <a:effectLst/>
                <a:latin typeface="Montserrat" pitchFamily="2" charset="77"/>
              </a:rPr>
              <a:t>You’ll also recognise a LACO </a:t>
            </a:r>
            <a:br>
              <a:rPr lang="en-GB" sz="1200" b="1">
                <a:solidFill>
                  <a:schemeClr val="accent1"/>
                </a:solidFill>
                <a:effectLst/>
                <a:latin typeface="Montserrat" pitchFamily="2" charset="77"/>
              </a:rPr>
            </a:br>
            <a:r>
              <a:rPr lang="en-GB" sz="1200" b="1">
                <a:solidFill>
                  <a:schemeClr val="accent1"/>
                </a:solidFill>
                <a:effectLst/>
                <a:latin typeface="Montserrat" pitchFamily="2" charset="77"/>
              </a:rPr>
              <a:t>consultant by one of these: </a:t>
            </a:r>
          </a:p>
          <a:p>
            <a:pPr marL="171450" indent="-171450" algn="l" rtl="0" fontAlgn="base">
              <a:lnSpc>
                <a:spcPts val="1737"/>
              </a:lnSpc>
              <a:buFont typeface="Arial" panose="020B0604020202020204" pitchFamily="34" charset="0"/>
              <a:buChar char="•"/>
            </a:pPr>
            <a:endParaRPr lang="en-GB" sz="1050" b="0" i="0">
              <a:solidFill>
                <a:schemeClr val="tx2"/>
              </a:solidFill>
              <a:effectLst/>
              <a:latin typeface="Montserrat" pitchFamily="2" charset="77"/>
            </a:endParaRPr>
          </a:p>
          <a:p>
            <a:pPr marL="171450" indent="-171450" algn="l" rtl="0" fontAlgn="base">
              <a:lnSpc>
                <a:spcPts val="1737"/>
              </a:lnSpc>
              <a:buFont typeface="Arial" panose="020B0604020202020204" pitchFamily="34" charset="0"/>
              <a:buChar char="•"/>
            </a:pPr>
            <a:r>
              <a:rPr lang="en-GB" sz="1050" b="0" i="0">
                <a:solidFill>
                  <a:schemeClr val="tx2"/>
                </a:solidFill>
                <a:effectLst/>
                <a:latin typeface="Montserrat" pitchFamily="2" charset="77"/>
              </a:rPr>
              <a:t>They roll up their sleeves. We’re hands-on, outcome-driven professionals. Less fluff, </a:t>
            </a:r>
            <a:br>
              <a:rPr lang="en-GB" sz="1050" b="0" i="0">
                <a:solidFill>
                  <a:schemeClr val="tx2"/>
                </a:solidFill>
                <a:effectLst/>
                <a:latin typeface="Montserrat" pitchFamily="2" charset="77"/>
              </a:rPr>
            </a:br>
            <a:r>
              <a:rPr lang="en-GB" sz="1050" b="0" i="0">
                <a:solidFill>
                  <a:schemeClr val="tx2"/>
                </a:solidFill>
                <a:effectLst/>
                <a:latin typeface="Montserrat" pitchFamily="2" charset="77"/>
              </a:rPr>
              <a:t>more value! </a:t>
            </a:r>
          </a:p>
          <a:p>
            <a:pPr marL="171450" indent="-171450" algn="l" rtl="0" fontAlgn="base">
              <a:lnSpc>
                <a:spcPts val="1737"/>
              </a:lnSpc>
              <a:buFont typeface="Arial" panose="020B0604020202020204" pitchFamily="34" charset="0"/>
              <a:buChar char="•"/>
            </a:pPr>
            <a:r>
              <a:rPr lang="en-GB" sz="1050" b="0" i="0">
                <a:solidFill>
                  <a:schemeClr val="tx2"/>
                </a:solidFill>
                <a:effectLst/>
                <a:latin typeface="Montserrat" pitchFamily="2" charset="77"/>
              </a:rPr>
              <a:t>They bring clarity and calm. Even when the data landscape looks complex, we bring structure and simplicity. </a:t>
            </a:r>
          </a:p>
          <a:p>
            <a:pPr marL="171450" indent="-171450" algn="l" rtl="0" fontAlgn="base">
              <a:lnSpc>
                <a:spcPts val="1737"/>
              </a:lnSpc>
              <a:buFont typeface="Arial" panose="020B0604020202020204" pitchFamily="34" charset="0"/>
              <a:buChar char="•"/>
            </a:pPr>
            <a:r>
              <a:rPr lang="en-GB" sz="1050" b="0" i="0">
                <a:solidFill>
                  <a:schemeClr val="tx2"/>
                </a:solidFill>
                <a:effectLst/>
                <a:latin typeface="Montserrat" pitchFamily="2" charset="77"/>
              </a:rPr>
              <a:t>They challenge you… with kindness. If there’s a better way to do something, </a:t>
            </a:r>
            <a:br>
              <a:rPr lang="en-GB" sz="1050" b="0" i="0">
                <a:solidFill>
                  <a:schemeClr val="tx2"/>
                </a:solidFill>
                <a:effectLst/>
                <a:latin typeface="Montserrat" pitchFamily="2" charset="77"/>
              </a:rPr>
            </a:br>
            <a:r>
              <a:rPr lang="en-GB" sz="1050" b="0" i="0">
                <a:solidFill>
                  <a:schemeClr val="tx2"/>
                </a:solidFill>
                <a:effectLst/>
                <a:latin typeface="Montserrat" pitchFamily="2" charset="77"/>
              </a:rPr>
              <a:t>we’ll suggest it. Expect honest conversations and smart solutions. </a:t>
            </a:r>
          </a:p>
          <a:p>
            <a:pPr marL="171450" indent="-171450" algn="l" rtl="0" fontAlgn="base">
              <a:lnSpc>
                <a:spcPts val="1737"/>
              </a:lnSpc>
              <a:buFont typeface="Arial" panose="020B0604020202020204" pitchFamily="34" charset="0"/>
              <a:buChar char="•"/>
            </a:pPr>
            <a:r>
              <a:rPr lang="en-GB" sz="1050" b="0" i="0">
                <a:solidFill>
                  <a:schemeClr val="tx2"/>
                </a:solidFill>
                <a:effectLst/>
                <a:latin typeface="Montserrat" pitchFamily="2" charset="77"/>
              </a:rPr>
              <a:t>They deliver. Always. You can count </a:t>
            </a:r>
            <a:br>
              <a:rPr lang="en-GB" sz="1050" b="0" i="0">
                <a:solidFill>
                  <a:schemeClr val="tx2"/>
                </a:solidFill>
                <a:effectLst/>
                <a:latin typeface="Montserrat" pitchFamily="2" charset="77"/>
              </a:rPr>
            </a:br>
            <a:r>
              <a:rPr lang="en-GB" sz="1050" b="0" i="0">
                <a:solidFill>
                  <a:schemeClr val="tx2"/>
                </a:solidFill>
                <a:effectLst/>
                <a:latin typeface="Montserrat" pitchFamily="2" charset="77"/>
              </a:rPr>
              <a:t>on us to meet expectations and then </a:t>
            </a:r>
            <a:br>
              <a:rPr lang="en-GB" sz="1050" b="0" i="0">
                <a:solidFill>
                  <a:schemeClr val="tx2"/>
                </a:solidFill>
                <a:effectLst/>
                <a:latin typeface="Montserrat" pitchFamily="2" charset="77"/>
              </a:rPr>
            </a:br>
            <a:r>
              <a:rPr lang="en-GB" sz="1050" b="0" i="0">
                <a:solidFill>
                  <a:schemeClr val="tx2"/>
                </a:solidFill>
                <a:effectLst/>
                <a:latin typeface="Montserrat" pitchFamily="2" charset="77"/>
              </a:rPr>
              <a:t>go the extra step further. </a:t>
            </a:r>
            <a:endParaRPr lang="en-GB" sz="1050" b="0" i="0">
              <a:solidFill>
                <a:schemeClr val="tx2"/>
              </a:solidFill>
              <a:effectLst/>
              <a:latin typeface="Segoe UI" panose="020B0502040204020203" pitchFamily="34" charset="0"/>
            </a:endParaRPr>
          </a:p>
          <a:p>
            <a:pPr algn="l" rtl="0" fontAlgn="base">
              <a:lnSpc>
                <a:spcPts val="1737"/>
              </a:lnSpc>
              <a:buNone/>
            </a:pPr>
            <a:endParaRPr lang="en-GB" sz="1050" b="0" i="0">
              <a:solidFill>
                <a:schemeClr val="tx2"/>
              </a:solidFill>
              <a:effectLst/>
              <a:latin typeface="Segoe UI" panose="020B0502040204020203" pitchFamily="34" charset="0"/>
            </a:endParaRPr>
          </a:p>
        </p:txBody>
      </p:sp>
      <p:sp>
        <p:nvSpPr>
          <p:cNvPr id="38" name="TextBox 37">
            <a:extLst>
              <a:ext uri="{FF2B5EF4-FFF2-40B4-BE49-F238E27FC236}">
                <a16:creationId xmlns:a16="http://schemas.microsoft.com/office/drawing/2014/main" id="{CEF89BC2-18EE-E64A-8EAC-73587C37395B}"/>
              </a:ext>
            </a:extLst>
          </p:cNvPr>
          <p:cNvSpPr txBox="1"/>
          <p:nvPr userDrawn="1"/>
        </p:nvSpPr>
        <p:spPr>
          <a:xfrm>
            <a:off x="8375901" y="3907891"/>
            <a:ext cx="3265238" cy="1962076"/>
          </a:xfrm>
          <a:prstGeom prst="rect">
            <a:avLst/>
          </a:prstGeom>
          <a:noFill/>
        </p:spPr>
        <p:txBody>
          <a:bodyPr wrap="square" lIns="0" tIns="0" rIns="0" bIns="0" numCol="1" spcCol="180000">
            <a:spAutoFit/>
          </a:bodyPr>
          <a:lstStyle/>
          <a:p>
            <a:pPr algn="l" rtl="0" fontAlgn="base">
              <a:lnSpc>
                <a:spcPts val="1737"/>
              </a:lnSpc>
              <a:buNone/>
            </a:pPr>
            <a:r>
              <a:rPr lang="en-GB" sz="1200" b="1" dirty="0">
                <a:solidFill>
                  <a:schemeClr val="accent1"/>
                </a:solidFill>
                <a:effectLst/>
                <a:latin typeface="Montserrat" pitchFamily="2" charset="77"/>
              </a:rPr>
              <a:t>And that’s the LACO </a:t>
            </a:r>
            <a:r>
              <a:rPr lang="en-GB" sz="1200" b="1" dirty="0">
                <a:solidFill>
                  <a:schemeClr val="tx2"/>
                </a:solidFill>
                <a:effectLst/>
                <a:latin typeface="Montserrat" pitchFamily="2" charset="77"/>
              </a:rPr>
              <a:t>difference! </a:t>
            </a:r>
            <a:br>
              <a:rPr lang="en-GB" sz="1200" b="1" dirty="0">
                <a:solidFill>
                  <a:schemeClr val="tx2"/>
                </a:solidFill>
                <a:effectLst/>
                <a:latin typeface="Montserrat" pitchFamily="2" charset="77"/>
              </a:rPr>
            </a:br>
            <a:endParaRPr lang="en-GB" sz="1050" b="0" i="0" dirty="0">
              <a:solidFill>
                <a:schemeClr val="tx2"/>
              </a:solidFill>
              <a:effectLst/>
              <a:latin typeface="Montserrat" pitchFamily="2" charset="77"/>
            </a:endParaRPr>
          </a:p>
          <a:p>
            <a:pPr algn="l" rtl="0" fontAlgn="base">
              <a:lnSpc>
                <a:spcPts val="1737"/>
              </a:lnSpc>
            </a:pPr>
            <a:r>
              <a:rPr lang="en-GB" sz="1050" b="0" i="0" dirty="0">
                <a:solidFill>
                  <a:schemeClr val="tx2"/>
                </a:solidFill>
                <a:effectLst/>
                <a:latin typeface="Montserrat" pitchFamily="2" charset="77"/>
              </a:rPr>
              <a:t>We don’t just work at your company. We work </a:t>
            </a:r>
            <a:br>
              <a:rPr lang="en-GB" sz="1050" b="0" i="0" dirty="0">
                <a:solidFill>
                  <a:schemeClr val="tx2"/>
                </a:solidFill>
                <a:effectLst/>
                <a:latin typeface="Montserrat" pitchFamily="2" charset="77"/>
              </a:rPr>
            </a:br>
            <a:r>
              <a:rPr lang="en-GB" sz="1050" b="0" i="0" dirty="0">
                <a:solidFill>
                  <a:schemeClr val="tx2"/>
                </a:solidFill>
                <a:effectLst/>
                <a:latin typeface="Montserrat" pitchFamily="2" charset="77"/>
              </a:rPr>
              <a:t>with your people to make sure the data works </a:t>
            </a:r>
            <a:br>
              <a:rPr lang="en-GB" sz="1050" b="0" i="0" dirty="0">
                <a:solidFill>
                  <a:schemeClr val="tx2"/>
                </a:solidFill>
                <a:effectLst/>
                <a:latin typeface="Montserrat" pitchFamily="2" charset="77"/>
              </a:rPr>
            </a:br>
            <a:r>
              <a:rPr lang="en-GB" sz="1050" b="0" i="0" dirty="0">
                <a:solidFill>
                  <a:schemeClr val="tx2"/>
                </a:solidFill>
                <a:effectLst/>
                <a:latin typeface="Montserrat" pitchFamily="2" charset="77"/>
              </a:rPr>
              <a:t>for your business. </a:t>
            </a:r>
          </a:p>
          <a:p>
            <a:pPr algn="l" rtl="0" fontAlgn="base">
              <a:lnSpc>
                <a:spcPts val="1737"/>
              </a:lnSpc>
            </a:pPr>
            <a:endParaRPr lang="en-GB" sz="1050" dirty="0">
              <a:solidFill>
                <a:schemeClr val="accent1"/>
              </a:solidFill>
              <a:latin typeface="Montserrat" pitchFamily="2" charset="77"/>
            </a:endParaRPr>
          </a:p>
          <a:p>
            <a:pPr algn="l" rtl="0" fontAlgn="base">
              <a:lnSpc>
                <a:spcPts val="1737"/>
              </a:lnSpc>
            </a:pPr>
            <a:r>
              <a:rPr lang="en-GB" sz="1600" b="1" dirty="0">
                <a:solidFill>
                  <a:schemeClr val="accent1"/>
                </a:solidFill>
                <a:effectLst/>
                <a:latin typeface="Montserrat ExtraBold" pitchFamily="2" charset="77"/>
              </a:rPr>
              <a:t>Perform </a:t>
            </a:r>
            <a:br>
              <a:rPr lang="en-GB" sz="1600" b="1" dirty="0">
                <a:solidFill>
                  <a:schemeClr val="accent1"/>
                </a:solidFill>
                <a:effectLst/>
                <a:latin typeface="Montserrat ExtraBold" pitchFamily="2" charset="77"/>
              </a:rPr>
            </a:br>
            <a:r>
              <a:rPr lang="en-GB" sz="1600" b="1" dirty="0">
                <a:solidFill>
                  <a:schemeClr val="accent1"/>
                </a:solidFill>
                <a:effectLst/>
                <a:latin typeface="Montserrat ExtraBold" pitchFamily="2" charset="77"/>
              </a:rPr>
              <a:t>stronger </a:t>
            </a:r>
            <a:br>
              <a:rPr lang="en-GB" sz="1600" b="1" dirty="0">
                <a:solidFill>
                  <a:schemeClr val="accent1"/>
                </a:solidFill>
                <a:effectLst/>
                <a:latin typeface="Montserrat ExtraBold" pitchFamily="2" charset="77"/>
              </a:rPr>
            </a:br>
            <a:r>
              <a:rPr lang="en-GB" sz="1600" b="1" dirty="0">
                <a:solidFill>
                  <a:schemeClr val="tx2"/>
                </a:solidFill>
                <a:effectLst/>
                <a:latin typeface="Montserrat ExtraBold" pitchFamily="2" charset="77"/>
              </a:rPr>
              <a:t>with data. </a:t>
            </a:r>
          </a:p>
        </p:txBody>
      </p:sp>
      <p:sp>
        <p:nvSpPr>
          <p:cNvPr id="72" name="TextBox 71">
            <a:extLst>
              <a:ext uri="{FF2B5EF4-FFF2-40B4-BE49-F238E27FC236}">
                <a16:creationId xmlns:a16="http://schemas.microsoft.com/office/drawing/2014/main" id="{99B330E4-C708-EE34-23C6-6A6F1A90230F}"/>
              </a:ext>
            </a:extLst>
          </p:cNvPr>
          <p:cNvSpPr txBox="1"/>
          <p:nvPr userDrawn="1"/>
        </p:nvSpPr>
        <p:spPr>
          <a:xfrm>
            <a:off x="15264581" y="5869858"/>
            <a:ext cx="0" cy="0"/>
          </a:xfrm>
          <a:prstGeom prst="rect">
            <a:avLst/>
          </a:prstGeom>
          <a:noFill/>
        </p:spPr>
        <p:txBody>
          <a:bodyPr wrap="none" lIns="0" tIns="0" rIns="0" bIns="0" rtlCol="0">
            <a:noAutofit/>
          </a:bodyPr>
          <a:lstStyle/>
          <a:p>
            <a:pPr marR="0" algn="l" defTabSz="914400" rtl="0" eaLnBrk="1" fontAlgn="auto" latinLnBrk="0" hangingPunct="1">
              <a:lnSpc>
                <a:spcPct val="100000"/>
              </a:lnSpc>
              <a:spcBef>
                <a:spcPts val="0"/>
              </a:spcBef>
              <a:spcAft>
                <a:spcPts val="0"/>
              </a:spcAft>
              <a:buClr>
                <a:schemeClr val="accent1"/>
              </a:buClr>
              <a:buSzTx/>
              <a:tabLst/>
            </a:pPr>
            <a:endParaRPr lang="en-BE" sz="1400">
              <a:solidFill>
                <a:schemeClr val="tx2"/>
              </a:solidFill>
              <a:latin typeface="Montserrat" pitchFamily="2" charset="77"/>
            </a:endParaRPr>
          </a:p>
        </p:txBody>
      </p:sp>
      <p:sp>
        <p:nvSpPr>
          <p:cNvPr id="12" name="Freeform 11">
            <a:extLst>
              <a:ext uri="{FF2B5EF4-FFF2-40B4-BE49-F238E27FC236}">
                <a16:creationId xmlns:a16="http://schemas.microsoft.com/office/drawing/2014/main" id="{6E091FD2-0139-9DC6-BC4A-44048DD6BD2B}"/>
              </a:ext>
            </a:extLst>
          </p:cNvPr>
          <p:cNvSpPr/>
          <p:nvPr/>
        </p:nvSpPr>
        <p:spPr>
          <a:xfrm>
            <a:off x="7648110" y="1065916"/>
            <a:ext cx="4541273" cy="2458748"/>
          </a:xfrm>
          <a:custGeom>
            <a:avLst/>
            <a:gdLst>
              <a:gd name="connsiteX0" fmla="*/ 851943 w 4541273"/>
              <a:gd name="connsiteY0" fmla="*/ 0 h 2458748"/>
              <a:gd name="connsiteX1" fmla="*/ 4541273 w 4541273"/>
              <a:gd name="connsiteY1" fmla="*/ 0 h 2458748"/>
              <a:gd name="connsiteX2" fmla="*/ 4541273 w 4541273"/>
              <a:gd name="connsiteY2" fmla="*/ 2458748 h 2458748"/>
              <a:gd name="connsiteX3" fmla="*/ 0 w 4541273"/>
              <a:gd name="connsiteY3" fmla="*/ 2458748 h 2458748"/>
            </a:gdLst>
            <a:ahLst/>
            <a:cxnLst>
              <a:cxn ang="0">
                <a:pos x="connsiteX0" y="connsiteY0"/>
              </a:cxn>
              <a:cxn ang="0">
                <a:pos x="connsiteX1" y="connsiteY1"/>
              </a:cxn>
              <a:cxn ang="0">
                <a:pos x="connsiteX2" y="connsiteY2"/>
              </a:cxn>
              <a:cxn ang="0">
                <a:pos x="connsiteX3" y="connsiteY3"/>
              </a:cxn>
            </a:cxnLst>
            <a:rect l="l" t="t" r="r" b="b"/>
            <a:pathLst>
              <a:path w="4541273" h="2458748">
                <a:moveTo>
                  <a:pt x="851943" y="0"/>
                </a:moveTo>
                <a:lnTo>
                  <a:pt x="4541273" y="0"/>
                </a:lnTo>
                <a:lnTo>
                  <a:pt x="4541273" y="2458748"/>
                </a:lnTo>
                <a:lnTo>
                  <a:pt x="0" y="2458748"/>
                </a:lnTo>
                <a:close/>
              </a:path>
            </a:pathLst>
          </a:custGeom>
          <a:blipFill>
            <a:blip r:embed="rId2"/>
            <a:srcRect/>
            <a:stretch>
              <a:fillRect t="-11566" b="-11566"/>
            </a:stretch>
          </a:blipFill>
          <a:ln w="26260" cap="flat">
            <a:noFill/>
            <a:prstDash val="solid"/>
            <a:miter/>
          </a:ln>
        </p:spPr>
        <p:txBody>
          <a:bodyPr wrap="square" rtlCol="0" anchor="ctr">
            <a:noAutofit/>
          </a:bodyPr>
          <a:lstStyle/>
          <a:p>
            <a:endParaRPr lang="en-BE"/>
          </a:p>
        </p:txBody>
      </p:sp>
      <p:sp>
        <p:nvSpPr>
          <p:cNvPr id="13" name="Freeform 12">
            <a:extLst>
              <a:ext uri="{FF2B5EF4-FFF2-40B4-BE49-F238E27FC236}">
                <a16:creationId xmlns:a16="http://schemas.microsoft.com/office/drawing/2014/main" id="{CCBF9B41-1CA3-7316-C1E1-A61A79E362F5}"/>
              </a:ext>
            </a:extLst>
          </p:cNvPr>
          <p:cNvSpPr/>
          <p:nvPr userDrawn="1"/>
        </p:nvSpPr>
        <p:spPr>
          <a:xfrm>
            <a:off x="264933" y="541053"/>
            <a:ext cx="11927066" cy="527170"/>
          </a:xfrm>
          <a:custGeom>
            <a:avLst/>
            <a:gdLst>
              <a:gd name="connsiteX0" fmla="*/ 182662 w 11927066"/>
              <a:gd name="connsiteY0" fmla="*/ 0 h 527170"/>
              <a:gd name="connsiteX1" fmla="*/ 992631 w 11927066"/>
              <a:gd name="connsiteY1" fmla="*/ 0 h 527170"/>
              <a:gd name="connsiteX2" fmla="*/ 1333661 w 11927066"/>
              <a:gd name="connsiteY2" fmla="*/ 0 h 527170"/>
              <a:gd name="connsiteX3" fmla="*/ 1681985 w 11927066"/>
              <a:gd name="connsiteY3" fmla="*/ 0 h 527170"/>
              <a:gd name="connsiteX4" fmla="*/ 2143630 w 11927066"/>
              <a:gd name="connsiteY4" fmla="*/ 0 h 527170"/>
              <a:gd name="connsiteX5" fmla="*/ 2333214 w 11927066"/>
              <a:gd name="connsiteY5" fmla="*/ 0 h 527170"/>
              <a:gd name="connsiteX6" fmla="*/ 2491954 w 11927066"/>
              <a:gd name="connsiteY6" fmla="*/ 0 h 527170"/>
              <a:gd name="connsiteX7" fmla="*/ 2603174 w 11927066"/>
              <a:gd name="connsiteY7" fmla="*/ 0 h 527170"/>
              <a:gd name="connsiteX8" fmla="*/ 2832985 w 11927066"/>
              <a:gd name="connsiteY8" fmla="*/ 0 h 527170"/>
              <a:gd name="connsiteX9" fmla="*/ 3143183 w 11927066"/>
              <a:gd name="connsiteY9" fmla="*/ 0 h 527170"/>
              <a:gd name="connsiteX10" fmla="*/ 3332766 w 11927066"/>
              <a:gd name="connsiteY10" fmla="*/ 0 h 527170"/>
              <a:gd name="connsiteX11" fmla="*/ 3413143 w 11927066"/>
              <a:gd name="connsiteY11" fmla="*/ 0 h 527170"/>
              <a:gd name="connsiteX12" fmla="*/ 3642954 w 11927066"/>
              <a:gd name="connsiteY12" fmla="*/ 0 h 527170"/>
              <a:gd name="connsiteX13" fmla="*/ 3754175 w 11927066"/>
              <a:gd name="connsiteY13" fmla="*/ 0 h 527170"/>
              <a:gd name="connsiteX14" fmla="*/ 3832537 w 11927066"/>
              <a:gd name="connsiteY14" fmla="*/ 0 h 527170"/>
              <a:gd name="connsiteX15" fmla="*/ 4102497 w 11927066"/>
              <a:gd name="connsiteY15" fmla="*/ 0 h 527170"/>
              <a:gd name="connsiteX16" fmla="*/ 4142735 w 11927066"/>
              <a:gd name="connsiteY16" fmla="*/ 0 h 527170"/>
              <a:gd name="connsiteX17" fmla="*/ 4564144 w 11927066"/>
              <a:gd name="connsiteY17" fmla="*/ 0 h 527170"/>
              <a:gd name="connsiteX18" fmla="*/ 4642506 w 11927066"/>
              <a:gd name="connsiteY18" fmla="*/ 0 h 527170"/>
              <a:gd name="connsiteX19" fmla="*/ 4753726 w 11927066"/>
              <a:gd name="connsiteY19" fmla="*/ 0 h 527170"/>
              <a:gd name="connsiteX20" fmla="*/ 4832089 w 11927066"/>
              <a:gd name="connsiteY20" fmla="*/ 0 h 527170"/>
              <a:gd name="connsiteX21" fmla="*/ 4912466 w 11927066"/>
              <a:gd name="connsiteY21" fmla="*/ 0 h 527170"/>
              <a:gd name="connsiteX22" fmla="*/ 5253497 w 11927066"/>
              <a:gd name="connsiteY22" fmla="*/ 0 h 527170"/>
              <a:gd name="connsiteX23" fmla="*/ 5563695 w 11927066"/>
              <a:gd name="connsiteY23" fmla="*/ 0 h 527170"/>
              <a:gd name="connsiteX24" fmla="*/ 5642058 w 11927066"/>
              <a:gd name="connsiteY24" fmla="*/ 0 h 527170"/>
              <a:gd name="connsiteX25" fmla="*/ 5753278 w 11927066"/>
              <a:gd name="connsiteY25" fmla="*/ 0 h 527170"/>
              <a:gd name="connsiteX26" fmla="*/ 6063466 w 11927066"/>
              <a:gd name="connsiteY26" fmla="*/ 0 h 527170"/>
              <a:gd name="connsiteX27" fmla="*/ 6253049 w 11927066"/>
              <a:gd name="connsiteY27" fmla="*/ 0 h 527170"/>
              <a:gd name="connsiteX28" fmla="*/ 6563247 w 11927066"/>
              <a:gd name="connsiteY28" fmla="*/ 0 h 527170"/>
              <a:gd name="connsiteX29" fmla="*/ 6758485 w 11927066"/>
              <a:gd name="connsiteY29" fmla="*/ 0 h 527170"/>
              <a:gd name="connsiteX30" fmla="*/ 7063018 w 11927066"/>
              <a:gd name="connsiteY30" fmla="*/ 0 h 527170"/>
              <a:gd name="connsiteX31" fmla="*/ 7252601 w 11927066"/>
              <a:gd name="connsiteY31" fmla="*/ 0 h 527170"/>
              <a:gd name="connsiteX32" fmla="*/ 7568454 w 11927066"/>
              <a:gd name="connsiteY32" fmla="*/ 0 h 527170"/>
              <a:gd name="connsiteX33" fmla="*/ 7909485 w 11927066"/>
              <a:gd name="connsiteY33" fmla="*/ 0 h 527170"/>
              <a:gd name="connsiteX34" fmla="*/ 8062570 w 11927066"/>
              <a:gd name="connsiteY34" fmla="*/ 0 h 527170"/>
              <a:gd name="connsiteX35" fmla="*/ 8257807 w 11927066"/>
              <a:gd name="connsiteY35" fmla="*/ 0 h 527170"/>
              <a:gd name="connsiteX36" fmla="*/ 8719454 w 11927066"/>
              <a:gd name="connsiteY36" fmla="*/ 0 h 527170"/>
              <a:gd name="connsiteX37" fmla="*/ 8909037 w 11927066"/>
              <a:gd name="connsiteY37" fmla="*/ 0 h 527170"/>
              <a:gd name="connsiteX38" fmla="*/ 9067776 w 11927066"/>
              <a:gd name="connsiteY38" fmla="*/ 0 h 527170"/>
              <a:gd name="connsiteX39" fmla="*/ 9408808 w 11927066"/>
              <a:gd name="connsiteY39" fmla="*/ 0 h 527170"/>
              <a:gd name="connsiteX40" fmla="*/ 9719006 w 11927066"/>
              <a:gd name="connsiteY40" fmla="*/ 0 h 527170"/>
              <a:gd name="connsiteX41" fmla="*/ 9908589 w 11927066"/>
              <a:gd name="connsiteY41" fmla="*/ 0 h 527170"/>
              <a:gd name="connsiteX42" fmla="*/ 10218777 w 11927066"/>
              <a:gd name="connsiteY42" fmla="*/ 0 h 527170"/>
              <a:gd name="connsiteX43" fmla="*/ 10408360 w 11927066"/>
              <a:gd name="connsiteY43" fmla="*/ 0 h 527170"/>
              <a:gd name="connsiteX44" fmla="*/ 10718558 w 11927066"/>
              <a:gd name="connsiteY44" fmla="*/ 0 h 527170"/>
              <a:gd name="connsiteX45" fmla="*/ 11117097 w 11927066"/>
              <a:gd name="connsiteY45" fmla="*/ 0 h 527170"/>
              <a:gd name="connsiteX46" fmla="*/ 11218329 w 11927066"/>
              <a:gd name="connsiteY46" fmla="*/ 0 h 527170"/>
              <a:gd name="connsiteX47" fmla="*/ 11927066 w 11927066"/>
              <a:gd name="connsiteY47" fmla="*/ 0 h 527170"/>
              <a:gd name="connsiteX48" fmla="*/ 11927066 w 11927066"/>
              <a:gd name="connsiteY48" fmla="*/ 527170 h 527170"/>
              <a:gd name="connsiteX49" fmla="*/ 11117097 w 11927066"/>
              <a:gd name="connsiteY49" fmla="*/ 527170 h 527170"/>
              <a:gd name="connsiteX50" fmla="*/ 11035667 w 11927066"/>
              <a:gd name="connsiteY50" fmla="*/ 527170 h 527170"/>
              <a:gd name="connsiteX51" fmla="*/ 10535897 w 11927066"/>
              <a:gd name="connsiteY51" fmla="*/ 527170 h 527170"/>
              <a:gd name="connsiteX52" fmla="*/ 10225698 w 11927066"/>
              <a:gd name="connsiteY52" fmla="*/ 527170 h 527170"/>
              <a:gd name="connsiteX53" fmla="*/ 10036115 w 11927066"/>
              <a:gd name="connsiteY53" fmla="*/ 527170 h 527170"/>
              <a:gd name="connsiteX54" fmla="*/ 9725928 w 11927066"/>
              <a:gd name="connsiteY54" fmla="*/ 527170 h 527170"/>
              <a:gd name="connsiteX55" fmla="*/ 9536345 w 11927066"/>
              <a:gd name="connsiteY55" fmla="*/ 527170 h 527170"/>
              <a:gd name="connsiteX56" fmla="*/ 9226146 w 11927066"/>
              <a:gd name="connsiteY56" fmla="*/ 527170 h 527170"/>
              <a:gd name="connsiteX57" fmla="*/ 8885115 w 11927066"/>
              <a:gd name="connsiteY57" fmla="*/ 527170 h 527170"/>
              <a:gd name="connsiteX58" fmla="*/ 8726376 w 11927066"/>
              <a:gd name="connsiteY58" fmla="*/ 527170 h 527170"/>
              <a:gd name="connsiteX59" fmla="*/ 8536792 w 11927066"/>
              <a:gd name="connsiteY59" fmla="*/ 527170 h 527170"/>
              <a:gd name="connsiteX60" fmla="*/ 8075146 w 11927066"/>
              <a:gd name="connsiteY60" fmla="*/ 527170 h 527170"/>
              <a:gd name="connsiteX61" fmla="*/ 7879909 w 11927066"/>
              <a:gd name="connsiteY61" fmla="*/ 527170 h 527170"/>
              <a:gd name="connsiteX62" fmla="*/ 7726823 w 11927066"/>
              <a:gd name="connsiteY62" fmla="*/ 527170 h 527170"/>
              <a:gd name="connsiteX63" fmla="*/ 7385792 w 11927066"/>
              <a:gd name="connsiteY63" fmla="*/ 527170 h 527170"/>
              <a:gd name="connsiteX64" fmla="*/ 7069940 w 11927066"/>
              <a:gd name="connsiteY64" fmla="*/ 527170 h 527170"/>
              <a:gd name="connsiteX65" fmla="*/ 6880358 w 11927066"/>
              <a:gd name="connsiteY65" fmla="*/ 527170 h 527170"/>
              <a:gd name="connsiteX66" fmla="*/ 6575823 w 11927066"/>
              <a:gd name="connsiteY66" fmla="*/ 527170 h 527170"/>
              <a:gd name="connsiteX67" fmla="*/ 6380586 w 11927066"/>
              <a:gd name="connsiteY67" fmla="*/ 527170 h 527170"/>
              <a:gd name="connsiteX68" fmla="*/ 6070389 w 11927066"/>
              <a:gd name="connsiteY68" fmla="*/ 527170 h 527170"/>
              <a:gd name="connsiteX69" fmla="*/ 5880805 w 11927066"/>
              <a:gd name="connsiteY69" fmla="*/ 527170 h 527170"/>
              <a:gd name="connsiteX70" fmla="*/ 5570617 w 11927066"/>
              <a:gd name="connsiteY70" fmla="*/ 527170 h 527170"/>
              <a:gd name="connsiteX71" fmla="*/ 5459397 w 11927066"/>
              <a:gd name="connsiteY71" fmla="*/ 527170 h 527170"/>
              <a:gd name="connsiteX72" fmla="*/ 5381035 w 11927066"/>
              <a:gd name="connsiteY72" fmla="*/ 527170 h 527170"/>
              <a:gd name="connsiteX73" fmla="*/ 5070836 w 11927066"/>
              <a:gd name="connsiteY73" fmla="*/ 527170 h 527170"/>
              <a:gd name="connsiteX74" fmla="*/ 4729804 w 11927066"/>
              <a:gd name="connsiteY74" fmla="*/ 527170 h 527170"/>
              <a:gd name="connsiteX75" fmla="*/ 4649428 w 11927066"/>
              <a:gd name="connsiteY75" fmla="*/ 527170 h 527170"/>
              <a:gd name="connsiteX76" fmla="*/ 4571067 w 11927066"/>
              <a:gd name="connsiteY76" fmla="*/ 527170 h 527170"/>
              <a:gd name="connsiteX77" fmla="*/ 4459845 w 11927066"/>
              <a:gd name="connsiteY77" fmla="*/ 527170 h 527170"/>
              <a:gd name="connsiteX78" fmla="*/ 4381481 w 11927066"/>
              <a:gd name="connsiteY78" fmla="*/ 527170 h 527170"/>
              <a:gd name="connsiteX79" fmla="*/ 3960074 w 11927066"/>
              <a:gd name="connsiteY79" fmla="*/ 527170 h 527170"/>
              <a:gd name="connsiteX80" fmla="*/ 3919835 w 11927066"/>
              <a:gd name="connsiteY80" fmla="*/ 527170 h 527170"/>
              <a:gd name="connsiteX81" fmla="*/ 3649876 w 11927066"/>
              <a:gd name="connsiteY81" fmla="*/ 527170 h 527170"/>
              <a:gd name="connsiteX82" fmla="*/ 3571512 w 11927066"/>
              <a:gd name="connsiteY82" fmla="*/ 527170 h 527170"/>
              <a:gd name="connsiteX83" fmla="*/ 3460293 w 11927066"/>
              <a:gd name="connsiteY83" fmla="*/ 527170 h 527170"/>
              <a:gd name="connsiteX84" fmla="*/ 3230481 w 11927066"/>
              <a:gd name="connsiteY84" fmla="*/ 527170 h 527170"/>
              <a:gd name="connsiteX85" fmla="*/ 3150105 w 11927066"/>
              <a:gd name="connsiteY85" fmla="*/ 527170 h 527170"/>
              <a:gd name="connsiteX86" fmla="*/ 2960522 w 11927066"/>
              <a:gd name="connsiteY86" fmla="*/ 527170 h 527170"/>
              <a:gd name="connsiteX87" fmla="*/ 2650324 w 11927066"/>
              <a:gd name="connsiteY87" fmla="*/ 527170 h 527170"/>
              <a:gd name="connsiteX88" fmla="*/ 2420512 w 11927066"/>
              <a:gd name="connsiteY88" fmla="*/ 527170 h 527170"/>
              <a:gd name="connsiteX89" fmla="*/ 2309292 w 11927066"/>
              <a:gd name="connsiteY89" fmla="*/ 527170 h 527170"/>
              <a:gd name="connsiteX90" fmla="*/ 2150553 w 11927066"/>
              <a:gd name="connsiteY90" fmla="*/ 527170 h 527170"/>
              <a:gd name="connsiteX91" fmla="*/ 1960969 w 11927066"/>
              <a:gd name="connsiteY91" fmla="*/ 527170 h 527170"/>
              <a:gd name="connsiteX92" fmla="*/ 1499323 w 11927066"/>
              <a:gd name="connsiteY92" fmla="*/ 527170 h 527170"/>
              <a:gd name="connsiteX93" fmla="*/ 1151000 w 11927066"/>
              <a:gd name="connsiteY93" fmla="*/ 527170 h 527170"/>
              <a:gd name="connsiteX94" fmla="*/ 809969 w 11927066"/>
              <a:gd name="connsiteY94" fmla="*/ 527170 h 527170"/>
              <a:gd name="connsiteX95" fmla="*/ 0 w 11927066"/>
              <a:gd name="connsiteY95"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1927066" h="527170">
                <a:moveTo>
                  <a:pt x="182662" y="0"/>
                </a:moveTo>
                <a:lnTo>
                  <a:pt x="992631" y="0"/>
                </a:lnTo>
                <a:lnTo>
                  <a:pt x="1333661" y="0"/>
                </a:lnTo>
                <a:lnTo>
                  <a:pt x="1681985" y="0"/>
                </a:lnTo>
                <a:lnTo>
                  <a:pt x="2143630" y="0"/>
                </a:lnTo>
                <a:lnTo>
                  <a:pt x="2333214" y="0"/>
                </a:lnTo>
                <a:lnTo>
                  <a:pt x="2491954" y="0"/>
                </a:lnTo>
                <a:lnTo>
                  <a:pt x="2603174" y="0"/>
                </a:lnTo>
                <a:lnTo>
                  <a:pt x="2832985" y="0"/>
                </a:lnTo>
                <a:lnTo>
                  <a:pt x="3143183" y="0"/>
                </a:lnTo>
                <a:lnTo>
                  <a:pt x="3332766" y="0"/>
                </a:lnTo>
                <a:lnTo>
                  <a:pt x="3413143" y="0"/>
                </a:lnTo>
                <a:lnTo>
                  <a:pt x="3642954" y="0"/>
                </a:lnTo>
                <a:lnTo>
                  <a:pt x="3754175" y="0"/>
                </a:lnTo>
                <a:lnTo>
                  <a:pt x="3832537" y="0"/>
                </a:lnTo>
                <a:lnTo>
                  <a:pt x="4102497" y="0"/>
                </a:lnTo>
                <a:lnTo>
                  <a:pt x="4142735" y="0"/>
                </a:lnTo>
                <a:lnTo>
                  <a:pt x="4564144" y="0"/>
                </a:lnTo>
                <a:lnTo>
                  <a:pt x="4642506" y="0"/>
                </a:lnTo>
                <a:lnTo>
                  <a:pt x="4753726" y="0"/>
                </a:lnTo>
                <a:lnTo>
                  <a:pt x="4832089" y="0"/>
                </a:lnTo>
                <a:lnTo>
                  <a:pt x="4912466" y="0"/>
                </a:lnTo>
                <a:lnTo>
                  <a:pt x="5253497" y="0"/>
                </a:lnTo>
                <a:lnTo>
                  <a:pt x="5563695" y="0"/>
                </a:lnTo>
                <a:lnTo>
                  <a:pt x="5642058" y="0"/>
                </a:lnTo>
                <a:lnTo>
                  <a:pt x="5753278" y="0"/>
                </a:lnTo>
                <a:lnTo>
                  <a:pt x="6063466" y="0"/>
                </a:lnTo>
                <a:lnTo>
                  <a:pt x="6253049" y="0"/>
                </a:lnTo>
                <a:lnTo>
                  <a:pt x="6563247" y="0"/>
                </a:lnTo>
                <a:lnTo>
                  <a:pt x="6758485" y="0"/>
                </a:lnTo>
                <a:lnTo>
                  <a:pt x="7063018" y="0"/>
                </a:lnTo>
                <a:lnTo>
                  <a:pt x="7252601" y="0"/>
                </a:lnTo>
                <a:lnTo>
                  <a:pt x="7568454" y="0"/>
                </a:lnTo>
                <a:lnTo>
                  <a:pt x="7909485" y="0"/>
                </a:lnTo>
                <a:lnTo>
                  <a:pt x="8062570" y="0"/>
                </a:lnTo>
                <a:lnTo>
                  <a:pt x="8257807" y="0"/>
                </a:lnTo>
                <a:lnTo>
                  <a:pt x="8719454" y="0"/>
                </a:lnTo>
                <a:lnTo>
                  <a:pt x="8909037" y="0"/>
                </a:lnTo>
                <a:lnTo>
                  <a:pt x="9067776" y="0"/>
                </a:lnTo>
                <a:lnTo>
                  <a:pt x="9408808" y="0"/>
                </a:lnTo>
                <a:lnTo>
                  <a:pt x="9719006" y="0"/>
                </a:lnTo>
                <a:lnTo>
                  <a:pt x="9908589" y="0"/>
                </a:lnTo>
                <a:lnTo>
                  <a:pt x="10218777" y="0"/>
                </a:lnTo>
                <a:lnTo>
                  <a:pt x="10408360" y="0"/>
                </a:lnTo>
                <a:lnTo>
                  <a:pt x="10718558" y="0"/>
                </a:lnTo>
                <a:lnTo>
                  <a:pt x="11117097" y="0"/>
                </a:lnTo>
                <a:lnTo>
                  <a:pt x="11218329" y="0"/>
                </a:lnTo>
                <a:lnTo>
                  <a:pt x="11927066" y="0"/>
                </a:lnTo>
                <a:lnTo>
                  <a:pt x="11927066" y="527170"/>
                </a:lnTo>
                <a:lnTo>
                  <a:pt x="11117097" y="527170"/>
                </a:lnTo>
                <a:lnTo>
                  <a:pt x="11035667" y="527170"/>
                </a:lnTo>
                <a:lnTo>
                  <a:pt x="10535897" y="527170"/>
                </a:lnTo>
                <a:lnTo>
                  <a:pt x="10225698" y="527170"/>
                </a:lnTo>
                <a:lnTo>
                  <a:pt x="10036115" y="527170"/>
                </a:lnTo>
                <a:lnTo>
                  <a:pt x="9725928" y="527170"/>
                </a:lnTo>
                <a:lnTo>
                  <a:pt x="9536345" y="527170"/>
                </a:lnTo>
                <a:lnTo>
                  <a:pt x="9226146" y="527170"/>
                </a:lnTo>
                <a:lnTo>
                  <a:pt x="8885115" y="527170"/>
                </a:lnTo>
                <a:lnTo>
                  <a:pt x="8726376" y="527170"/>
                </a:lnTo>
                <a:lnTo>
                  <a:pt x="8536792" y="527170"/>
                </a:lnTo>
                <a:lnTo>
                  <a:pt x="8075146" y="527170"/>
                </a:lnTo>
                <a:lnTo>
                  <a:pt x="7879909" y="527170"/>
                </a:lnTo>
                <a:lnTo>
                  <a:pt x="7726823" y="527170"/>
                </a:lnTo>
                <a:lnTo>
                  <a:pt x="7385792" y="527170"/>
                </a:lnTo>
                <a:lnTo>
                  <a:pt x="7069940" y="527170"/>
                </a:lnTo>
                <a:lnTo>
                  <a:pt x="6880358" y="527170"/>
                </a:lnTo>
                <a:lnTo>
                  <a:pt x="6575823" y="527170"/>
                </a:lnTo>
                <a:lnTo>
                  <a:pt x="6380586" y="527170"/>
                </a:lnTo>
                <a:lnTo>
                  <a:pt x="6070389" y="527170"/>
                </a:lnTo>
                <a:lnTo>
                  <a:pt x="5880805" y="527170"/>
                </a:lnTo>
                <a:lnTo>
                  <a:pt x="5570617" y="527170"/>
                </a:lnTo>
                <a:lnTo>
                  <a:pt x="5459397" y="527170"/>
                </a:lnTo>
                <a:lnTo>
                  <a:pt x="5381035" y="527170"/>
                </a:lnTo>
                <a:lnTo>
                  <a:pt x="5070836" y="527170"/>
                </a:lnTo>
                <a:lnTo>
                  <a:pt x="4729804" y="527170"/>
                </a:lnTo>
                <a:lnTo>
                  <a:pt x="4649428" y="527170"/>
                </a:lnTo>
                <a:lnTo>
                  <a:pt x="4571067" y="527170"/>
                </a:lnTo>
                <a:lnTo>
                  <a:pt x="4459845" y="527170"/>
                </a:lnTo>
                <a:lnTo>
                  <a:pt x="4381481" y="527170"/>
                </a:lnTo>
                <a:lnTo>
                  <a:pt x="3960074" y="527170"/>
                </a:lnTo>
                <a:lnTo>
                  <a:pt x="3919835" y="527170"/>
                </a:lnTo>
                <a:lnTo>
                  <a:pt x="3649876" y="527170"/>
                </a:lnTo>
                <a:lnTo>
                  <a:pt x="3571512" y="527170"/>
                </a:lnTo>
                <a:lnTo>
                  <a:pt x="3460293" y="527170"/>
                </a:lnTo>
                <a:lnTo>
                  <a:pt x="3230481" y="527170"/>
                </a:lnTo>
                <a:lnTo>
                  <a:pt x="3150105" y="527170"/>
                </a:lnTo>
                <a:lnTo>
                  <a:pt x="2960522" y="527170"/>
                </a:lnTo>
                <a:lnTo>
                  <a:pt x="2650324" y="527170"/>
                </a:lnTo>
                <a:lnTo>
                  <a:pt x="2420512" y="527170"/>
                </a:lnTo>
                <a:lnTo>
                  <a:pt x="2309292" y="527170"/>
                </a:lnTo>
                <a:lnTo>
                  <a:pt x="2150553" y="527170"/>
                </a:lnTo>
                <a:lnTo>
                  <a:pt x="1960969" y="527170"/>
                </a:lnTo>
                <a:lnTo>
                  <a:pt x="1499323" y="527170"/>
                </a:lnTo>
                <a:lnTo>
                  <a:pt x="1151000" y="527170"/>
                </a:lnTo>
                <a:lnTo>
                  <a:pt x="809969" y="527170"/>
                </a:lnTo>
                <a:lnTo>
                  <a:pt x="0" y="527170"/>
                </a:lnTo>
                <a:close/>
              </a:path>
            </a:pathLst>
          </a:custGeom>
          <a:solidFill>
            <a:schemeClr val="accent1"/>
          </a:solidFill>
          <a:ln w="9487" cap="flat">
            <a:noFill/>
            <a:prstDash val="solid"/>
            <a:miter/>
          </a:ln>
        </p:spPr>
        <p:txBody>
          <a:bodyPr wrap="square" lIns="827999" rtlCol="0" anchor="ctr">
            <a:noAutofit/>
          </a:bodyPr>
          <a:lstStyle/>
          <a:p>
            <a:pPr lvl="0"/>
            <a:endParaRPr lang="en-BE" sz="1050">
              <a:solidFill>
                <a:schemeClr val="tx2"/>
              </a:solidFill>
            </a:endParaRPr>
          </a:p>
        </p:txBody>
      </p:sp>
      <p:sp>
        <p:nvSpPr>
          <p:cNvPr id="15" name="Text Placeholder 15">
            <a:extLst>
              <a:ext uri="{FF2B5EF4-FFF2-40B4-BE49-F238E27FC236}">
                <a16:creationId xmlns:a16="http://schemas.microsoft.com/office/drawing/2014/main" id="{AE489CC5-60A9-A9F5-BE81-8443D7781A3E}"/>
              </a:ext>
            </a:extLst>
          </p:cNvPr>
          <p:cNvSpPr>
            <a:spLocks noGrp="1"/>
          </p:cNvSpPr>
          <p:nvPr>
            <p:ph type="body" sz="quarter" idx="13" hasCustomPrompt="1"/>
          </p:nvPr>
        </p:nvSpPr>
        <p:spPr>
          <a:xfrm>
            <a:off x="550863" y="536681"/>
            <a:ext cx="11090275" cy="535914"/>
          </a:xfrm>
        </p:spPr>
        <p:txBody>
          <a:bodyPr anchor="ctr">
            <a:noAutofit/>
          </a:bodyPr>
          <a:lstStyle>
            <a:lvl1pPr>
              <a:defRPr b="1" i="0">
                <a:solidFill>
                  <a:schemeClr val="bg1"/>
                </a:solidFill>
                <a:latin typeface="Montserrat" pitchFamily="2" charset="77"/>
              </a:defRPr>
            </a:lvl1pPr>
          </a:lstStyle>
          <a:p>
            <a:pPr lvl="0"/>
            <a:r>
              <a:rPr lang="en-US" sz="2000" b="1" dirty="0">
                <a:solidFill>
                  <a:srgbClr val="FFFFFF"/>
                </a:solidFill>
              </a:rPr>
              <a:t>[insert First + Last name]</a:t>
            </a:r>
            <a:endParaRPr lang="en-BE" sz="1050" dirty="0">
              <a:solidFill>
                <a:schemeClr val="tx2"/>
              </a:solidFill>
            </a:endParaRPr>
          </a:p>
        </p:txBody>
      </p:sp>
    </p:spTree>
    <p:extLst>
      <p:ext uri="{BB962C8B-B14F-4D97-AF65-F5344CB8AC3E}">
        <p14:creationId xmlns:p14="http://schemas.microsoft.com/office/powerpoint/2010/main" val="2380776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D2955A85-DC03-CAF8-3E75-0B6FF549A163}"/>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1" i="0">
              <a:latin typeface="Montserrat" pitchFamily="2" charset="77"/>
            </a:endParaRPr>
          </a:p>
        </p:txBody>
      </p:sp>
      <p:sp>
        <p:nvSpPr>
          <p:cNvPr id="11" name="Slide Number Placeholder 5">
            <a:extLst>
              <a:ext uri="{FF2B5EF4-FFF2-40B4-BE49-F238E27FC236}">
                <a16:creationId xmlns:a16="http://schemas.microsoft.com/office/drawing/2014/main" id="{95C0D1E9-C827-0842-A68B-EB51CFE00BB1}"/>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48CC0F-C11C-9046-BD8D-B18DFE3E7258}" type="slidenum">
              <a:rPr lang="en-US" sz="1200" b="0" i="0" smtClean="0">
                <a:latin typeface="Montserrat" pitchFamily="2" charset="77"/>
              </a:rPr>
              <a:pPr algn="r"/>
              <a:t>‹#›</a:t>
            </a:fld>
            <a:endParaRPr lang="en-US" sz="1200" b="0" i="0">
              <a:latin typeface="Montserrat" pitchFamily="2" charset="77"/>
            </a:endParaRPr>
          </a:p>
        </p:txBody>
      </p:sp>
      <p:sp>
        <p:nvSpPr>
          <p:cNvPr id="36" name="Title Placeholder 35">
            <a:extLst>
              <a:ext uri="{FF2B5EF4-FFF2-40B4-BE49-F238E27FC236}">
                <a16:creationId xmlns:a16="http://schemas.microsoft.com/office/drawing/2014/main" id="{9B6D5B6E-2F8E-32F9-30E8-34969F63350C}"/>
              </a:ext>
            </a:extLst>
          </p:cNvPr>
          <p:cNvSpPr>
            <a:spLocks noGrp="1"/>
          </p:cNvSpPr>
          <p:nvPr>
            <p:ph type="title"/>
          </p:nvPr>
        </p:nvSpPr>
        <p:spPr>
          <a:xfrm>
            <a:off x="550863" y="549275"/>
            <a:ext cx="11079889" cy="874039"/>
          </a:xfrm>
          <a:prstGeom prst="rect">
            <a:avLst/>
          </a:prstGeom>
        </p:spPr>
        <p:txBody>
          <a:bodyPr vert="horz" lIns="0" tIns="0" rIns="0" bIns="0" rtlCol="0" anchor="t">
            <a:normAutofit/>
          </a:bodyPr>
          <a:lstStyle/>
          <a:p>
            <a:r>
              <a:rPr lang="en-GB"/>
              <a:t>Click to edit Master title style</a:t>
            </a:r>
            <a:endParaRPr lang="nl-NL"/>
          </a:p>
        </p:txBody>
      </p:sp>
      <p:sp>
        <p:nvSpPr>
          <p:cNvPr id="37" name="Text Placeholder 36">
            <a:extLst>
              <a:ext uri="{FF2B5EF4-FFF2-40B4-BE49-F238E27FC236}">
                <a16:creationId xmlns:a16="http://schemas.microsoft.com/office/drawing/2014/main" id="{C1EF3FBA-E1C6-FCEC-96C8-C42CE021B49F}"/>
              </a:ext>
            </a:extLst>
          </p:cNvPr>
          <p:cNvSpPr>
            <a:spLocks noGrp="1"/>
          </p:cNvSpPr>
          <p:nvPr>
            <p:ph type="body" idx="1"/>
          </p:nvPr>
        </p:nvSpPr>
        <p:spPr>
          <a:xfrm>
            <a:off x="550863" y="1423314"/>
            <a:ext cx="11079889" cy="4611121"/>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28" name="Freeform 27">
            <a:extLst>
              <a:ext uri="{FF2B5EF4-FFF2-40B4-BE49-F238E27FC236}">
                <a16:creationId xmlns:a16="http://schemas.microsoft.com/office/drawing/2014/main" id="{6BEBF737-4BAD-1299-C4F8-D5A41493DF99}"/>
              </a:ext>
            </a:extLst>
          </p:cNvPr>
          <p:cNvSpPr/>
          <p:nvPr/>
        </p:nvSpPr>
        <p:spPr>
          <a:xfrm>
            <a:off x="561248" y="6478888"/>
            <a:ext cx="127332" cy="190758"/>
          </a:xfrm>
          <a:custGeom>
            <a:avLst/>
            <a:gdLst>
              <a:gd name="connsiteX0" fmla="*/ 0 w 127332"/>
              <a:gd name="connsiteY0" fmla="*/ 0 h 190758"/>
              <a:gd name="connsiteX1" fmla="*/ 0 w 127332"/>
              <a:gd name="connsiteY1" fmla="*/ 190759 h 190758"/>
              <a:gd name="connsiteX2" fmla="*/ 106064 w 127332"/>
              <a:gd name="connsiteY2" fmla="*/ 190759 h 190758"/>
              <a:gd name="connsiteX3" fmla="*/ 127332 w 127332"/>
              <a:gd name="connsiteY3" fmla="*/ 129320 h 190758"/>
              <a:gd name="connsiteX4" fmla="*/ 69314 w 127332"/>
              <a:gd name="connsiteY4" fmla="*/ 129320 h 190758"/>
              <a:gd name="connsiteX5" fmla="*/ 69314 w 127332"/>
              <a:gd name="connsiteY5" fmla="*/ 0 h 190758"/>
              <a:gd name="connsiteX6" fmla="*/ 0 w 127332"/>
              <a:gd name="connsiteY6" fmla="*/ 0 h 19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332" h="190758">
                <a:moveTo>
                  <a:pt x="0" y="0"/>
                </a:moveTo>
                <a:lnTo>
                  <a:pt x="0" y="190759"/>
                </a:lnTo>
                <a:lnTo>
                  <a:pt x="106064" y="190759"/>
                </a:lnTo>
                <a:lnTo>
                  <a:pt x="127332" y="129320"/>
                </a:lnTo>
                <a:lnTo>
                  <a:pt x="69314" y="129320"/>
                </a:lnTo>
                <a:lnTo>
                  <a:pt x="69314" y="0"/>
                </a:lnTo>
                <a:lnTo>
                  <a:pt x="0" y="0"/>
                </a:lnTo>
                <a:close/>
              </a:path>
            </a:pathLst>
          </a:custGeom>
          <a:solidFill>
            <a:srgbClr val="15487D"/>
          </a:solidFill>
          <a:ln w="547" cap="flat">
            <a:noFill/>
            <a:prstDash val="solid"/>
            <a:miter/>
          </a:ln>
        </p:spPr>
        <p:txBody>
          <a:bodyPr rtlCol="0" anchor="ctr"/>
          <a:lstStyle/>
          <a:p>
            <a:endParaRPr lang="en-BE"/>
          </a:p>
        </p:txBody>
      </p:sp>
      <p:sp>
        <p:nvSpPr>
          <p:cNvPr id="29" name="Freeform 28">
            <a:extLst>
              <a:ext uri="{FF2B5EF4-FFF2-40B4-BE49-F238E27FC236}">
                <a16:creationId xmlns:a16="http://schemas.microsoft.com/office/drawing/2014/main" id="{C7DDD466-BA67-8DB0-AF73-D6C74D85065D}"/>
              </a:ext>
            </a:extLst>
          </p:cNvPr>
          <p:cNvSpPr/>
          <p:nvPr/>
        </p:nvSpPr>
        <p:spPr>
          <a:xfrm>
            <a:off x="692161" y="6478833"/>
            <a:ext cx="210035" cy="190813"/>
          </a:xfrm>
          <a:custGeom>
            <a:avLst/>
            <a:gdLst>
              <a:gd name="connsiteX0" fmla="*/ 106505 w 210035"/>
              <a:gd name="connsiteY0" fmla="*/ 63861 h 190813"/>
              <a:gd name="connsiteX1" fmla="*/ 103916 w 210035"/>
              <a:gd name="connsiteY1" fmla="*/ 63861 h 190813"/>
              <a:gd name="connsiteX2" fmla="*/ 100775 w 210035"/>
              <a:gd name="connsiteY2" fmla="*/ 85332 h 190813"/>
              <a:gd name="connsiteX3" fmla="*/ 91298 w 210035"/>
              <a:gd name="connsiteY3" fmla="*/ 121942 h 190813"/>
              <a:gd name="connsiteX4" fmla="*/ 119068 w 210035"/>
              <a:gd name="connsiteY4" fmla="*/ 121942 h 190813"/>
              <a:gd name="connsiteX5" fmla="*/ 110197 w 210035"/>
              <a:gd name="connsiteY5" fmla="*/ 85332 h 190813"/>
              <a:gd name="connsiteX6" fmla="*/ 106505 w 210035"/>
              <a:gd name="connsiteY6" fmla="*/ 63861 h 190813"/>
              <a:gd name="connsiteX7" fmla="*/ 78460 w 210035"/>
              <a:gd name="connsiteY7" fmla="*/ 167086 h 190813"/>
              <a:gd name="connsiteX8" fmla="*/ 73281 w 210035"/>
              <a:gd name="connsiteY8" fmla="*/ 190814 h 190813"/>
              <a:gd name="connsiteX9" fmla="*/ 0 w 210035"/>
              <a:gd name="connsiteY9" fmla="*/ 190814 h 190813"/>
              <a:gd name="connsiteX10" fmla="*/ 66118 w 210035"/>
              <a:gd name="connsiteY10" fmla="*/ 0 h 190813"/>
              <a:gd name="connsiteX11" fmla="*/ 143917 w 210035"/>
              <a:gd name="connsiteY11" fmla="*/ 0 h 190813"/>
              <a:gd name="connsiteX12" fmla="*/ 210035 w 210035"/>
              <a:gd name="connsiteY12" fmla="*/ 190814 h 190813"/>
              <a:gd name="connsiteX13" fmla="*/ 137415 w 210035"/>
              <a:gd name="connsiteY13" fmla="*/ 190814 h 190813"/>
              <a:gd name="connsiteX14" fmla="*/ 131134 w 210035"/>
              <a:gd name="connsiteY14" fmla="*/ 167086 h 190813"/>
              <a:gd name="connsiteX15" fmla="*/ 78460 w 210035"/>
              <a:gd name="connsiteY15" fmla="*/ 167086 h 190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0035" h="190813">
                <a:moveTo>
                  <a:pt x="106505" y="63861"/>
                </a:moveTo>
                <a:lnTo>
                  <a:pt x="103916" y="63861"/>
                </a:lnTo>
                <a:cubicBezTo>
                  <a:pt x="103640" y="71128"/>
                  <a:pt x="102593" y="78285"/>
                  <a:pt x="100775" y="85332"/>
                </a:cubicBezTo>
                <a:lnTo>
                  <a:pt x="91298" y="121942"/>
                </a:lnTo>
                <a:lnTo>
                  <a:pt x="119068" y="121942"/>
                </a:lnTo>
                <a:lnTo>
                  <a:pt x="110197" y="85332"/>
                </a:lnTo>
                <a:cubicBezTo>
                  <a:pt x="108599" y="78230"/>
                  <a:pt x="107332" y="71073"/>
                  <a:pt x="106505" y="63861"/>
                </a:cubicBezTo>
                <a:moveTo>
                  <a:pt x="78460" y="167086"/>
                </a:moveTo>
                <a:lnTo>
                  <a:pt x="73281" y="190814"/>
                </a:lnTo>
                <a:lnTo>
                  <a:pt x="0" y="190814"/>
                </a:lnTo>
                <a:lnTo>
                  <a:pt x="66118" y="0"/>
                </a:lnTo>
                <a:lnTo>
                  <a:pt x="143917" y="0"/>
                </a:lnTo>
                <a:lnTo>
                  <a:pt x="210035" y="190814"/>
                </a:lnTo>
                <a:lnTo>
                  <a:pt x="137415" y="190814"/>
                </a:lnTo>
                <a:lnTo>
                  <a:pt x="131134" y="167086"/>
                </a:lnTo>
                <a:lnTo>
                  <a:pt x="78460" y="167086"/>
                </a:lnTo>
                <a:close/>
              </a:path>
            </a:pathLst>
          </a:custGeom>
          <a:solidFill>
            <a:srgbClr val="15487D"/>
          </a:solidFill>
          <a:ln w="547" cap="flat">
            <a:noFill/>
            <a:prstDash val="solid"/>
            <a:miter/>
          </a:ln>
        </p:spPr>
        <p:txBody>
          <a:bodyPr rtlCol="0" anchor="ctr"/>
          <a:lstStyle/>
          <a:p>
            <a:endParaRPr lang="en-BE"/>
          </a:p>
        </p:txBody>
      </p:sp>
      <p:sp>
        <p:nvSpPr>
          <p:cNvPr id="30" name="Freeform 29">
            <a:extLst>
              <a:ext uri="{FF2B5EF4-FFF2-40B4-BE49-F238E27FC236}">
                <a16:creationId xmlns:a16="http://schemas.microsoft.com/office/drawing/2014/main" id="{9ED62312-4332-605D-E1EB-F7C8FD64E865}"/>
              </a:ext>
            </a:extLst>
          </p:cNvPr>
          <p:cNvSpPr/>
          <p:nvPr/>
        </p:nvSpPr>
        <p:spPr>
          <a:xfrm>
            <a:off x="1058148" y="6474594"/>
            <a:ext cx="211857" cy="199346"/>
          </a:xfrm>
          <a:custGeom>
            <a:avLst/>
            <a:gdLst>
              <a:gd name="connsiteX0" fmla="*/ 81027 w 211857"/>
              <a:gd name="connsiteY0" fmla="*/ 71184 h 199346"/>
              <a:gd name="connsiteX1" fmla="*/ 70117 w 211857"/>
              <a:gd name="connsiteY1" fmla="*/ 99756 h 199346"/>
              <a:gd name="connsiteX2" fmla="*/ 81027 w 211857"/>
              <a:gd name="connsiteY2" fmla="*/ 128053 h 199346"/>
              <a:gd name="connsiteX3" fmla="*/ 105931 w 211857"/>
              <a:gd name="connsiteY3" fmla="*/ 137798 h 199346"/>
              <a:gd name="connsiteX4" fmla="*/ 130836 w 211857"/>
              <a:gd name="connsiteY4" fmla="*/ 128053 h 199346"/>
              <a:gd name="connsiteX5" fmla="*/ 141690 w 211857"/>
              <a:gd name="connsiteY5" fmla="*/ 99756 h 199346"/>
              <a:gd name="connsiteX6" fmla="*/ 130836 w 211857"/>
              <a:gd name="connsiteY6" fmla="*/ 71184 h 199346"/>
              <a:gd name="connsiteX7" fmla="*/ 105931 w 211857"/>
              <a:gd name="connsiteY7" fmla="*/ 61439 h 199346"/>
              <a:gd name="connsiteX8" fmla="*/ 81027 w 211857"/>
              <a:gd name="connsiteY8" fmla="*/ 71184 h 199346"/>
              <a:gd name="connsiteX9" fmla="*/ 185218 w 211857"/>
              <a:gd name="connsiteY9" fmla="*/ 168737 h 199346"/>
              <a:gd name="connsiteX10" fmla="*/ 105931 w 211857"/>
              <a:gd name="connsiteY10" fmla="*/ 199347 h 199346"/>
              <a:gd name="connsiteX11" fmla="*/ 26645 w 211857"/>
              <a:gd name="connsiteY11" fmla="*/ 168737 h 199346"/>
              <a:gd name="connsiteX12" fmla="*/ 32 w 211857"/>
              <a:gd name="connsiteY12" fmla="*/ 99536 h 199346"/>
              <a:gd name="connsiteX13" fmla="*/ 26645 w 211857"/>
              <a:gd name="connsiteY13" fmla="*/ 30609 h 199346"/>
              <a:gd name="connsiteX14" fmla="*/ 105931 w 211857"/>
              <a:gd name="connsiteY14" fmla="*/ 0 h 199346"/>
              <a:gd name="connsiteX15" fmla="*/ 185218 w 211857"/>
              <a:gd name="connsiteY15" fmla="*/ 30609 h 199346"/>
              <a:gd name="connsiteX16" fmla="*/ 211830 w 211857"/>
              <a:gd name="connsiteY16" fmla="*/ 99536 h 199346"/>
              <a:gd name="connsiteX17" fmla="*/ 185218 w 211857"/>
              <a:gd name="connsiteY17" fmla="*/ 168737 h 199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1857" h="199346">
                <a:moveTo>
                  <a:pt x="81027" y="71184"/>
                </a:moveTo>
                <a:cubicBezTo>
                  <a:pt x="73974" y="79056"/>
                  <a:pt x="70117" y="89241"/>
                  <a:pt x="70117" y="99756"/>
                </a:cubicBezTo>
                <a:cubicBezTo>
                  <a:pt x="69952" y="110271"/>
                  <a:pt x="73864" y="120401"/>
                  <a:pt x="81027" y="128053"/>
                </a:cubicBezTo>
                <a:cubicBezTo>
                  <a:pt x="87694" y="134494"/>
                  <a:pt x="96675" y="138018"/>
                  <a:pt x="105931" y="137798"/>
                </a:cubicBezTo>
                <a:cubicBezTo>
                  <a:pt x="115188" y="138018"/>
                  <a:pt x="124169" y="134494"/>
                  <a:pt x="130836" y="128053"/>
                </a:cubicBezTo>
                <a:cubicBezTo>
                  <a:pt x="138054" y="120401"/>
                  <a:pt x="141966" y="110216"/>
                  <a:pt x="141690" y="99756"/>
                </a:cubicBezTo>
                <a:cubicBezTo>
                  <a:pt x="142131" y="89131"/>
                  <a:pt x="138219" y="78781"/>
                  <a:pt x="130836" y="71184"/>
                </a:cubicBezTo>
                <a:cubicBezTo>
                  <a:pt x="124169" y="64742"/>
                  <a:pt x="115188" y="61219"/>
                  <a:pt x="105931" y="61439"/>
                </a:cubicBezTo>
                <a:cubicBezTo>
                  <a:pt x="96620" y="61054"/>
                  <a:pt x="87583" y="64577"/>
                  <a:pt x="81027" y="71184"/>
                </a:cubicBezTo>
                <a:moveTo>
                  <a:pt x="185218" y="168737"/>
                </a:moveTo>
                <a:cubicBezTo>
                  <a:pt x="168909" y="185308"/>
                  <a:pt x="142296" y="199347"/>
                  <a:pt x="105931" y="199347"/>
                </a:cubicBezTo>
                <a:cubicBezTo>
                  <a:pt x="69566" y="199347"/>
                  <a:pt x="42954" y="185308"/>
                  <a:pt x="26645" y="168737"/>
                </a:cubicBezTo>
                <a:cubicBezTo>
                  <a:pt x="8958" y="150075"/>
                  <a:pt x="-629" y="125191"/>
                  <a:pt x="32" y="99536"/>
                </a:cubicBezTo>
                <a:cubicBezTo>
                  <a:pt x="-519" y="73936"/>
                  <a:pt x="9013" y="49162"/>
                  <a:pt x="26645" y="30609"/>
                </a:cubicBezTo>
                <a:cubicBezTo>
                  <a:pt x="42954" y="14039"/>
                  <a:pt x="69566" y="0"/>
                  <a:pt x="105931" y="0"/>
                </a:cubicBezTo>
                <a:cubicBezTo>
                  <a:pt x="142296" y="0"/>
                  <a:pt x="168909" y="14039"/>
                  <a:pt x="185218" y="30609"/>
                </a:cubicBezTo>
                <a:cubicBezTo>
                  <a:pt x="202849" y="49162"/>
                  <a:pt x="212436" y="73936"/>
                  <a:pt x="211830" y="99536"/>
                </a:cubicBezTo>
                <a:cubicBezTo>
                  <a:pt x="212436" y="125246"/>
                  <a:pt x="202904" y="150130"/>
                  <a:pt x="185218" y="168737"/>
                </a:cubicBezTo>
              </a:path>
            </a:pathLst>
          </a:custGeom>
          <a:solidFill>
            <a:srgbClr val="16BECF"/>
          </a:solidFill>
          <a:ln w="547" cap="flat">
            <a:noFill/>
            <a:prstDash val="solid"/>
            <a:miter/>
          </a:ln>
        </p:spPr>
        <p:txBody>
          <a:bodyPr rtlCol="0" anchor="ctr"/>
          <a:lstStyle/>
          <a:p>
            <a:endParaRPr lang="en-BE"/>
          </a:p>
        </p:txBody>
      </p:sp>
      <p:sp>
        <p:nvSpPr>
          <p:cNvPr id="31" name="Freeform 30">
            <a:extLst>
              <a:ext uri="{FF2B5EF4-FFF2-40B4-BE49-F238E27FC236}">
                <a16:creationId xmlns:a16="http://schemas.microsoft.com/office/drawing/2014/main" id="{65913E48-7826-9237-87A0-A09CF24FF6D4}"/>
              </a:ext>
            </a:extLst>
          </p:cNvPr>
          <p:cNvSpPr/>
          <p:nvPr/>
        </p:nvSpPr>
        <p:spPr>
          <a:xfrm>
            <a:off x="900461" y="6474639"/>
            <a:ext cx="157222" cy="199420"/>
          </a:xfrm>
          <a:custGeom>
            <a:avLst/>
            <a:gdLst>
              <a:gd name="connsiteX0" fmla="*/ 134632 w 157222"/>
              <a:gd name="connsiteY0" fmla="*/ 123438 h 199420"/>
              <a:gd name="connsiteX1" fmla="*/ 130776 w 157222"/>
              <a:gd name="connsiteY1" fmla="*/ 128062 h 199420"/>
              <a:gd name="connsiteX2" fmla="*/ 105871 w 157222"/>
              <a:gd name="connsiteY2" fmla="*/ 137807 h 199420"/>
              <a:gd name="connsiteX3" fmla="*/ 80967 w 157222"/>
              <a:gd name="connsiteY3" fmla="*/ 128062 h 199420"/>
              <a:gd name="connsiteX4" fmla="*/ 70057 w 157222"/>
              <a:gd name="connsiteY4" fmla="*/ 99765 h 199420"/>
              <a:gd name="connsiteX5" fmla="*/ 80967 w 157222"/>
              <a:gd name="connsiteY5" fmla="*/ 71193 h 199420"/>
              <a:gd name="connsiteX6" fmla="*/ 105871 w 157222"/>
              <a:gd name="connsiteY6" fmla="*/ 61448 h 199420"/>
              <a:gd name="connsiteX7" fmla="*/ 130776 w 157222"/>
              <a:gd name="connsiteY7" fmla="*/ 71193 h 199420"/>
              <a:gd name="connsiteX8" fmla="*/ 134688 w 157222"/>
              <a:gd name="connsiteY8" fmla="*/ 75762 h 199420"/>
              <a:gd name="connsiteX9" fmla="*/ 157168 w 157222"/>
              <a:gd name="connsiteY9" fmla="*/ 10910 h 199420"/>
              <a:gd name="connsiteX10" fmla="*/ 105926 w 157222"/>
              <a:gd name="connsiteY10" fmla="*/ 9 h 199420"/>
              <a:gd name="connsiteX11" fmla="*/ 26640 w 157222"/>
              <a:gd name="connsiteY11" fmla="*/ 30619 h 199420"/>
              <a:gd name="connsiteX12" fmla="*/ 27 w 157222"/>
              <a:gd name="connsiteY12" fmla="*/ 99545 h 199420"/>
              <a:gd name="connsiteX13" fmla="*/ 26640 w 157222"/>
              <a:gd name="connsiteY13" fmla="*/ 168802 h 199420"/>
              <a:gd name="connsiteX14" fmla="*/ 105926 w 157222"/>
              <a:gd name="connsiteY14" fmla="*/ 199411 h 199420"/>
              <a:gd name="connsiteX15" fmla="*/ 157223 w 157222"/>
              <a:gd name="connsiteY15" fmla="*/ 188456 h 199420"/>
              <a:gd name="connsiteX16" fmla="*/ 134688 w 157222"/>
              <a:gd name="connsiteY16" fmla="*/ 123548 h 19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222" h="199420">
                <a:moveTo>
                  <a:pt x="134632" y="123438"/>
                </a:moveTo>
                <a:cubicBezTo>
                  <a:pt x="133475" y="125090"/>
                  <a:pt x="132208" y="126686"/>
                  <a:pt x="130776" y="128062"/>
                </a:cubicBezTo>
                <a:cubicBezTo>
                  <a:pt x="124109" y="134504"/>
                  <a:pt x="115128" y="138027"/>
                  <a:pt x="105871" y="137807"/>
                </a:cubicBezTo>
                <a:cubicBezTo>
                  <a:pt x="96615" y="138027"/>
                  <a:pt x="87634" y="134504"/>
                  <a:pt x="80967" y="128062"/>
                </a:cubicBezTo>
                <a:cubicBezTo>
                  <a:pt x="73804" y="120410"/>
                  <a:pt x="69892" y="110225"/>
                  <a:pt x="70057" y="99765"/>
                </a:cubicBezTo>
                <a:cubicBezTo>
                  <a:pt x="70057" y="89195"/>
                  <a:pt x="73914" y="79010"/>
                  <a:pt x="80967" y="71193"/>
                </a:cubicBezTo>
                <a:cubicBezTo>
                  <a:pt x="87523" y="64586"/>
                  <a:pt x="96560" y="61063"/>
                  <a:pt x="105871" y="61448"/>
                </a:cubicBezTo>
                <a:cubicBezTo>
                  <a:pt x="115128" y="61228"/>
                  <a:pt x="124109" y="64752"/>
                  <a:pt x="130776" y="71193"/>
                </a:cubicBezTo>
                <a:cubicBezTo>
                  <a:pt x="132208" y="72569"/>
                  <a:pt x="133531" y="74111"/>
                  <a:pt x="134688" y="75762"/>
                </a:cubicBezTo>
                <a:lnTo>
                  <a:pt x="157168" y="10910"/>
                </a:lnTo>
                <a:cubicBezTo>
                  <a:pt x="141134" y="3533"/>
                  <a:pt x="123613" y="-211"/>
                  <a:pt x="105926" y="9"/>
                </a:cubicBezTo>
                <a:cubicBezTo>
                  <a:pt x="69561" y="9"/>
                  <a:pt x="42949" y="13993"/>
                  <a:pt x="26640" y="30619"/>
                </a:cubicBezTo>
                <a:cubicBezTo>
                  <a:pt x="9008" y="49172"/>
                  <a:pt x="-579" y="73945"/>
                  <a:pt x="27" y="99545"/>
                </a:cubicBezTo>
                <a:cubicBezTo>
                  <a:pt x="-579" y="125255"/>
                  <a:pt x="9008" y="150139"/>
                  <a:pt x="26640" y="168802"/>
                </a:cubicBezTo>
                <a:cubicBezTo>
                  <a:pt x="42949" y="185373"/>
                  <a:pt x="69561" y="199411"/>
                  <a:pt x="105926" y="199411"/>
                </a:cubicBezTo>
                <a:cubicBezTo>
                  <a:pt x="123613" y="199631"/>
                  <a:pt x="141134" y="195888"/>
                  <a:pt x="157223" y="188456"/>
                </a:cubicBezTo>
                <a:lnTo>
                  <a:pt x="134688" y="123548"/>
                </a:lnTo>
                <a:close/>
              </a:path>
            </a:pathLst>
          </a:custGeom>
          <a:solidFill>
            <a:srgbClr val="15487D"/>
          </a:solidFill>
          <a:ln w="547" cap="flat">
            <a:noFill/>
            <a:prstDash val="solid"/>
            <a:miter/>
          </a:ln>
        </p:spPr>
        <p:txBody>
          <a:bodyPr rtlCol="0" anchor="ctr"/>
          <a:lstStyle/>
          <a:p>
            <a:endParaRPr lang="en-BE"/>
          </a:p>
        </p:txBody>
      </p:sp>
      <p:sp>
        <p:nvSpPr>
          <p:cNvPr id="32" name="Freeform 31">
            <a:extLst>
              <a:ext uri="{FF2B5EF4-FFF2-40B4-BE49-F238E27FC236}">
                <a16:creationId xmlns:a16="http://schemas.microsoft.com/office/drawing/2014/main" id="{0432E81F-0497-E3A9-D59C-99FC4B600080}"/>
              </a:ext>
            </a:extLst>
          </p:cNvPr>
          <p:cNvSpPr/>
          <p:nvPr/>
        </p:nvSpPr>
        <p:spPr>
          <a:xfrm>
            <a:off x="1247443" y="6418385"/>
            <a:ext cx="123310" cy="311765"/>
          </a:xfrm>
          <a:custGeom>
            <a:avLst/>
            <a:gdLst>
              <a:gd name="connsiteX0" fmla="*/ 107828 w 123310"/>
              <a:gd name="connsiteY0" fmla="*/ 0 h 311765"/>
              <a:gd name="connsiteX1" fmla="*/ 0 w 123310"/>
              <a:gd name="connsiteY1" fmla="*/ 311765 h 311765"/>
              <a:gd name="connsiteX2" fmla="*/ 15538 w 123310"/>
              <a:gd name="connsiteY2" fmla="*/ 311765 h 311765"/>
              <a:gd name="connsiteX3" fmla="*/ 123310 w 123310"/>
              <a:gd name="connsiteY3" fmla="*/ 0 h 311765"/>
              <a:gd name="connsiteX4" fmla="*/ 107828 w 123310"/>
              <a:gd name="connsiteY4" fmla="*/ 0 h 311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10" h="311765">
                <a:moveTo>
                  <a:pt x="107828" y="0"/>
                </a:moveTo>
                <a:lnTo>
                  <a:pt x="0" y="311765"/>
                </a:lnTo>
                <a:lnTo>
                  <a:pt x="15538" y="311765"/>
                </a:lnTo>
                <a:lnTo>
                  <a:pt x="123310" y="0"/>
                </a:lnTo>
                <a:lnTo>
                  <a:pt x="107828" y="0"/>
                </a:lnTo>
                <a:close/>
              </a:path>
            </a:pathLst>
          </a:custGeom>
          <a:solidFill>
            <a:srgbClr val="16BECF"/>
          </a:solidFill>
          <a:ln w="547" cap="flat">
            <a:noFill/>
            <a:prstDash val="solid"/>
            <a:miter/>
          </a:ln>
        </p:spPr>
        <p:txBody>
          <a:bodyPr rtlCol="0" anchor="ctr"/>
          <a:lstStyle/>
          <a:p>
            <a:endParaRPr lang="en-BE"/>
          </a:p>
        </p:txBody>
      </p:sp>
    </p:spTree>
    <p:extLst>
      <p:ext uri="{BB962C8B-B14F-4D97-AF65-F5344CB8AC3E}">
        <p14:creationId xmlns:p14="http://schemas.microsoft.com/office/powerpoint/2010/main" val="3317949176"/>
      </p:ext>
    </p:extLst>
  </p:cSld>
  <p:clrMap bg1="lt1" tx1="dk1" bg2="lt2" tx2="dk2" accent1="accent1" accent2="accent2" accent3="accent3" accent4="accent4" accent5="accent5" accent6="accent6" hlink="hlink" folHlink="folHlink"/>
  <p:sldLayoutIdLst>
    <p:sldLayoutId id="2147483790" r:id="rId1"/>
    <p:sldLayoutId id="2147483801" r:id="rId2"/>
    <p:sldLayoutId id="2147483805" r:id="rId3"/>
    <p:sldLayoutId id="2147483734" r:id="rId4"/>
    <p:sldLayoutId id="2147483828" r:id="rId5"/>
    <p:sldLayoutId id="2147483829" r:id="rId6"/>
    <p:sldLayoutId id="2147483736" r:id="rId7"/>
    <p:sldLayoutId id="2147483771" r:id="rId8"/>
    <p:sldLayoutId id="2147483765" r:id="rId9"/>
    <p:sldLayoutId id="2147483789" r:id="rId10"/>
    <p:sldLayoutId id="2147483793" r:id="rId11"/>
    <p:sldLayoutId id="2147483803" r:id="rId12"/>
    <p:sldLayoutId id="2147483794" r:id="rId13"/>
    <p:sldLayoutId id="2147483791" r:id="rId14"/>
    <p:sldLayoutId id="2147483802" r:id="rId15"/>
    <p:sldLayoutId id="2147483800" r:id="rId16"/>
    <p:sldLayoutId id="2147483799" r:id="rId17"/>
    <p:sldLayoutId id="2147483798" r:id="rId18"/>
    <p:sldLayoutId id="2147483741" r:id="rId19"/>
    <p:sldLayoutId id="2147483777" r:id="rId20"/>
    <p:sldLayoutId id="2147483735" r:id="rId21"/>
    <p:sldLayoutId id="2147483822" r:id="rId22"/>
    <p:sldLayoutId id="2147483806" r:id="rId23"/>
    <p:sldLayoutId id="2147483818" r:id="rId24"/>
    <p:sldLayoutId id="2147483817" r:id="rId25"/>
    <p:sldLayoutId id="2147483820" r:id="rId26"/>
    <p:sldLayoutId id="2147483821" r:id="rId27"/>
    <p:sldLayoutId id="2147483825" r:id="rId28"/>
    <p:sldLayoutId id="2147483826" r:id="rId29"/>
    <p:sldLayoutId id="2147483784" r:id="rId30"/>
    <p:sldLayoutId id="2147483795" r:id="rId31"/>
    <p:sldLayoutId id="2147483827" r:id="rId32"/>
    <p:sldLayoutId id="2147483834" r:id="rId33"/>
    <p:sldLayoutId id="2147483837" r:id="rId34"/>
    <p:sldLayoutId id="2147483832" r:id="rId35"/>
    <p:sldLayoutId id="2147483839" r:id="rId36"/>
    <p:sldLayoutId id="2147483840" r:id="rId37"/>
    <p:sldLayoutId id="2147483838" r:id="rId38"/>
    <p:sldLayoutId id="2147483835" r:id="rId39"/>
    <p:sldLayoutId id="2147483836" r:id="rId40"/>
    <p:sldLayoutId id="2147483833" r:id="rId41"/>
    <p:sldLayoutId id="2147483831" r:id="rId42"/>
  </p:sldLayoutIdLst>
  <p:hf hdr="0" ftr="0"/>
  <p:txStyles>
    <p:titleStyle>
      <a:lvl1pPr marL="0" indent="0" algn="l" defTabSz="914400" rtl="0" eaLnBrk="1" latinLnBrk="0" hangingPunct="1">
        <a:lnSpc>
          <a:spcPct val="90000"/>
        </a:lnSpc>
        <a:spcBef>
          <a:spcPct val="0"/>
        </a:spcBef>
        <a:buNone/>
        <a:tabLst/>
        <a:defRPr sz="3200" b="1" i="0" kern="1200">
          <a:solidFill>
            <a:schemeClr val="accent1"/>
          </a:solidFill>
          <a:latin typeface="Montserrat" pitchFamily="2" charset="77"/>
          <a:ea typeface="+mj-ea"/>
          <a:cs typeface="+mj-cs"/>
        </a:defRPr>
      </a:lvl1pPr>
    </p:titleStyle>
    <p:bodyStyle>
      <a:lvl1pPr marL="0" indent="0" algn="l" defTabSz="914400" rtl="0" eaLnBrk="1" latinLnBrk="0" hangingPunct="1">
        <a:lnSpc>
          <a:spcPct val="90000"/>
        </a:lnSpc>
        <a:spcBef>
          <a:spcPts val="0"/>
        </a:spcBef>
        <a:spcAft>
          <a:spcPts val="1200"/>
        </a:spcAft>
        <a:buClr>
          <a:schemeClr val="accent1"/>
        </a:buClr>
        <a:buFont typeface="Arial" panose="020B0604020202020204" pitchFamily="34" charset="0"/>
        <a:buNone/>
        <a:defRPr sz="2000" b="0" i="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3974" userDrawn="1">
          <p15:clr>
            <a:srgbClr val="F26B43"/>
          </p15:clr>
        </p15:guide>
        <p15:guide id="4" pos="347" userDrawn="1">
          <p15:clr>
            <a:srgbClr val="F26B43"/>
          </p15:clr>
        </p15:guide>
        <p15:guide id="5" orient="horz" pos="346" userDrawn="1">
          <p15:clr>
            <a:srgbClr val="F26B43"/>
          </p15:clr>
        </p15:guide>
        <p15:guide id="6" pos="7333" userDrawn="1">
          <p15:clr>
            <a:srgbClr val="F26B43"/>
          </p15:clr>
        </p15:guide>
        <p15:guide id="7" orient="horz" pos="8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E0B5F4-65ED-6371-66C0-D33CBC37B554}"/>
              </a:ext>
            </a:extLst>
          </p:cNvPr>
          <p:cNvSpPr>
            <a:spLocks noGrp="1"/>
          </p:cNvSpPr>
          <p:nvPr>
            <p:ph type="body" sz="quarter" idx="10"/>
          </p:nvPr>
        </p:nvSpPr>
        <p:spPr/>
        <p:txBody>
          <a:bodyPr/>
          <a:lstStyle/>
          <a:p>
            <a:r>
              <a:rPr lang="nl-BE" dirty="0">
                <a:solidFill>
                  <a:srgbClr val="FFFFFF"/>
                </a:solidFill>
              </a:rPr>
              <a:t>Oumar Coulibaly</a:t>
            </a:r>
            <a:endParaRPr lang="en-BE" dirty="0"/>
          </a:p>
        </p:txBody>
      </p:sp>
      <p:sp>
        <p:nvSpPr>
          <p:cNvPr id="3" name="Text Placeholder 2">
            <a:extLst>
              <a:ext uri="{FF2B5EF4-FFF2-40B4-BE49-F238E27FC236}">
                <a16:creationId xmlns:a16="http://schemas.microsoft.com/office/drawing/2014/main" id="{E689C8EF-F024-66CD-252F-E51C92B2FCB5}"/>
              </a:ext>
            </a:extLst>
          </p:cNvPr>
          <p:cNvSpPr>
            <a:spLocks noGrp="1"/>
          </p:cNvSpPr>
          <p:nvPr>
            <p:ph type="body" sz="quarter" idx="11"/>
          </p:nvPr>
        </p:nvSpPr>
        <p:spPr/>
        <p:txBody>
          <a:bodyPr/>
          <a:lstStyle/>
          <a:p>
            <a:r>
              <a:rPr lang="en-GB" dirty="0"/>
              <a:t>Microsoft BI Consultant</a:t>
            </a:r>
            <a:endParaRPr lang="en-BE" dirty="0"/>
          </a:p>
        </p:txBody>
      </p:sp>
      <p:sp>
        <p:nvSpPr>
          <p:cNvPr id="4" name="Text Placeholder 3">
            <a:extLst>
              <a:ext uri="{FF2B5EF4-FFF2-40B4-BE49-F238E27FC236}">
                <a16:creationId xmlns:a16="http://schemas.microsoft.com/office/drawing/2014/main" id="{64DAD99B-7F10-D1E3-3B36-8EB059BF83EC}"/>
              </a:ext>
            </a:extLst>
          </p:cNvPr>
          <p:cNvSpPr>
            <a:spLocks noGrp="1"/>
          </p:cNvSpPr>
          <p:nvPr>
            <p:ph type="body" sz="quarter" idx="12"/>
          </p:nvPr>
        </p:nvSpPr>
        <p:spPr/>
        <p:txBody>
          <a:bodyPr/>
          <a:lstStyle/>
          <a:p>
            <a:endParaRPr lang="en-BE"/>
          </a:p>
        </p:txBody>
      </p:sp>
      <p:sp>
        <p:nvSpPr>
          <p:cNvPr id="5" name="Picture Placeholder 4">
            <a:extLst>
              <a:ext uri="{FF2B5EF4-FFF2-40B4-BE49-F238E27FC236}">
                <a16:creationId xmlns:a16="http://schemas.microsoft.com/office/drawing/2014/main" id="{9D4C09B7-67C2-9BB3-E086-F23AB7C1ECD9}"/>
              </a:ext>
            </a:extLst>
          </p:cNvPr>
          <p:cNvSpPr>
            <a:spLocks noGrp="1"/>
          </p:cNvSpPr>
          <p:nvPr>
            <p:ph type="pic" sz="quarter" idx="4294967295"/>
          </p:nvPr>
        </p:nvSpPr>
        <p:spPr>
          <a:xfrm>
            <a:off x="5384449" y="549275"/>
            <a:ext cx="6807551" cy="5768042"/>
          </a:xfrm>
        </p:spPr>
        <p:txBody>
          <a:bodyPr/>
          <a:lstStyle/>
          <a:p>
            <a:endParaRPr lang="en-BE"/>
          </a:p>
        </p:txBody>
      </p:sp>
    </p:spTree>
    <p:extLst>
      <p:ext uri="{BB962C8B-B14F-4D97-AF65-F5344CB8AC3E}">
        <p14:creationId xmlns:p14="http://schemas.microsoft.com/office/powerpoint/2010/main" val="3609453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B14F34-BBD0-4679-8693-E6E0AA24C699}"/>
              </a:ext>
            </a:extLst>
          </p:cNvPr>
          <p:cNvSpPr>
            <a:spLocks noGrp="1"/>
          </p:cNvSpPr>
          <p:nvPr>
            <p:ph type="body" sz="quarter" idx="11"/>
          </p:nvPr>
        </p:nvSpPr>
        <p:spPr/>
        <p:txBody>
          <a:bodyPr/>
          <a:lstStyle/>
          <a:p>
            <a:pPr marL="11113" marR="0" lvl="0" indent="0" algn="l" defTabSz="914400" rtl="0" eaLnBrk="1" fontAlgn="auto" latinLnBrk="0" hangingPunct="1">
              <a:lnSpc>
                <a:spcPct val="100000"/>
              </a:lnSpc>
              <a:spcBef>
                <a:spcPts val="565"/>
              </a:spcBef>
              <a:spcAft>
                <a:spcPts val="0"/>
              </a:spcAft>
              <a:buClrTx/>
              <a:buSzTx/>
              <a:buFontTx/>
              <a:buNone/>
              <a:tabLst/>
              <a:defRPr/>
            </a:pPr>
            <a:r>
              <a:rPr kumimoji="0" lang="en-US" sz="800" b="1" i="0" u="none" strike="noStrike" kern="1200" cap="none" spc="0" normalizeH="0" baseline="0" noProof="0" dirty="0">
                <a:ln>
                  <a:noFill/>
                </a:ln>
                <a:solidFill>
                  <a:srgbClr val="15487B"/>
                </a:solidFill>
                <a:effectLst/>
                <a:uLnTx/>
                <a:uFillTx/>
                <a:latin typeface="Montserrat" pitchFamily="2" charset="77"/>
                <a:ea typeface="Calibri" panose="020F0502020204030204" pitchFamily="34" charset="0"/>
                <a:cs typeface="+mn-cs"/>
              </a:rPr>
              <a:t>Hard</a:t>
            </a:r>
            <a:r>
              <a:rPr kumimoji="0" lang="en-US" sz="800" b="1" i="0" u="none" strike="noStrike" kern="1200" cap="none" spc="-25" normalizeH="0" baseline="0" noProof="0" dirty="0">
                <a:ln>
                  <a:noFill/>
                </a:ln>
                <a:solidFill>
                  <a:srgbClr val="15487B"/>
                </a:solidFill>
                <a:effectLst/>
                <a:uLnTx/>
                <a:uFillTx/>
                <a:latin typeface="Montserrat" pitchFamily="2" charset="77"/>
                <a:ea typeface="Calibri" panose="020F0502020204030204" pitchFamily="34" charset="0"/>
                <a:cs typeface="+mn-cs"/>
              </a:rPr>
              <a:t> </a:t>
            </a:r>
            <a:r>
              <a:rPr kumimoji="0" lang="en-US" sz="800" b="1" i="0" u="none" strike="noStrike" kern="1200" cap="none" spc="-10" normalizeH="0" baseline="0" noProof="0" dirty="0">
                <a:ln>
                  <a:noFill/>
                </a:ln>
                <a:solidFill>
                  <a:srgbClr val="15487B"/>
                </a:solidFill>
                <a:effectLst/>
                <a:uLnTx/>
                <a:uFillTx/>
                <a:latin typeface="Montserrat" pitchFamily="2" charset="77"/>
                <a:ea typeface="Calibri" panose="020F0502020204030204" pitchFamily="34" charset="0"/>
                <a:cs typeface="+mn-cs"/>
              </a:rPr>
              <a:t>skills</a:t>
            </a:r>
            <a:endParaRPr kumimoji="0" lang="en-BE" sz="800" b="1" i="0" u="none" strike="noStrike" kern="1200" cap="none" spc="0" normalizeH="0" baseline="0" noProof="0" dirty="0">
              <a:ln>
                <a:noFill/>
              </a:ln>
              <a:solidFill>
                <a:srgbClr val="15487B"/>
              </a:solidFill>
              <a:effectLst/>
              <a:uLnTx/>
              <a:uFillTx/>
              <a:latin typeface="Montserrat" pitchFamily="2" charset="77"/>
              <a:ea typeface="Calibri" panose="020F0502020204030204" pitchFamily="34" charset="0"/>
              <a:cs typeface="+mn-cs"/>
            </a:endParaRP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Multidimensional Modeling, Relational, </a:t>
            </a:r>
          </a:p>
          <a:p>
            <a:pPr marL="11113" lvl="0">
              <a:lnSpc>
                <a:spcPct val="150000"/>
              </a:lnSpc>
              <a:spcAft>
                <a:spcPts val="0"/>
              </a:spcAft>
              <a:buClr>
                <a:srgbClr val="3CB4CC"/>
              </a:buClr>
              <a:buSzPts val="750"/>
              <a:defRPr/>
            </a:pPr>
            <a:r>
              <a:rPr lang="nl-BE" sz="800" dirty="0">
                <a:solidFill>
                  <a:srgbClr val="15487B"/>
                </a:solidFill>
                <a:latin typeface="Montserrat Light" pitchFamily="2" charset="77"/>
                <a:ea typeface="Wingdings" pitchFamily="2" charset="2"/>
                <a:cs typeface="Wingdings" pitchFamily="2" charset="2"/>
              </a:rPr>
              <a:t>          Dimensional</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Azure Data Lake</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Azure KeyVault</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Azure Data Bricks</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Azure Synapse</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Aziure Data Factory</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Scale</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SSIS</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SSAS</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SSRS</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Power BI</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ZAPPYSYS </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Cognos Reporting Studio</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Excel Power view, Excel Power Pivot</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SQL Server (2012,2014,2015,2016)</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BPM, UML, ITIL</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Visual Studio 2010/2015</a:t>
            </a:r>
          </a:p>
          <a:p>
            <a:pPr marL="11113"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SQL, T-SQL</a:t>
            </a:r>
          </a:p>
          <a:p>
            <a:pPr marL="11113"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C#, JavaScript</a:t>
            </a:r>
          </a:p>
          <a:p>
            <a:pPr marL="11113" lvl="0"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PHP, JQ</a:t>
            </a:r>
          </a:p>
          <a:p>
            <a:pPr marL="11113" indent="2603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pitchFamily="2" charset="77"/>
                <a:ea typeface="Wingdings" pitchFamily="2" charset="2"/>
                <a:cs typeface="Wingdings" pitchFamily="2" charset="2"/>
              </a:rPr>
              <a:t>HTML, CSS</a:t>
            </a:r>
          </a:p>
          <a:p>
            <a:pPr marL="11113" indent="2603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SPLUNC</a:t>
            </a:r>
          </a:p>
          <a:p>
            <a:pPr marL="11113" indent="2603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WINRIS (Deployment Management tool)</a:t>
            </a:r>
          </a:p>
          <a:p>
            <a:pPr marL="11113" indent="2603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Heat (Technical Request tool)</a:t>
            </a:r>
          </a:p>
          <a:p>
            <a:pPr marL="11113" indent="2603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EU2K-List (Business Request tool)</a:t>
            </a:r>
          </a:p>
          <a:p>
            <a:pPr marL="11113" indent="2603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Test Management Approach (</a:t>
            </a:r>
            <a:r>
              <a:rPr lang="en-GB" sz="800" dirty="0" err="1">
                <a:solidFill>
                  <a:srgbClr val="15487B"/>
                </a:solidFill>
                <a:latin typeface="Montserrat Light" pitchFamily="2" charset="77"/>
                <a:ea typeface="Wingdings" pitchFamily="2" charset="2"/>
                <a:cs typeface="Wingdings" pitchFamily="2" charset="2"/>
              </a:rPr>
              <a:t>TMap</a:t>
            </a:r>
            <a:r>
              <a:rPr lang="en-GB" sz="800" dirty="0">
                <a:solidFill>
                  <a:srgbClr val="15487B"/>
                </a:solidFill>
                <a:latin typeface="Montserrat Light" pitchFamily="2" charset="77"/>
                <a:ea typeface="Wingdings" pitchFamily="2" charset="2"/>
                <a:cs typeface="Wingdings" pitchFamily="2" charset="2"/>
              </a:rPr>
              <a:t>) (Test tool)</a:t>
            </a:r>
            <a:endParaRPr lang="en-BE" sz="800" dirty="0">
              <a:solidFill>
                <a:srgbClr val="15487B"/>
              </a:solidFill>
              <a:latin typeface="Montserrat Light" pitchFamily="2" charset="77"/>
              <a:ea typeface="Wingdings" pitchFamily="2" charset="2"/>
              <a:cs typeface="Wingdings" pitchFamily="2" charset="2"/>
            </a:endParaRPr>
          </a:p>
          <a:p>
            <a:pPr marL="11113" marR="0" lvl="0" indent="0" algn="l" defTabSz="914400" rtl="0" eaLnBrk="1" fontAlgn="auto" latinLnBrk="0" hangingPunct="1">
              <a:lnSpc>
                <a:spcPct val="100000"/>
              </a:lnSpc>
              <a:spcBef>
                <a:spcPts val="985"/>
              </a:spcBef>
              <a:spcAft>
                <a:spcPts val="0"/>
              </a:spcAft>
              <a:buClrTx/>
              <a:buSzTx/>
              <a:buFontTx/>
              <a:buNone/>
              <a:tabLst/>
              <a:defRPr/>
            </a:pPr>
            <a:r>
              <a:rPr kumimoji="0" lang="en-US" sz="800" b="1" i="0" u="none" strike="noStrike" kern="1200" cap="none" spc="-10" normalizeH="0" baseline="0" noProof="0" dirty="0">
                <a:ln>
                  <a:noFill/>
                </a:ln>
                <a:solidFill>
                  <a:srgbClr val="15487B"/>
                </a:solidFill>
                <a:effectLst/>
                <a:uLnTx/>
                <a:uFillTx/>
                <a:latin typeface="Montserrat" pitchFamily="2" charset="77"/>
                <a:ea typeface="Calibri" panose="020F0502020204030204" pitchFamily="34" charset="0"/>
                <a:cs typeface="+mn-cs"/>
              </a:rPr>
              <a:t>Education</a:t>
            </a:r>
            <a:endParaRPr kumimoji="0" lang="en-BE" sz="800" b="1" i="0" u="none" strike="noStrike" kern="1200" cap="none" spc="0" normalizeH="0" baseline="0" noProof="0" dirty="0">
              <a:ln>
                <a:noFill/>
              </a:ln>
              <a:solidFill>
                <a:srgbClr val="15487B"/>
              </a:solidFill>
              <a:effectLst/>
              <a:uLnTx/>
              <a:uFillTx/>
              <a:latin typeface="Montserrat" pitchFamily="2" charset="77"/>
              <a:ea typeface="Calibri" panose="020F0502020204030204" pitchFamily="34" charset="0"/>
              <a:cs typeface="+mn-cs"/>
            </a:endParaRPr>
          </a:p>
          <a:p>
            <a:pPr marL="182563"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rPr>
              <a:t>Business IT and Management – High School - Inholland – Haarlem | 2012 - 2017
State Exam program 2 | 2010 - 2012
Economics and Management Sciences - Ivory Coast (training not completed due to personal circumstances) | 2008 – 2010</a:t>
            </a:r>
          </a:p>
          <a:p>
            <a:pPr marL="182563"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endParaRPr kumimoji="0" lang="nl-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1113">
              <a:lnSpc>
                <a:spcPct val="150000"/>
              </a:lnSpc>
              <a:spcAft>
                <a:spcPts val="0"/>
              </a:spcAft>
              <a:buClr>
                <a:srgbClr val="3CB4CC"/>
              </a:buClr>
              <a:buSzPts val="750"/>
              <a:defRPr/>
            </a:pPr>
            <a:r>
              <a:rPr lang="en-US" sz="800" b="1" spc="-10" dirty="0">
                <a:solidFill>
                  <a:srgbClr val="15487B"/>
                </a:solidFill>
                <a:ea typeface="Calibri" panose="020F0502020204030204" pitchFamily="34" charset="0"/>
              </a:rPr>
              <a:t>Training</a:t>
            </a:r>
            <a:endParaRPr kumimoji="0" lang="en-BE" sz="800" b="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mn-cs"/>
            </a:endParaRP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Data Engineering on Microsoft Azure –  </a:t>
            </a:r>
          </a:p>
          <a:p>
            <a:pPr marL="11113" lvl="0">
              <a:lnSpc>
                <a:spcPct val="150000"/>
              </a:lnSpc>
              <a:spcAft>
                <a:spcPts val="0"/>
              </a:spcAft>
              <a:buClr>
                <a:srgbClr val="3CB4CC"/>
              </a:buClr>
              <a:buSzPts val="750"/>
              <a:defRPr/>
            </a:pPr>
            <a:r>
              <a:rPr lang="en-GB" sz="800" dirty="0">
                <a:solidFill>
                  <a:srgbClr val="15487B"/>
                </a:solidFill>
                <a:latin typeface="Montserrat Light" pitchFamily="2" charset="77"/>
                <a:ea typeface="Wingdings" pitchFamily="2" charset="2"/>
                <a:cs typeface="Wingdings" pitchFamily="2" charset="2"/>
              </a:rPr>
              <a:t>         U2U@LACO | 11/2021</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Introduction to Insurance – LACO | 05/2021 </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Power BI Advanced – LACO | 09/2020 </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Data Visualization Workshop  |10/2018</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Microsoft BI Tools - In-house training | 2017</a:t>
            </a:r>
          </a:p>
          <a:p>
            <a:pPr marL="11113" lvl="0">
              <a:lnSpc>
                <a:spcPct val="150000"/>
              </a:lnSpc>
              <a:spcAft>
                <a:spcPts val="0"/>
              </a:spcAft>
              <a:buClr>
                <a:srgbClr val="3CB4CC"/>
              </a:buClr>
              <a:buSzPts val="750"/>
              <a:defRPr/>
            </a:pPr>
            <a:endParaRPr lang="en-US" sz="800" b="1" spc="-10" dirty="0">
              <a:solidFill>
                <a:srgbClr val="15487B"/>
              </a:solidFill>
              <a:ea typeface="Calibri" panose="020F0502020204030204" pitchFamily="34" charset="0"/>
            </a:endParaRPr>
          </a:p>
          <a:p>
            <a:pPr marL="11113" lvl="0">
              <a:lnSpc>
                <a:spcPct val="150000"/>
              </a:lnSpc>
              <a:spcAft>
                <a:spcPts val="0"/>
              </a:spcAft>
              <a:buClr>
                <a:srgbClr val="3CB4CC"/>
              </a:buClr>
              <a:buSzPts val="750"/>
              <a:defRPr/>
            </a:pPr>
            <a:r>
              <a:rPr lang="en-US" sz="800" b="1" spc="-10" dirty="0">
                <a:solidFill>
                  <a:srgbClr val="15487B"/>
                </a:solidFill>
                <a:ea typeface="Calibri" panose="020F0502020204030204" pitchFamily="34" charset="0"/>
              </a:rPr>
              <a:t>Certificates</a:t>
            </a:r>
            <a:endParaRPr lang="en-GB" sz="800" dirty="0">
              <a:solidFill>
                <a:srgbClr val="15487B"/>
              </a:solidFill>
              <a:latin typeface="Montserrat Light" pitchFamily="2" charset="77"/>
              <a:ea typeface="Wingdings" pitchFamily="2" charset="2"/>
              <a:cs typeface="Wingdings" pitchFamily="2" charset="2"/>
            </a:endParaRP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DP-203: Data Engineering on MS Azure | 02/2022</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DA-100: </a:t>
            </a:r>
            <a:r>
              <a:rPr lang="en-GB" sz="800" dirty="0" err="1">
                <a:solidFill>
                  <a:srgbClr val="15487B"/>
                </a:solidFill>
                <a:latin typeface="Montserrat Light" pitchFamily="2" charset="77"/>
                <a:ea typeface="Wingdings" pitchFamily="2" charset="2"/>
                <a:cs typeface="Wingdings" pitchFamily="2" charset="2"/>
              </a:rPr>
              <a:t>Analyzing</a:t>
            </a:r>
            <a:r>
              <a:rPr lang="en-GB" sz="800" dirty="0">
                <a:solidFill>
                  <a:srgbClr val="15487B"/>
                </a:solidFill>
                <a:latin typeface="Montserrat Light" pitchFamily="2" charset="77"/>
                <a:ea typeface="Wingdings" pitchFamily="2" charset="2"/>
                <a:cs typeface="Wingdings" pitchFamily="2" charset="2"/>
              </a:rPr>
              <a:t> Data with Microsoft Power BI   </a:t>
            </a:r>
          </a:p>
          <a:p>
            <a:pPr marL="11113" lvl="0">
              <a:lnSpc>
                <a:spcPct val="150000"/>
              </a:lnSpc>
              <a:spcAft>
                <a:spcPts val="0"/>
              </a:spcAft>
              <a:buClr>
                <a:srgbClr val="3CB4CC"/>
              </a:buClr>
              <a:buSzPts val="750"/>
              <a:defRPr/>
            </a:pPr>
            <a:r>
              <a:rPr lang="en-GB" sz="800" dirty="0">
                <a:solidFill>
                  <a:srgbClr val="15487B"/>
                </a:solidFill>
                <a:latin typeface="Montserrat Light" pitchFamily="2" charset="77"/>
                <a:ea typeface="Wingdings" pitchFamily="2" charset="2"/>
                <a:cs typeface="Wingdings" pitchFamily="2" charset="2"/>
              </a:rPr>
              <a:t>        07/2021</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Fabric Analytics Engineer Associate | 11/2023</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MS SSIS  03/2018</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MS SQL Server 2012 - Administering a SQL  </a:t>
            </a:r>
          </a:p>
          <a:p>
            <a:pPr marL="11113" lvl="0">
              <a:lnSpc>
                <a:spcPct val="150000"/>
              </a:lnSpc>
              <a:spcAft>
                <a:spcPts val="0"/>
              </a:spcAft>
              <a:buClr>
                <a:srgbClr val="3CB4CC"/>
              </a:buClr>
              <a:buSzPts val="750"/>
              <a:defRPr/>
            </a:pPr>
            <a:r>
              <a:rPr lang="en-GB" sz="800" dirty="0">
                <a:solidFill>
                  <a:srgbClr val="15487B"/>
                </a:solidFill>
                <a:latin typeface="Montserrat Light" pitchFamily="2" charset="77"/>
                <a:ea typeface="Wingdings" pitchFamily="2" charset="2"/>
                <a:cs typeface="Wingdings" pitchFamily="2" charset="2"/>
              </a:rPr>
              <a:t>          Server Database | 08/2017</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MS SQL Server 2012 - Administering a SQL </a:t>
            </a:r>
          </a:p>
          <a:p>
            <a:pPr marL="11113" lvl="0">
              <a:lnSpc>
                <a:spcPct val="150000"/>
              </a:lnSpc>
              <a:spcAft>
                <a:spcPts val="0"/>
              </a:spcAft>
              <a:buClr>
                <a:srgbClr val="3CB4CC"/>
              </a:buClr>
              <a:buSzPts val="750"/>
              <a:defRPr/>
            </a:pPr>
            <a:r>
              <a:rPr lang="en-GB" sz="800" dirty="0">
                <a:solidFill>
                  <a:srgbClr val="15487B"/>
                </a:solidFill>
                <a:latin typeface="Montserrat Light" pitchFamily="2" charset="77"/>
                <a:ea typeface="Wingdings" pitchFamily="2" charset="2"/>
                <a:cs typeface="Wingdings" pitchFamily="2" charset="2"/>
              </a:rPr>
              <a:t>          Server Database | 07/2017</a:t>
            </a:r>
          </a:p>
          <a:p>
            <a:pPr marL="182563"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pitchFamily="2" charset="77"/>
                <a:ea typeface="Wingdings" pitchFamily="2" charset="2"/>
                <a:cs typeface="Wingdings" pitchFamily="2" charset="2"/>
              </a:rPr>
              <a:t>Querying Microsoft SQL Server 2012 | 07/2017</a:t>
            </a:r>
            <a:endParaRPr kumimoji="0" lang="en-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1113" marR="0" lvl="0" indent="0" algn="l" defTabSz="914400" rtl="0" eaLnBrk="1" fontAlgn="auto" latinLnBrk="0" hangingPunct="1">
              <a:lnSpc>
                <a:spcPct val="100000"/>
              </a:lnSpc>
              <a:spcBef>
                <a:spcPts val="1175"/>
              </a:spcBef>
              <a:spcAft>
                <a:spcPts val="0"/>
              </a:spcAft>
              <a:buClrTx/>
              <a:buSzTx/>
              <a:buFontTx/>
              <a:buNone/>
              <a:tabLst/>
              <a:defRPr/>
            </a:pPr>
            <a:r>
              <a:rPr kumimoji="0" lang="en-US" sz="800" b="1" i="0" u="none" strike="noStrike" kern="1200" cap="none" spc="-10" normalizeH="0" baseline="0" noProof="0" dirty="0">
                <a:ln>
                  <a:noFill/>
                </a:ln>
                <a:solidFill>
                  <a:srgbClr val="15487B"/>
                </a:solidFill>
                <a:effectLst/>
                <a:uLnTx/>
                <a:uFillTx/>
                <a:latin typeface="Montserrat" pitchFamily="2" charset="77"/>
                <a:ea typeface="Calibri" panose="020F0502020204030204" pitchFamily="34" charset="0"/>
                <a:cs typeface="+mn-cs"/>
              </a:rPr>
              <a:t>Languages</a:t>
            </a:r>
            <a:endParaRPr kumimoji="0" lang="en-BE" sz="800" b="1" i="0" u="none" strike="noStrike" kern="1200" cap="none" spc="0" normalizeH="0" baseline="0" noProof="0" dirty="0">
              <a:ln>
                <a:noFill/>
              </a:ln>
              <a:solidFill>
                <a:srgbClr val="15487B"/>
              </a:solidFill>
              <a:effectLst/>
              <a:uLnTx/>
              <a:uFillTx/>
              <a:latin typeface="Montserrat" pitchFamily="2" charset="77"/>
              <a:ea typeface="Calibri" panose="020F0502020204030204" pitchFamily="34" charset="0"/>
              <a:cs typeface="+mn-cs"/>
            </a:endParaRPr>
          </a:p>
          <a:p>
            <a:pPr marL="11113" marR="0" lvl="0" indent="2603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rPr>
              <a:t>Dutch: Very Good</a:t>
            </a:r>
          </a:p>
          <a:p>
            <a:pPr marL="11113" marR="0" lvl="0" indent="2603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rPr>
              <a:t>French:</a:t>
            </a:r>
            <a:r>
              <a:rPr kumimoji="0" lang="en-US" sz="800" b="0" i="0" u="none" strike="noStrike" kern="1200" cap="none" spc="-35" normalizeH="0" baseline="0" noProof="0" dirty="0">
                <a:ln>
                  <a:noFill/>
                </a:ln>
                <a:solidFill>
                  <a:srgbClr val="15487B"/>
                </a:solidFill>
                <a:effectLst/>
                <a:uLnTx/>
                <a:uFillTx/>
                <a:latin typeface="Montserrat Light" pitchFamily="2" charset="77"/>
                <a:ea typeface="Wingdings" pitchFamily="2" charset="2"/>
                <a:cs typeface="Wingdings" pitchFamily="2" charset="2"/>
              </a:rPr>
              <a:t> </a:t>
            </a:r>
            <a:r>
              <a:rPr kumimoji="0" lang="en-US" sz="800" b="0" i="0" u="none" strike="noStrike" kern="1200" cap="none" spc="-10" normalizeH="0" baseline="0" noProof="0" dirty="0">
                <a:ln>
                  <a:noFill/>
                </a:ln>
                <a:solidFill>
                  <a:srgbClr val="15487B"/>
                </a:solidFill>
                <a:effectLst/>
                <a:uLnTx/>
                <a:uFillTx/>
                <a:latin typeface="Montserrat Light" pitchFamily="2" charset="77"/>
                <a:ea typeface="Wingdings" pitchFamily="2" charset="2"/>
                <a:cs typeface="Wingdings" pitchFamily="2" charset="2"/>
              </a:rPr>
              <a:t>Mother Tongue</a:t>
            </a:r>
            <a:endParaRPr kumimoji="0" lang="en-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1113" marR="0" lvl="0" indent="2603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rPr>
              <a:t>English:</a:t>
            </a:r>
            <a:r>
              <a:rPr kumimoji="0" lang="en-US" sz="800" b="0" i="0" u="none" strike="noStrike" kern="1200" cap="none" spc="-45" normalizeH="0" baseline="0" noProof="0" dirty="0">
                <a:ln>
                  <a:noFill/>
                </a:ln>
                <a:solidFill>
                  <a:srgbClr val="15487B"/>
                </a:solidFill>
                <a:effectLst/>
                <a:uLnTx/>
                <a:uFillTx/>
                <a:latin typeface="Montserrat Light" pitchFamily="2" charset="77"/>
                <a:ea typeface="Wingdings" pitchFamily="2" charset="2"/>
                <a:cs typeface="Wingdings" pitchFamily="2" charset="2"/>
              </a:rPr>
              <a:t> </a:t>
            </a:r>
            <a:r>
              <a:rPr kumimoji="0" lang="en-US" sz="800" b="0" i="0" u="none" strike="noStrike" kern="1200" cap="none" spc="-10" normalizeH="0" baseline="0" noProof="0" dirty="0">
                <a:ln>
                  <a:noFill/>
                </a:ln>
                <a:solidFill>
                  <a:srgbClr val="15487B"/>
                </a:solidFill>
                <a:effectLst/>
                <a:uLnTx/>
                <a:uFillTx/>
                <a:latin typeface="Montserrat Light" pitchFamily="2" charset="77"/>
                <a:ea typeface="Wingdings" pitchFamily="2" charset="2"/>
                <a:cs typeface="Wingdings" pitchFamily="2" charset="2"/>
              </a:rPr>
              <a:t>Good</a:t>
            </a:r>
            <a:endParaRPr kumimoji="0" lang="en-BE" sz="800" b="0" i="0" u="none" strike="noStrike" kern="1200" cap="none" spc="0" normalizeH="0" baseline="0" noProof="0" dirty="0">
              <a:ln>
                <a:noFill/>
              </a:ln>
              <a:solidFill>
                <a:srgbClr val="15487B"/>
              </a:solidFill>
              <a:effectLst/>
              <a:uLnTx/>
              <a:uFillTx/>
              <a:latin typeface="Montserrat" pitchFamily="2" charset="77"/>
              <a:ea typeface="+mn-ea"/>
              <a:cs typeface="+mn-cs"/>
            </a:endParaRPr>
          </a:p>
          <a:p>
            <a:endParaRPr lang="en-BE" dirty="0"/>
          </a:p>
        </p:txBody>
      </p:sp>
      <p:sp>
        <p:nvSpPr>
          <p:cNvPr id="3" name="Text Placeholder 2">
            <a:extLst>
              <a:ext uri="{FF2B5EF4-FFF2-40B4-BE49-F238E27FC236}">
                <a16:creationId xmlns:a16="http://schemas.microsoft.com/office/drawing/2014/main" id="{1366D461-1CC9-F01E-FD21-31B4CD86BC51}"/>
              </a:ext>
            </a:extLst>
          </p:cNvPr>
          <p:cNvSpPr>
            <a:spLocks noGrp="1"/>
          </p:cNvSpPr>
          <p:nvPr>
            <p:ph type="body" sz="quarter" idx="12"/>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mn-cs"/>
              </a:rPr>
              <a:t>Oumar is a Microsoft BI Consultant, conscientious, motivated and independent.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rgbClr val="15487B"/>
              </a:solidFill>
              <a:latin typeface="Montserrat Light" pitchFamily="2" charset="77"/>
              <a:ea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mn-cs"/>
              </a:rPr>
              <a:t>He is bilingual, communicative, social and can integrate easily in a team. He has 3 years of work experience in the MS BI Suite: SSIS, SSAS, and SSRS.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rgbClr val="15487B"/>
              </a:solidFill>
              <a:latin typeface="Montserrat Light" pitchFamily="2" charset="77"/>
              <a:ea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mn-cs"/>
              </a:rPr>
              <a:t>He can work independently with dimensional and relational databases, and has a good knowledge of SQL Server, Excel (Pivot, Purview), and Power BI.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rgbClr val="15487B"/>
              </a:solidFill>
              <a:latin typeface="Montserrat Light" pitchFamily="2" charset="77"/>
              <a:ea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mn-cs"/>
              </a:rPr>
              <a:t>He recently gained an interesting experience with Azure Cloud technologies.</a:t>
            </a:r>
            <a:endParaRPr lang="en-BE" dirty="0"/>
          </a:p>
        </p:txBody>
      </p:sp>
      <p:sp>
        <p:nvSpPr>
          <p:cNvPr id="7" name="Text Placeholder 6">
            <a:extLst>
              <a:ext uri="{FF2B5EF4-FFF2-40B4-BE49-F238E27FC236}">
                <a16:creationId xmlns:a16="http://schemas.microsoft.com/office/drawing/2014/main" id="{C0A93D82-A473-EC70-28DF-1D9766330CC8}"/>
              </a:ext>
            </a:extLst>
          </p:cNvPr>
          <p:cNvSpPr>
            <a:spLocks noGrp="1"/>
          </p:cNvSpPr>
          <p:nvPr>
            <p:ph type="body" sz="quarter" idx="10"/>
          </p:nvPr>
        </p:nvSpPr>
        <p:spPr/>
        <p:txBody>
          <a:bodyPr/>
          <a:lstStyle/>
          <a:p>
            <a:r>
              <a:rPr lang="nl-BE" dirty="0">
                <a:solidFill>
                  <a:srgbClr val="FFFFFF"/>
                </a:solidFill>
              </a:rPr>
              <a:t>Oumar Coulibaly</a:t>
            </a:r>
            <a:endParaRPr lang="en-BE" dirty="0"/>
          </a:p>
        </p:txBody>
      </p:sp>
      <p:sp>
        <p:nvSpPr>
          <p:cNvPr id="8" name="Text Placeholder 7">
            <a:extLst>
              <a:ext uri="{FF2B5EF4-FFF2-40B4-BE49-F238E27FC236}">
                <a16:creationId xmlns:a16="http://schemas.microsoft.com/office/drawing/2014/main" id="{167C2797-896C-7139-029E-BFEBF905841E}"/>
              </a:ext>
            </a:extLst>
          </p:cNvPr>
          <p:cNvSpPr>
            <a:spLocks noGrp="1"/>
          </p:cNvSpPr>
          <p:nvPr>
            <p:ph type="body" sz="quarter" idx="14"/>
          </p:nvPr>
        </p:nvSpPr>
        <p:spPr/>
        <p:txBody>
          <a:bodyPr/>
          <a:lstStyle/>
          <a:p>
            <a:r>
              <a:rPr lang="nl-BE" dirty="0"/>
              <a:t>Ready </a:t>
            </a:r>
            <a:r>
              <a:rPr lang="nl-BE" dirty="0" err="1"/>
              <a:t>to</a:t>
            </a:r>
            <a:r>
              <a:rPr lang="nl-BE" dirty="0"/>
              <a:t> drive impact in </a:t>
            </a:r>
            <a:r>
              <a:rPr lang="nl-BE" dirty="0" err="1"/>
              <a:t>Function</a:t>
            </a:r>
            <a:endParaRPr lang="en-BE" dirty="0"/>
          </a:p>
          <a:p>
            <a:endParaRPr lang="en-BE" dirty="0"/>
          </a:p>
        </p:txBody>
      </p:sp>
    </p:spTree>
    <p:extLst>
      <p:ext uri="{BB962C8B-B14F-4D97-AF65-F5344CB8AC3E}">
        <p14:creationId xmlns:p14="http://schemas.microsoft.com/office/powerpoint/2010/main" val="293931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8568F99-7562-FA90-F7C0-8DB26018FD25}"/>
              </a:ext>
            </a:extLst>
          </p:cNvPr>
          <p:cNvSpPr>
            <a:spLocks noGrp="1"/>
          </p:cNvSpPr>
          <p:nvPr>
            <p:ph type="body" sz="quarter" idx="13"/>
          </p:nvPr>
        </p:nvSpPr>
        <p:spPr>
          <a:xfrm>
            <a:off x="548587" y="554969"/>
            <a:ext cx="11090275" cy="535914"/>
          </a:xfrm>
        </p:spPr>
        <p:txBody>
          <a:bodyPr/>
          <a:lstStyle/>
          <a:p>
            <a:r>
              <a:rPr lang="nl-BE" dirty="0">
                <a:solidFill>
                  <a:srgbClr val="FFFFFF"/>
                </a:solidFill>
              </a:rPr>
              <a:t>Oumar Coulibaly</a:t>
            </a:r>
            <a:endParaRPr lang="en-BE" dirty="0"/>
          </a:p>
        </p:txBody>
      </p:sp>
      <p:graphicFrame>
        <p:nvGraphicFramePr>
          <p:cNvPr id="4" name="Table 3">
            <a:extLst>
              <a:ext uri="{FF2B5EF4-FFF2-40B4-BE49-F238E27FC236}">
                <a16:creationId xmlns:a16="http://schemas.microsoft.com/office/drawing/2014/main" id="{90C7609B-118C-F315-ED9D-E7AF15AE1E9F}"/>
              </a:ext>
            </a:extLst>
          </p:cNvPr>
          <p:cNvGraphicFramePr>
            <a:graphicFrameLocks noGrp="1"/>
          </p:cNvGraphicFramePr>
          <p:nvPr>
            <p:extLst>
              <p:ext uri="{D42A27DB-BD31-4B8C-83A1-F6EECF244321}">
                <p14:modId xmlns:p14="http://schemas.microsoft.com/office/powerpoint/2010/main" val="2477758681"/>
              </p:ext>
            </p:extLst>
          </p:nvPr>
        </p:nvGraphicFramePr>
        <p:xfrm>
          <a:off x="550862" y="1319753"/>
          <a:ext cx="11088000" cy="4147792"/>
        </p:xfrm>
        <a:graphic>
          <a:graphicData uri="http://schemas.openxmlformats.org/drawingml/2006/table">
            <a:tbl>
              <a:tblPr firstRow="1" firstCol="1" bandRow="1">
                <a:tableStyleId>{5C22544A-7EE6-4342-B048-85BDC9FD1C3A}</a:tableStyleId>
              </a:tblPr>
              <a:tblGrid>
                <a:gridCol w="1745580">
                  <a:extLst>
                    <a:ext uri="{9D8B030D-6E8A-4147-A177-3AD203B41FA5}">
                      <a16:colId xmlns:a16="http://schemas.microsoft.com/office/drawing/2014/main" val="3330010028"/>
                    </a:ext>
                  </a:extLst>
                </a:gridCol>
                <a:gridCol w="3132358">
                  <a:extLst>
                    <a:ext uri="{9D8B030D-6E8A-4147-A177-3AD203B41FA5}">
                      <a16:colId xmlns:a16="http://schemas.microsoft.com/office/drawing/2014/main" val="1381114988"/>
                    </a:ext>
                  </a:extLst>
                </a:gridCol>
                <a:gridCol w="2908800">
                  <a:extLst>
                    <a:ext uri="{9D8B030D-6E8A-4147-A177-3AD203B41FA5}">
                      <a16:colId xmlns:a16="http://schemas.microsoft.com/office/drawing/2014/main" val="3951872294"/>
                    </a:ext>
                  </a:extLst>
                </a:gridCol>
                <a:gridCol w="3301262">
                  <a:extLst>
                    <a:ext uri="{9D8B030D-6E8A-4147-A177-3AD203B41FA5}">
                      <a16:colId xmlns:a16="http://schemas.microsoft.com/office/drawing/2014/main" val="480020120"/>
                    </a:ext>
                  </a:extLst>
                </a:gridCol>
              </a:tblGrid>
              <a:tr h="377072">
                <a:tc>
                  <a:txBody>
                    <a:bodyPr/>
                    <a:lstStyle/>
                    <a:p>
                      <a:pPr algn="l">
                        <a:lnSpc>
                          <a:spcPct val="115000"/>
                        </a:lnSpc>
                        <a:buNone/>
                        <a:tabLst>
                          <a:tab pos="540385" algn="ctr"/>
                        </a:tabLst>
                      </a:pPr>
                      <a:endParaRPr lang="en-BE" sz="1100" b="1" i="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spcBef>
                          <a:spcPts val="200"/>
                        </a:spcBef>
                        <a:buNone/>
                      </a:pPr>
                      <a:r>
                        <a:rPr lang="en-GB" sz="1100" b="1" i="0">
                          <a:solidFill>
                            <a:schemeClr val="tx2"/>
                          </a:solidFill>
                          <a:effectLst/>
                          <a:latin typeface="Montserrat Black" pitchFamily="2" charset="77"/>
                          <a:ea typeface="Times New Roman" panose="02020603050405020304" pitchFamily="18" charset="0"/>
                          <a:cs typeface="Times New Roman" panose="02020603050405020304" pitchFamily="18" charset="0"/>
                        </a:rPr>
                        <a:t>Organisation</a:t>
                      </a: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1" i="0">
                          <a:solidFill>
                            <a:schemeClr val="tx2"/>
                          </a:solidFill>
                          <a:effectLst/>
                          <a:latin typeface="Montserrat Black" pitchFamily="2" charset="77"/>
                          <a:ea typeface="Times New Roman" panose="02020603050405020304" pitchFamily="18" charset="0"/>
                          <a:cs typeface="Times New Roman" panose="02020603050405020304" pitchFamily="18" charset="0"/>
                        </a:rPr>
                        <a:t>Project </a:t>
                      </a:r>
                      <a:endParaRPr lang="en-BE" sz="1100" b="0" i="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1" i="0">
                          <a:solidFill>
                            <a:schemeClr val="tx2"/>
                          </a:solidFill>
                          <a:effectLst/>
                          <a:latin typeface="Montserrat Black" pitchFamily="2" charset="77"/>
                          <a:ea typeface="Times New Roman" panose="02020603050405020304" pitchFamily="18" charset="0"/>
                          <a:cs typeface="Times New Roman" panose="02020603050405020304" pitchFamily="18" charset="0"/>
                        </a:rPr>
                        <a:t>Function</a:t>
                      </a:r>
                      <a:endParaRPr lang="en-BE" sz="1100" b="0" i="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480552319"/>
                  </a:ext>
                </a:extLst>
              </a:tr>
              <a:tr h="377072">
                <a:tc>
                  <a:txBody>
                    <a:bodyPr/>
                    <a:lstStyle/>
                    <a:p>
                      <a:pPr marL="0" marR="0" lvl="0" indent="0" algn="just" defTabSz="914400" rtl="0" eaLnBrk="1" fontAlgn="auto" latinLnBrk="0" hangingPunct="1">
                        <a:lnSpc>
                          <a:spcPct val="115000"/>
                        </a:lnSpc>
                        <a:spcBef>
                          <a:spcPts val="0"/>
                        </a:spcBef>
                        <a:spcAft>
                          <a:spcPts val="0"/>
                        </a:spcAft>
                        <a:buClrTx/>
                        <a:buSzTx/>
                        <a:buFontTx/>
                        <a:buNone/>
                        <a:tabLst>
                          <a:tab pos="540385" algn="ctr"/>
                        </a:tabLst>
                        <a:defRPr/>
                      </a:pPr>
                      <a:r>
                        <a:rPr lang="nl-BE" sz="1100" b="1" i="0" dirty="0">
                          <a:solidFill>
                            <a:schemeClr val="tx2"/>
                          </a:solidFill>
                          <a:latin typeface="+mn-lt"/>
                        </a:rPr>
                        <a:t>03/2023</a:t>
                      </a:r>
                      <a:r>
                        <a:rPr lang="nl-BE" sz="1100" b="1" i="0" dirty="0">
                          <a:solidFill>
                            <a:schemeClr val="tx2"/>
                          </a:solidFill>
                          <a:effectLst/>
                          <a:latin typeface="Montserrat" pitchFamily="2" charset="77"/>
                        </a:rPr>
                        <a:t> – 12/2025</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spcBef>
                          <a:spcPts val="200"/>
                        </a:spcBef>
                        <a:buNone/>
                      </a:pPr>
                      <a:r>
                        <a:rPr lang="en-GB" sz="1100" b="1" i="0" dirty="0">
                          <a:solidFill>
                            <a:schemeClr val="tx2"/>
                          </a:solidFill>
                          <a:effectLst/>
                          <a:latin typeface="Montserrat" pitchFamily="2" charset="77"/>
                          <a:ea typeface="Calibri" panose="020F0502020204030204" pitchFamily="34" charset="0"/>
                          <a:cs typeface="Times New Roman" panose="02020603050405020304" pitchFamily="18" charset="0"/>
                        </a:rPr>
                        <a:t>Delhaize</a:t>
                      </a:r>
                      <a:endParaRPr lang="en-BE" sz="1100" b="0" i="0" dirty="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buNone/>
                      </a:pPr>
                      <a:r>
                        <a:rPr lang="en-GB" sz="1100" b="1" i="0" dirty="0">
                          <a:solidFill>
                            <a:schemeClr val="tx2"/>
                          </a:solidFill>
                          <a:effectLst/>
                          <a:latin typeface="Montserrat" pitchFamily="2" charset="77"/>
                          <a:ea typeface="Calibri" panose="020F0502020204030204" pitchFamily="34" charset="0"/>
                          <a:cs typeface="Times New Roman" panose="02020603050405020304" pitchFamily="18" charset="0"/>
                        </a:rPr>
                        <a:t>Reporting management</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Power BI developer </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202301681"/>
                  </a:ext>
                </a:extLst>
              </a:tr>
              <a:tr h="377072">
                <a:tc>
                  <a:txBody>
                    <a:bodyPr/>
                    <a:lstStyle/>
                    <a:p>
                      <a:pPr algn="just">
                        <a:lnSpc>
                          <a:spcPct val="115000"/>
                        </a:lnSpc>
                        <a:buNone/>
                        <a:tabLst>
                          <a:tab pos="540385" algn="ctr"/>
                        </a:tabLst>
                      </a:pPr>
                      <a:r>
                        <a:rPr lang="nl-BE" sz="1100" b="1" i="0" dirty="0">
                          <a:solidFill>
                            <a:schemeClr val="tx2"/>
                          </a:solidFill>
                          <a:effectLst/>
                          <a:latin typeface="Montserrat" pitchFamily="2" charset="77"/>
                        </a:rPr>
                        <a:t>01/2023 – 3/2023</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spcBef>
                          <a:spcPts val="200"/>
                        </a:spcBef>
                        <a:buNone/>
                      </a:pPr>
                      <a:endParaRPr lang="en-BE" sz="1100" b="0" i="0" dirty="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POC Cloud Migration</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a:solidFill>
                            <a:schemeClr val="tx2"/>
                          </a:solidFill>
                          <a:effectLst/>
                          <a:latin typeface="Montserrat" pitchFamily="2" charset="77"/>
                        </a:rPr>
                        <a:t>MSBI Azure Consultant</a:t>
                      </a:r>
                      <a:endParaRPr lang="en-BE" sz="1100" b="0" i="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675394921"/>
                  </a:ext>
                </a:extLst>
              </a:tr>
              <a:tr h="377072">
                <a:tc>
                  <a:txBody>
                    <a:bodyPr/>
                    <a:lstStyle/>
                    <a:p>
                      <a:pPr algn="just">
                        <a:lnSpc>
                          <a:spcPct val="115000"/>
                        </a:lnSpc>
                        <a:buNone/>
                        <a:tabLst>
                          <a:tab pos="540385" algn="ctr"/>
                        </a:tabLst>
                      </a:pPr>
                      <a:r>
                        <a:rPr sz="1100" b="1" i="0">
                          <a:solidFill>
                            <a:schemeClr val="tx2"/>
                          </a:solidFill>
                          <a:latin typeface="Montserrat"/>
                        </a:rPr>
                        <a:t>09/2022 – 12/2022</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spcBef>
                          <a:spcPts val="200"/>
                        </a:spcBef>
                        <a:buNone/>
                      </a:pPr>
                      <a:endParaRPr lang="en-BE" sz="1100" b="0" i="0" dirty="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dirty="0" err="1">
                          <a:solidFill>
                            <a:schemeClr val="tx2"/>
                          </a:solidFill>
                          <a:effectLst/>
                          <a:latin typeface="Montserrat Light" pitchFamily="2" charset="77"/>
                          <a:ea typeface="Calibri" panose="020F0502020204030204" pitchFamily="34" charset="0"/>
                          <a:cs typeface="Times New Roman" panose="02020603050405020304" pitchFamily="18" charset="0"/>
                        </a:rPr>
                        <a:t>Cerba</a:t>
                      </a: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 Healthcare</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sz="1100" b="0" i="0" dirty="0">
                          <a:solidFill>
                            <a:schemeClr val="tx2"/>
                          </a:solidFill>
                          <a:latin typeface="Montserrat"/>
                        </a:rPr>
                        <a:t>MSBI Consultant</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655318789"/>
                  </a:ext>
                </a:extLst>
              </a:tr>
              <a:tr h="377072">
                <a:tc>
                  <a:txBody>
                    <a:bodyPr/>
                    <a:lstStyle/>
                    <a:p>
                      <a:pPr algn="just">
                        <a:lnSpc>
                          <a:spcPct val="115000"/>
                        </a:lnSpc>
                        <a:buNone/>
                        <a:tabLst>
                          <a:tab pos="540385" algn="ctr"/>
                        </a:tabLst>
                      </a:pPr>
                      <a:r>
                        <a:rPr sz="1100" b="1" i="0" dirty="0">
                          <a:solidFill>
                            <a:schemeClr val="tx2"/>
                          </a:solidFill>
                          <a:latin typeface="Montserrat"/>
                        </a:rPr>
                        <a:t>08/2022 – 08/2022</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15000"/>
                        </a:lnSpc>
                        <a:spcBef>
                          <a:spcPts val="200"/>
                        </a:spcBef>
                        <a:spcAft>
                          <a:spcPts val="0"/>
                        </a:spcAft>
                        <a:buClrTx/>
                        <a:buSzTx/>
                        <a:buFontTx/>
                        <a:buNone/>
                        <a:tabLst/>
                        <a:defRPr/>
                      </a:pPr>
                      <a:r>
                        <a:rPr lang="en-GB" sz="1100" b="1" i="0" kern="1200" dirty="0">
                          <a:solidFill>
                            <a:schemeClr val="tx2"/>
                          </a:solidFill>
                          <a:effectLst/>
                          <a:latin typeface="Montserrat" pitchFamily="2" charset="77"/>
                          <a:ea typeface="Calibri" panose="020F0502020204030204" pitchFamily="34" charset="0"/>
                          <a:cs typeface="Times New Roman" panose="02020603050405020304" pitchFamily="18" charset="0"/>
                        </a:rPr>
                        <a:t>Decomo, </a:t>
                      </a:r>
                      <a:r>
                        <a:rPr lang="en-GB" sz="1100" b="1" i="0" kern="1200" dirty="0" err="1">
                          <a:solidFill>
                            <a:schemeClr val="tx2"/>
                          </a:solidFill>
                          <a:effectLst/>
                          <a:latin typeface="Montserrat" pitchFamily="2" charset="77"/>
                          <a:ea typeface="Calibri" panose="020F0502020204030204" pitchFamily="34" charset="0"/>
                          <a:cs typeface="Times New Roman" panose="02020603050405020304" pitchFamily="18" charset="0"/>
                        </a:rPr>
                        <a:t>cbi</a:t>
                      </a:r>
                      <a:r>
                        <a:rPr lang="en-GB" sz="1100" b="1" i="0" kern="1200" dirty="0">
                          <a:solidFill>
                            <a:schemeClr val="tx2"/>
                          </a:solidFill>
                          <a:effectLst/>
                          <a:latin typeface="Montserrat" pitchFamily="2" charset="77"/>
                          <a:ea typeface="Calibri" panose="020F0502020204030204" pitchFamily="34" charset="0"/>
                          <a:cs typeface="Times New Roman" panose="02020603050405020304" pitchFamily="18" charset="0"/>
                        </a:rPr>
                        <a:t> , UZ Gent</a:t>
                      </a:r>
                      <a:endParaRPr lang="en-BE" sz="1100" b="1" i="0" kern="120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endParaRPr lang="en-BE" sz="1100" b="0" i="0" dirty="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buNone/>
                      </a:pPr>
                      <a:r>
                        <a:rPr sz="1100" b="0" i="0" dirty="0">
                          <a:solidFill>
                            <a:schemeClr val="tx2"/>
                          </a:solidFill>
                          <a:latin typeface="Montserrat"/>
                        </a:rPr>
                        <a:t>MSBI Azure Consultant</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531070486"/>
                  </a:ext>
                </a:extLst>
              </a:tr>
              <a:tr h="377072">
                <a:tc>
                  <a:txBody>
                    <a:bodyPr/>
                    <a:lstStyle/>
                    <a:p>
                      <a:pPr algn="just">
                        <a:lnSpc>
                          <a:spcPct val="115000"/>
                        </a:lnSpc>
                        <a:buNone/>
                        <a:tabLst>
                          <a:tab pos="540385" algn="ctr"/>
                        </a:tabLst>
                      </a:pPr>
                      <a:r>
                        <a:rPr sz="1100" b="1" i="0" dirty="0">
                          <a:solidFill>
                            <a:schemeClr val="tx2"/>
                          </a:solidFill>
                          <a:latin typeface="Montserrat"/>
                        </a:rPr>
                        <a:t>09/2021 – 07/2022</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spcBef>
                          <a:spcPts val="200"/>
                        </a:spcBef>
                        <a:buNone/>
                      </a:pPr>
                      <a:endParaRPr lang="en-BE" sz="1100" b="0" i="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Baloise Insurance</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sz="1100" b="0" i="0" dirty="0">
                          <a:solidFill>
                            <a:schemeClr val="tx2"/>
                          </a:solidFill>
                          <a:latin typeface="Montserrat"/>
                        </a:rPr>
                        <a:t>BI SQL Developer</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3995592922"/>
                  </a:ext>
                </a:extLst>
              </a:tr>
              <a:tr h="377072">
                <a:tc>
                  <a:txBody>
                    <a:bodyPr/>
                    <a:lstStyle/>
                    <a:p>
                      <a:pPr algn="just">
                        <a:buNone/>
                      </a:pPr>
                      <a:r>
                        <a:rPr sz="1100" b="1" i="0" dirty="0">
                          <a:solidFill>
                            <a:schemeClr val="tx2"/>
                          </a:solidFill>
                          <a:latin typeface="Montserrat"/>
                        </a:rPr>
                        <a:t>11/2018 – 07/2021</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AG Insurance</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sz="1100" b="0" i="0" dirty="0">
                          <a:solidFill>
                            <a:schemeClr val="tx2"/>
                          </a:solidFill>
                          <a:latin typeface="Montserrat"/>
                        </a:rPr>
                        <a:t>MSBI Consultant</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818132565"/>
                  </a:ext>
                </a:extLst>
              </a:tr>
              <a:tr h="377072">
                <a:tc>
                  <a:txBody>
                    <a:bodyPr/>
                    <a:lstStyle/>
                    <a:p>
                      <a:pPr algn="just">
                        <a:buNone/>
                      </a:pPr>
                      <a:r>
                        <a:rPr sz="1100" b="1" i="0" dirty="0">
                          <a:solidFill>
                            <a:schemeClr val="tx2"/>
                          </a:solidFill>
                          <a:latin typeface="Montserrat"/>
                        </a:rPr>
                        <a:t>02/2018 – 10/2018</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Isabel</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sz="1100" b="0" i="0" dirty="0">
                          <a:solidFill>
                            <a:schemeClr val="tx2"/>
                          </a:solidFill>
                          <a:latin typeface="Montserrat"/>
                        </a:rPr>
                        <a:t>MSBI Consultant / Data Engineer</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677587195"/>
                  </a:ext>
                </a:extLst>
              </a:tr>
              <a:tr h="377072">
                <a:tc>
                  <a:txBody>
                    <a:bodyPr/>
                    <a:lstStyle/>
                    <a:p>
                      <a:pPr algn="just">
                        <a:buNone/>
                      </a:pPr>
                      <a:r>
                        <a:rPr sz="1100" b="1" i="0" dirty="0">
                          <a:solidFill>
                            <a:schemeClr val="tx2"/>
                          </a:solidFill>
                          <a:latin typeface="Montserrat"/>
                        </a:rPr>
                        <a:t>08/2017 – 01/2018</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dirty="0">
                          <a:solidFill>
                            <a:schemeClr val="tx2"/>
                          </a:solidFill>
                          <a:effectLst/>
                          <a:latin typeface="Montserrat Light" pitchFamily="2" charset="77"/>
                          <a:ea typeface="Calibri" panose="020F0502020204030204" pitchFamily="34" charset="0"/>
                          <a:cs typeface="Times New Roman" panose="02020603050405020304" pitchFamily="18" charset="0"/>
                        </a:rPr>
                        <a:t>Eneco</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sz="1100" b="0" i="0" dirty="0">
                          <a:solidFill>
                            <a:schemeClr val="tx2"/>
                          </a:solidFill>
                          <a:latin typeface="Montserrat"/>
                        </a:rPr>
                        <a:t>Junior MS BI Consultant</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78490479"/>
                  </a:ext>
                </a:extLst>
              </a:tr>
              <a:tr h="377072">
                <a:tc>
                  <a:txBody>
                    <a:bodyPr/>
                    <a:lstStyle/>
                    <a:p>
                      <a:pPr algn="just">
                        <a:buNone/>
                      </a:pPr>
                      <a:r>
                        <a:rPr sz="1100" b="1" i="0" dirty="0">
                          <a:solidFill>
                            <a:schemeClr val="tx2"/>
                          </a:solidFill>
                          <a:latin typeface="Montserrat"/>
                        </a:rPr>
                        <a:t>07/2017 – 07/2017</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dirty="0">
                          <a:solidFill>
                            <a:schemeClr val="tx2"/>
                          </a:solidFill>
                          <a:latin typeface="Montserrat"/>
                        </a:rPr>
                        <a:t>Avanade</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a:solidFill>
                            <a:schemeClr val="tx2"/>
                          </a:solidFill>
                          <a:latin typeface="Montserrat"/>
                        </a:rPr>
                        <a:t>Trainee Microsoft BI Consultant</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84078136"/>
                  </a:ext>
                </a:extLst>
              </a:tr>
              <a:tr h="377072">
                <a:tc>
                  <a:txBody>
                    <a:bodyPr/>
                    <a:lstStyle/>
                    <a:p>
                      <a:pPr algn="just">
                        <a:buNone/>
                      </a:pPr>
                      <a:r>
                        <a:rPr sz="1100" b="1" i="0" dirty="0">
                          <a:solidFill>
                            <a:schemeClr val="tx2"/>
                          </a:solidFill>
                          <a:latin typeface="Montserrat"/>
                        </a:rPr>
                        <a:t>06/2016 – 06/2017</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dirty="0">
                          <a:solidFill>
                            <a:schemeClr val="tx2"/>
                          </a:solidFill>
                          <a:latin typeface="Montserrat"/>
                        </a:rPr>
                        <a:t>Zuid-Holland </a:t>
                      </a:r>
                      <a:r>
                        <a:rPr sz="1100" b="1" i="0" dirty="0" err="1">
                          <a:solidFill>
                            <a:schemeClr val="tx2"/>
                          </a:solidFill>
                          <a:latin typeface="Montserrat"/>
                        </a:rPr>
                        <a:t>Provinciehuis</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dirty="0">
                          <a:solidFill>
                            <a:schemeClr val="tx2"/>
                          </a:solidFill>
                          <a:latin typeface="Montserrat"/>
                        </a:rPr>
                        <a:t>Junior Microsoft BI Developer</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48414895"/>
                  </a:ext>
                </a:extLst>
              </a:tr>
            </a:tbl>
          </a:graphicData>
        </a:graphic>
      </p:graphicFrame>
    </p:spTree>
    <p:extLst>
      <p:ext uri="{BB962C8B-B14F-4D97-AF65-F5344CB8AC3E}">
        <p14:creationId xmlns:p14="http://schemas.microsoft.com/office/powerpoint/2010/main" val="3034164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6E3302-EC73-FF80-AF70-3A4DB9BDE5FE}"/>
              </a:ext>
            </a:extLst>
          </p:cNvPr>
          <p:cNvSpPr>
            <a:spLocks noGrp="1"/>
          </p:cNvSpPr>
          <p:nvPr>
            <p:ph type="body" sz="quarter" idx="13"/>
          </p:nvPr>
        </p:nvSpPr>
        <p:spPr/>
        <p:txBody>
          <a:bodyPr/>
          <a:lstStyle/>
          <a:p>
            <a:r>
              <a:rPr lang="nl-BE" dirty="0">
                <a:solidFill>
                  <a:srgbClr val="FFFFFF"/>
                </a:solidFill>
              </a:rPr>
              <a:t>Oumar Coulibaly</a:t>
            </a:r>
            <a:endParaRPr lang="en-BE" dirty="0"/>
          </a:p>
        </p:txBody>
      </p:sp>
      <p:graphicFrame>
        <p:nvGraphicFramePr>
          <p:cNvPr id="3" name="Table 2">
            <a:extLst>
              <a:ext uri="{FF2B5EF4-FFF2-40B4-BE49-F238E27FC236}">
                <a16:creationId xmlns:a16="http://schemas.microsoft.com/office/drawing/2014/main" id="{D69C13F7-949C-F8B2-7FD3-C8F6A811F16F}"/>
              </a:ext>
            </a:extLst>
          </p:cNvPr>
          <p:cNvGraphicFramePr>
            <a:graphicFrameLocks noGrp="1"/>
          </p:cNvGraphicFramePr>
          <p:nvPr>
            <p:extLst>
              <p:ext uri="{D42A27DB-BD31-4B8C-83A1-F6EECF244321}">
                <p14:modId xmlns:p14="http://schemas.microsoft.com/office/powerpoint/2010/main" val="1653188684"/>
              </p:ext>
            </p:extLst>
          </p:nvPr>
        </p:nvGraphicFramePr>
        <p:xfrm>
          <a:off x="550863" y="1423988"/>
          <a:ext cx="11088000" cy="379354"/>
        </p:xfrm>
        <a:graphic>
          <a:graphicData uri="http://schemas.openxmlformats.org/drawingml/2006/table">
            <a:tbl>
              <a:tblPr firstRow="1" firstCol="1" bandRow="1">
                <a:tableStyleId>{5C22544A-7EE6-4342-B048-85BDC9FD1C3A}</a:tableStyleId>
              </a:tblPr>
              <a:tblGrid>
                <a:gridCol w="1745580">
                  <a:extLst>
                    <a:ext uri="{9D8B030D-6E8A-4147-A177-3AD203B41FA5}">
                      <a16:colId xmlns:a16="http://schemas.microsoft.com/office/drawing/2014/main" val="3699545452"/>
                    </a:ext>
                  </a:extLst>
                </a:gridCol>
                <a:gridCol w="3132358">
                  <a:extLst>
                    <a:ext uri="{9D8B030D-6E8A-4147-A177-3AD203B41FA5}">
                      <a16:colId xmlns:a16="http://schemas.microsoft.com/office/drawing/2014/main" val="4194580865"/>
                    </a:ext>
                  </a:extLst>
                </a:gridCol>
                <a:gridCol w="2908800">
                  <a:extLst>
                    <a:ext uri="{9D8B030D-6E8A-4147-A177-3AD203B41FA5}">
                      <a16:colId xmlns:a16="http://schemas.microsoft.com/office/drawing/2014/main" val="3670772806"/>
                    </a:ext>
                  </a:extLst>
                </a:gridCol>
                <a:gridCol w="3301262">
                  <a:extLst>
                    <a:ext uri="{9D8B030D-6E8A-4147-A177-3AD203B41FA5}">
                      <a16:colId xmlns:a16="http://schemas.microsoft.com/office/drawing/2014/main" val="2419059967"/>
                    </a:ext>
                  </a:extLst>
                </a:gridCol>
              </a:tblGrid>
              <a:tr h="379354">
                <a:tc>
                  <a:txBody>
                    <a:bodyPr/>
                    <a:lstStyle/>
                    <a:p>
                      <a:pPr algn="l">
                        <a:buNone/>
                      </a:pPr>
                      <a:r>
                        <a:rPr sz="1100" b="1" i="0" dirty="0">
                          <a:solidFill>
                            <a:schemeClr val="tx2"/>
                          </a:solidFill>
                          <a:latin typeface="Montserrat"/>
                        </a:rPr>
                        <a:t>09/2015 – 09/2015</a:t>
                      </a:r>
                      <a:endParaRPr lang="en-BE" sz="1100" b="1" i="0" dirty="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dirty="0" err="1">
                          <a:solidFill>
                            <a:schemeClr val="tx2"/>
                          </a:solidFill>
                          <a:latin typeface="Montserrat"/>
                        </a:rPr>
                        <a:t>Gemeente</a:t>
                      </a:r>
                      <a:r>
                        <a:rPr sz="1100" b="1" i="0" dirty="0">
                          <a:solidFill>
                            <a:schemeClr val="tx2"/>
                          </a:solidFill>
                          <a:latin typeface="Montserrat"/>
                        </a:rPr>
                        <a:t> Den Haag</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dirty="0">
                          <a:solidFill>
                            <a:schemeClr val="tx2"/>
                          </a:solidFill>
                          <a:latin typeface="Montserrat"/>
                        </a:rPr>
                        <a:t>Data Specialist / Student Job</a:t>
                      </a:r>
                      <a:endParaRPr lang="en-BE" sz="1100" b="0" i="0" dirty="0">
                        <a:solidFill>
                          <a:schemeClr val="tx2"/>
                        </a:solidFill>
                        <a:effectLst/>
                        <a:latin typeface="Montserrat Ligh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556498977"/>
                  </a:ext>
                </a:extLst>
              </a:tr>
            </a:tbl>
          </a:graphicData>
        </a:graphic>
      </p:graphicFrame>
    </p:spTree>
    <p:extLst>
      <p:ext uri="{BB962C8B-B14F-4D97-AF65-F5344CB8AC3E}">
        <p14:creationId xmlns:p14="http://schemas.microsoft.com/office/powerpoint/2010/main" val="4237509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a:xfrm>
            <a:off x="550863" y="1072594"/>
            <a:ext cx="5343026" cy="5356485"/>
          </a:xfrm>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Delhaize</a:t>
            </a:r>
            <a:r>
              <a:rPr lang="nl-NL" sz="1200" b="1" dirty="0">
                <a:solidFill>
                  <a:srgbClr val="16BECF"/>
                </a:solidFill>
              </a:rPr>
              <a:t> | </a:t>
            </a:r>
            <a:r>
              <a:rPr lang="en-GB" sz="1200" b="1" dirty="0">
                <a:solidFill>
                  <a:srgbClr val="16BECF"/>
                </a:solidFill>
              </a:rPr>
              <a:t>Power bi developer</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03/2023 – 12/2025</a:t>
            </a:r>
            <a:r>
              <a:rPr lang="nl-NL" sz="800" dirty="0">
                <a:solidFill>
                  <a:srgbClr val="15487B"/>
                </a:solidFill>
                <a:latin typeface="Montserrat Light" pitchFamily="2" charset="77"/>
              </a:rPr>
              <a:t> | MSBI Power BI Consultant</a:t>
            </a: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b="1" dirty="0">
                <a:solidFill>
                  <a:srgbClr val="15487B"/>
                </a:solidFill>
              </a:rPr>
              <a:t>Project </a:t>
            </a:r>
            <a:endParaRPr lang="en-BE" b="1" dirty="0">
              <a:solidFill>
                <a:srgbClr val="15487B"/>
              </a:solidFill>
            </a:endParaRPr>
          </a:p>
          <a:p>
            <a:pPr marR="234315">
              <a:spcAft>
                <a:spcPts val="0"/>
              </a:spcAft>
              <a:buClrTx/>
              <a:defRPr/>
            </a:pPr>
            <a:r>
              <a:rPr lang="en-US" sz="800" spc="-10" dirty="0">
                <a:solidFill>
                  <a:srgbClr val="15487B"/>
                </a:solidFill>
                <a:latin typeface="Montserrat Light" pitchFamily="2" charset="77"/>
              </a:rPr>
              <a:t>Support the business (within composite BI teams including Data engineers, Data Analysts, testers and Power BI expert) in their power bi projects development and management</a:t>
            </a:r>
            <a:endParaRPr lang="en-GB" sz="800" spc="-10" dirty="0">
              <a:solidFill>
                <a:srgbClr val="15487B"/>
              </a:solidFill>
              <a:latin typeface="Montserrat Light" pitchFamily="2" charset="77"/>
            </a:endParaRP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b="1" dirty="0">
                <a:solidFill>
                  <a:srgbClr val="15487B"/>
                </a:solidFill>
              </a:rPr>
              <a:t>Responsibilities </a:t>
            </a:r>
            <a:endParaRPr lang="en-GB" spc="-10" dirty="0">
              <a:solidFill>
                <a:srgbClr val="15487B"/>
              </a:solidFill>
              <a:latin typeface="Montserrat Light" pitchFamily="2" charset="77"/>
            </a:endParaRPr>
          </a:p>
          <a:p>
            <a:pPr marL="171450" lvl="0" indent="-171450">
              <a:buFont typeface="Wingdings" panose="05000000000000000000" pitchFamily="2" charset="2"/>
              <a:buChar char="Ø"/>
            </a:pPr>
            <a:r>
              <a:rPr lang="en-US" sz="800" b="1" i="1" dirty="0"/>
              <a:t>Administration tasks</a:t>
            </a:r>
            <a:endParaRPr lang="en-BE" sz="800" b="1" i="1" dirty="0"/>
          </a:p>
          <a:p>
            <a:pPr marL="352425" lvl="1" indent="-171450">
              <a:buFont typeface="Arial" panose="020B0604020202020204" pitchFamily="34" charset="0"/>
              <a:buChar char="•"/>
            </a:pPr>
            <a:r>
              <a:rPr lang="en-US" sz="800" spc="-10" dirty="0">
                <a:solidFill>
                  <a:srgbClr val="15487B"/>
                </a:solidFill>
                <a:latin typeface="Montserrat Light" pitchFamily="2" charset="77"/>
              </a:rPr>
              <a:t>Usage metrics management (default and customized set up) </a:t>
            </a:r>
            <a:r>
              <a:rPr lang="en-US" sz="800" spc="-10" dirty="0" err="1">
                <a:solidFill>
                  <a:srgbClr val="15487B"/>
                </a:solidFill>
                <a:latin typeface="Montserrat Light" pitchFamily="2" charset="77"/>
              </a:rPr>
              <a:t>powerSell</a:t>
            </a:r>
            <a:r>
              <a:rPr lang="en-US" sz="800" spc="-10" dirty="0">
                <a:solidFill>
                  <a:srgbClr val="15487B"/>
                </a:solidFill>
                <a:latin typeface="Montserrat Light" pitchFamily="2" charset="77"/>
              </a:rPr>
              <a:t> </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User access management</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Audit logs management using </a:t>
            </a:r>
            <a:r>
              <a:rPr lang="en-US" sz="800" spc="-10" dirty="0" err="1">
                <a:solidFill>
                  <a:srgbClr val="15487B"/>
                </a:solidFill>
                <a:latin typeface="Montserrat Light" pitchFamily="2" charset="77"/>
              </a:rPr>
              <a:t>powerShell</a:t>
            </a:r>
            <a:r>
              <a:rPr lang="en-US" sz="800" spc="-10" dirty="0">
                <a:solidFill>
                  <a:srgbClr val="15487B"/>
                </a:solidFill>
                <a:latin typeface="Montserrat Light" pitchFamily="2" charset="77"/>
              </a:rPr>
              <a:t> </a:t>
            </a:r>
          </a:p>
          <a:p>
            <a:pPr marL="352425" lvl="1" indent="-171450">
              <a:buFont typeface="Arial" panose="020B0604020202020204" pitchFamily="34" charset="0"/>
              <a:buChar char="•"/>
            </a:pPr>
            <a:r>
              <a:rPr lang="en-US" sz="800" spc="-10" dirty="0">
                <a:solidFill>
                  <a:srgbClr val="15487B"/>
                </a:solidFill>
                <a:latin typeface="Montserrat Light" pitchFamily="2" charset="77"/>
              </a:rPr>
              <a:t>Capacity setting </a:t>
            </a:r>
          </a:p>
          <a:p>
            <a:pPr marL="352425" lvl="1" indent="-171450">
              <a:buFont typeface="Arial" panose="020B0604020202020204" pitchFamily="34" charset="0"/>
              <a:buChar char="•"/>
            </a:pPr>
            <a:r>
              <a:rPr lang="en-US" sz="800" spc="-10" dirty="0">
                <a:solidFill>
                  <a:srgbClr val="15487B"/>
                </a:solidFill>
                <a:latin typeface="Montserrat Light" pitchFamily="2" charset="77"/>
              </a:rPr>
              <a:t>Embed code management allowing report on public websites</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Organization visuals management (control of custom visuals)</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Storage management (</a:t>
            </a:r>
            <a:r>
              <a:rPr lang="en-US" sz="800" spc="-10" dirty="0" err="1">
                <a:solidFill>
                  <a:srgbClr val="15487B"/>
                </a:solidFill>
                <a:latin typeface="Montserrat Light" pitchFamily="2" charset="77"/>
              </a:rPr>
              <a:t>Iprt</a:t>
            </a:r>
            <a:r>
              <a:rPr lang="en-US" sz="800" spc="-10" dirty="0">
                <a:solidFill>
                  <a:srgbClr val="15487B"/>
                </a:solidFill>
                <a:latin typeface="Montserrat Light" pitchFamily="2" charset="77"/>
              </a:rPr>
              <a:t>, direct ,dual set up depending on data complexity)</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Workspace management (access, sharing , power bi Apps)</a:t>
            </a:r>
            <a:endParaRPr lang="en-GB" sz="800" spc="-10" dirty="0">
              <a:solidFill>
                <a:srgbClr val="15487B"/>
              </a:solidFill>
              <a:latin typeface="Montserrat Light" pitchFamily="2" charset="77"/>
            </a:endParaRPr>
          </a:p>
          <a:p>
            <a:pPr marL="352425" lvl="1" indent="-171450">
              <a:buFont typeface="Arial" panose="020B0604020202020204" pitchFamily="34" charset="0"/>
              <a:buChar char="•"/>
            </a:pPr>
            <a:r>
              <a:rPr lang="en-US" sz="800" spc="-10" dirty="0">
                <a:solidFill>
                  <a:srgbClr val="15487B"/>
                </a:solidFill>
                <a:latin typeface="Montserrat Light" pitchFamily="2" charset="77"/>
              </a:rPr>
              <a:t>Custom branding (making sure company of visibility is maintained on </a:t>
            </a:r>
            <a:r>
              <a:rPr lang="en-US" sz="800" spc="-10" dirty="0" err="1">
                <a:solidFill>
                  <a:srgbClr val="15487B"/>
                </a:solidFill>
                <a:latin typeface="Montserrat Light" pitchFamily="2" charset="77"/>
              </a:rPr>
              <a:t>reports,apps</a:t>
            </a:r>
            <a:r>
              <a:rPr lang="en-US" sz="800" spc="-10" dirty="0">
                <a:solidFill>
                  <a:srgbClr val="15487B"/>
                </a:solidFill>
                <a:latin typeface="Montserrat Light" pitchFamily="2" charset="77"/>
              </a:rPr>
              <a:t>..)</a:t>
            </a:r>
          </a:p>
          <a:p>
            <a:pPr marL="352425" lvl="1" indent="-171450">
              <a:buFont typeface="Arial" panose="020B0604020202020204" pitchFamily="34" charset="0"/>
              <a:buChar char="•"/>
            </a:pPr>
            <a:endParaRPr lang="en-GB" sz="800" spc="-10" dirty="0">
              <a:solidFill>
                <a:srgbClr val="15487B"/>
              </a:solidFill>
              <a:latin typeface="Montserrat Light" pitchFamily="2" charset="77"/>
            </a:endParaRPr>
          </a:p>
          <a:p>
            <a:pPr marL="171450" marR="234315" indent="-171450">
              <a:buFont typeface="Wingdings" panose="05000000000000000000" pitchFamily="2" charset="2"/>
              <a:buChar char="Ø"/>
              <a:defRPr/>
            </a:pPr>
            <a:r>
              <a:rPr lang="en-GB" sz="800" b="1" i="1" dirty="0"/>
              <a:t>Data modelling , data management and data governance</a:t>
            </a:r>
            <a:br>
              <a:rPr lang="en-BE" b="1" i="1" dirty="0"/>
            </a:br>
            <a:r>
              <a:rPr lang="en-GB" sz="800" spc="-10" dirty="0">
                <a:solidFill>
                  <a:srgbClr val="15487B"/>
                </a:solidFill>
                <a:latin typeface="Montserrat Light" pitchFamily="2" charset="77"/>
              </a:rPr>
              <a:t>Create and/or update Star and snowflake semantic data models using :</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AAS,  Power BI share dataset  data flows , data mart</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Full or incremental refresh of data</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OLS / RLS</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Create and manage Workspace and Apps </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Access management (WS and Apps)</a:t>
            </a:r>
          </a:p>
          <a:p>
            <a:pPr marL="352425" marR="234315" lvl="1" indent="-171450">
              <a:buFont typeface="Arial" panose="020B0604020202020204" pitchFamily="34" charset="0"/>
              <a:buChar char="•"/>
              <a:defRPr/>
            </a:pPr>
            <a:endParaRPr lang="en-GB" sz="800" spc="-10" dirty="0">
              <a:solidFill>
                <a:srgbClr val="15487B"/>
              </a:solidFill>
              <a:latin typeface="Montserrat Light" pitchFamily="2" charset="77"/>
            </a:endParaRPr>
          </a:p>
          <a:p>
            <a:pPr marL="171450" indent="-171450">
              <a:buFont typeface="Wingdings" panose="05000000000000000000" pitchFamily="2" charset="2"/>
              <a:buChar char="Ø"/>
            </a:pPr>
            <a:r>
              <a:rPr lang="en-GB" sz="800" b="1" i="1" dirty="0"/>
              <a:t>Reporting Management</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Create report  op top of existing or new Datasets (With parameters to facilitate the deployment process)</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Use DAX to create necessary measures , calculated columns and tables  to support the reporting</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Use M-Language and/or Power Query , Phyton .. to do some needed transformation of the data</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Design report with PowerPoint background </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Test and publish report to power Bi services to be consumed by end users</a:t>
            </a:r>
          </a:p>
          <a:p>
            <a:pPr marL="352425" marR="234315" lvl="1" indent="-171450">
              <a:buFont typeface="Arial" panose="020B0604020202020204" pitchFamily="34" charset="0"/>
              <a:buChar char="•"/>
              <a:defRPr/>
            </a:pPr>
            <a:r>
              <a:rPr lang="en-GB" sz="800" spc="-10" dirty="0">
                <a:solidFill>
                  <a:srgbClr val="15487B"/>
                </a:solidFill>
                <a:latin typeface="Montserrat Light" pitchFamily="2" charset="77"/>
              </a:rPr>
              <a:t>Create Apps on top of the WS for some category of end users</a:t>
            </a:r>
          </a:p>
          <a:p>
            <a:pPr marL="352425" marR="234315" lvl="1" indent="-171450">
              <a:buFont typeface="Arial" panose="020B0604020202020204" pitchFamily="34" charset="0"/>
              <a:buChar char="•"/>
              <a:defRPr/>
            </a:pPr>
            <a:endParaRPr lang="en-BE" sz="800" spc="-10" dirty="0">
              <a:solidFill>
                <a:srgbClr val="15487B"/>
              </a:solidFill>
              <a:latin typeface="Montserrat Light" pitchFamily="2" charset="77"/>
            </a:endParaRPr>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a:xfrm>
            <a:off x="6298113" y="1253765"/>
            <a:ext cx="5343026" cy="4970823"/>
          </a:xfrm>
        </p:spPr>
        <p:txBody>
          <a:bodyPr/>
          <a:lstStyle/>
          <a:p>
            <a:pPr lvl="0">
              <a:lnSpc>
                <a:spcPct val="115000"/>
              </a:lnSpc>
              <a:spcAft>
                <a:spcPts val="0"/>
              </a:spcAft>
              <a:buClrTx/>
              <a:defRPr/>
            </a:pPr>
            <a:endParaRPr lang="en-GB" sz="800" spc="-10" dirty="0">
              <a:solidFill>
                <a:srgbClr val="15487B"/>
              </a:solidFill>
              <a:latin typeface="Montserrat Light" pitchFamily="2" charset="77"/>
            </a:endParaRPr>
          </a:p>
          <a:p>
            <a:pPr marL="171450" lvl="0" indent="-171450">
              <a:buFont typeface="Wingdings" panose="05000000000000000000" pitchFamily="2" charset="2"/>
              <a:buChar char="Ø"/>
              <a:defRPr/>
            </a:pPr>
            <a:r>
              <a:rPr lang="en-GB" sz="800" b="1" i="1" dirty="0"/>
              <a:t>Monitoring</a:t>
            </a:r>
          </a:p>
          <a:p>
            <a:pPr marL="171450" lvl="0" indent="-171450">
              <a:buFont typeface="Arial" panose="020B0604020202020204" pitchFamily="34" charset="0"/>
              <a:buChar char="•"/>
              <a:defRPr/>
            </a:pPr>
            <a:r>
              <a:rPr lang="en-GB" sz="800" spc="-10" dirty="0">
                <a:solidFill>
                  <a:srgbClr val="15487B"/>
                </a:solidFill>
                <a:latin typeface="Montserrat Light" pitchFamily="2" charset="77"/>
              </a:rPr>
              <a:t>Proactive and/or demand track and fix  production issues and performance improvement</a:t>
            </a:r>
          </a:p>
          <a:p>
            <a:pPr marL="171450" lvl="0" indent="-171450">
              <a:buFont typeface="Arial" panose="020B0604020202020204" pitchFamily="34" charset="0"/>
              <a:buChar char="•"/>
              <a:defRPr/>
            </a:pPr>
            <a:r>
              <a:rPr lang="en-GB" sz="800" spc="-10" dirty="0">
                <a:solidFill>
                  <a:srgbClr val="15487B"/>
                </a:solidFill>
                <a:latin typeface="Montserrat Light" pitchFamily="2" charset="77"/>
              </a:rPr>
              <a:t>Analyse data models to reduce the size, (if possible) and improve the performance of reports connected to its </a:t>
            </a:r>
          </a:p>
          <a:p>
            <a:pPr marL="171450" lvl="0" indent="-171450">
              <a:buFont typeface="Arial" panose="020B0604020202020204" pitchFamily="34" charset="0"/>
              <a:buChar char="•"/>
              <a:defRPr/>
            </a:pPr>
            <a:r>
              <a:rPr lang="en-GB" sz="800" spc="-10" dirty="0">
                <a:solidFill>
                  <a:srgbClr val="15487B"/>
                </a:solidFill>
                <a:latin typeface="Montserrat Light" pitchFamily="2" charset="77"/>
              </a:rPr>
              <a:t>Identify and optimized Dax query that are taking long to process</a:t>
            </a:r>
          </a:p>
          <a:p>
            <a:pPr marL="171450" indent="-171450">
              <a:buFont typeface="Wingdings" panose="05000000000000000000" pitchFamily="2" charset="2"/>
              <a:buChar char="Ø"/>
              <a:defRPr/>
            </a:pPr>
            <a:endParaRPr lang="en-GB" b="1" i="1" dirty="0"/>
          </a:p>
          <a:p>
            <a:pPr marL="171450" indent="-171450">
              <a:buFont typeface="Wingdings" panose="05000000000000000000" pitchFamily="2" charset="2"/>
              <a:buChar char="Ø"/>
              <a:defRPr/>
            </a:pPr>
            <a:r>
              <a:rPr lang="en-GB" sz="800" b="1" i="1" dirty="0"/>
              <a:t>Deployment process</a:t>
            </a:r>
          </a:p>
          <a:p>
            <a:pPr marL="171450" indent="-171450">
              <a:buFont typeface="Arial" panose="020B0604020202020204" pitchFamily="34" charset="0"/>
              <a:buChar char="•"/>
              <a:defRPr/>
            </a:pPr>
            <a:r>
              <a:rPr lang="en-GB" sz="800" spc="-10" dirty="0">
                <a:solidFill>
                  <a:srgbClr val="15487B"/>
                </a:solidFill>
                <a:latin typeface="Montserrat Light" pitchFamily="2" charset="77"/>
              </a:rPr>
              <a:t>Set up and implement power bi deployment pipeline </a:t>
            </a:r>
          </a:p>
          <a:p>
            <a:pPr marL="171450" indent="-171450">
              <a:buFont typeface="Arial" panose="020B0604020202020204" pitchFamily="34" charset="0"/>
              <a:buChar char="•"/>
              <a:defRPr/>
            </a:pPr>
            <a:r>
              <a:rPr lang="en-GB" sz="800" spc="-10" dirty="0">
                <a:solidFill>
                  <a:srgbClr val="15487B"/>
                </a:solidFill>
                <a:latin typeface="Montserrat Light" pitchFamily="2" charset="77"/>
              </a:rPr>
              <a:t>Manage the deployment process</a:t>
            </a:r>
          </a:p>
          <a:p>
            <a:pPr marL="171450" indent="-171450">
              <a:buFont typeface="Arial" panose="020B0604020202020204" pitchFamily="34" charset="0"/>
              <a:buChar char="•"/>
              <a:defRPr/>
            </a:pPr>
            <a:r>
              <a:rPr lang="en-GB" sz="800" spc="-10" dirty="0">
                <a:solidFill>
                  <a:srgbClr val="15487B"/>
                </a:solidFill>
                <a:latin typeface="Montserrat Light" pitchFamily="2" charset="77"/>
              </a:rPr>
              <a:t>Implement version control of power Bi objects (CI/CD)  using Azure </a:t>
            </a:r>
            <a:r>
              <a:rPr lang="en-GB" sz="800" spc="-10" dirty="0" err="1">
                <a:solidFill>
                  <a:srgbClr val="15487B"/>
                </a:solidFill>
                <a:latin typeface="Montserrat Light" pitchFamily="2" charset="77"/>
              </a:rPr>
              <a:t>DeVops</a:t>
            </a:r>
            <a:r>
              <a:rPr lang="en-GB" sz="800" spc="-10" dirty="0">
                <a:solidFill>
                  <a:srgbClr val="15487B"/>
                </a:solidFill>
                <a:latin typeface="Montserrat Light" pitchFamily="2" charset="77"/>
              </a:rPr>
              <a:t> (making sure several developers can works using the same model with overwriting each other’s works)</a:t>
            </a:r>
          </a:p>
          <a:p>
            <a:pPr lvl="0">
              <a:lnSpc>
                <a:spcPct val="115000"/>
              </a:lnSpc>
              <a:spcAft>
                <a:spcPts val="0"/>
              </a:spcAft>
              <a:buClrTx/>
              <a:defRPr/>
            </a:pPr>
            <a:br>
              <a:rPr lang="en-BE" sz="800" spc="-10" dirty="0">
                <a:solidFill>
                  <a:srgbClr val="15487B"/>
                </a:solidFill>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US" dirty="0"/>
              <a:t>Power BI Desktop</a:t>
            </a:r>
          </a:p>
          <a:p>
            <a:pPr marL="177800" lvl="0" indent="-177800">
              <a:lnSpc>
                <a:spcPct val="115000"/>
              </a:lnSpc>
              <a:spcAft>
                <a:spcPts val="0"/>
              </a:spcAft>
              <a:buClrTx/>
              <a:buFont typeface="Arial" panose="020B0604020202020204" pitchFamily="34" charset="0"/>
              <a:buChar char="•"/>
              <a:defRPr/>
            </a:pPr>
            <a:r>
              <a:rPr lang="en-US" dirty="0"/>
              <a:t>Power BI Service (Premium capacity, (Shared) dataset, semantic model, Workspace, Apps Deployment pipeline…)</a:t>
            </a:r>
          </a:p>
          <a:p>
            <a:pPr marL="177800" lvl="0" indent="-177800">
              <a:lnSpc>
                <a:spcPct val="115000"/>
              </a:lnSpc>
              <a:spcAft>
                <a:spcPts val="0"/>
              </a:spcAft>
              <a:buClrTx/>
              <a:buFont typeface="Arial" panose="020B0604020202020204" pitchFamily="34" charset="0"/>
              <a:buChar char="•"/>
              <a:defRPr/>
            </a:pPr>
            <a:r>
              <a:rPr lang="en-US" dirty="0"/>
              <a:t>Azure Analys service (AAS)</a:t>
            </a:r>
          </a:p>
          <a:p>
            <a:pPr marL="177800" lvl="0" indent="-177800">
              <a:lnSpc>
                <a:spcPct val="115000"/>
              </a:lnSpc>
              <a:spcAft>
                <a:spcPts val="0"/>
              </a:spcAft>
              <a:buClrTx/>
              <a:buFont typeface="Arial" panose="020B0604020202020204" pitchFamily="34" charset="0"/>
              <a:buChar char="•"/>
              <a:defRPr/>
            </a:pPr>
            <a:r>
              <a:rPr lang="en-US" dirty="0"/>
              <a:t>(Azure) SQL Server</a:t>
            </a:r>
          </a:p>
          <a:p>
            <a:pPr marL="177800" lvl="0" indent="-177800">
              <a:lnSpc>
                <a:spcPct val="115000"/>
              </a:lnSpc>
              <a:spcAft>
                <a:spcPts val="0"/>
              </a:spcAft>
              <a:buClrTx/>
              <a:buFont typeface="Arial" panose="020B0604020202020204" pitchFamily="34" charset="0"/>
              <a:buChar char="•"/>
              <a:defRPr/>
            </a:pPr>
            <a:r>
              <a:rPr lang="en-US" dirty="0"/>
              <a:t>Azure </a:t>
            </a:r>
            <a:r>
              <a:rPr lang="en-US" dirty="0" err="1"/>
              <a:t>DeVops</a:t>
            </a:r>
            <a:endParaRPr lang="en-US" dirty="0"/>
          </a:p>
          <a:p>
            <a:pPr marL="177800" lvl="0" indent="-177800">
              <a:lnSpc>
                <a:spcPct val="115000"/>
              </a:lnSpc>
              <a:spcAft>
                <a:spcPts val="0"/>
              </a:spcAft>
              <a:buClrTx/>
              <a:buFont typeface="Arial" panose="020B0604020202020204" pitchFamily="34" charset="0"/>
              <a:buChar char="•"/>
              <a:defRPr/>
            </a:pPr>
            <a:r>
              <a:rPr lang="en-US" dirty="0"/>
              <a:t>Visual Studio Code</a:t>
            </a:r>
          </a:p>
          <a:p>
            <a:pPr marL="177800" lvl="0" indent="-177800">
              <a:lnSpc>
                <a:spcPct val="115000"/>
              </a:lnSpc>
              <a:spcAft>
                <a:spcPts val="0"/>
              </a:spcAft>
              <a:buClrTx/>
              <a:buFont typeface="Arial" panose="020B0604020202020204" pitchFamily="34" charset="0"/>
              <a:buChar char="•"/>
              <a:defRPr/>
            </a:pPr>
            <a:r>
              <a:rPr lang="en-US" dirty="0"/>
              <a:t>Tabular editor</a:t>
            </a:r>
          </a:p>
          <a:p>
            <a:pPr marL="177800" lvl="0" indent="-177800">
              <a:lnSpc>
                <a:spcPct val="115000"/>
              </a:lnSpc>
              <a:spcAft>
                <a:spcPts val="0"/>
              </a:spcAft>
              <a:buClrTx/>
              <a:buFont typeface="Arial" panose="020B0604020202020204" pitchFamily="34" charset="0"/>
              <a:buChar char="•"/>
              <a:defRPr/>
            </a:pPr>
            <a:r>
              <a:rPr lang="en-US" dirty="0"/>
              <a:t>Dax Studio</a:t>
            </a:r>
          </a:p>
          <a:p>
            <a:pPr marL="177800" lvl="0" indent="-177800">
              <a:lnSpc>
                <a:spcPct val="115000"/>
              </a:lnSpc>
              <a:spcAft>
                <a:spcPts val="0"/>
              </a:spcAft>
              <a:buClrTx/>
              <a:buFont typeface="Arial" panose="020B0604020202020204" pitchFamily="34" charset="0"/>
              <a:buChar char="•"/>
              <a:defRPr/>
            </a:pPr>
            <a:r>
              <a:rPr lang="en-US" dirty="0" err="1"/>
              <a:t>Databriks</a:t>
            </a:r>
            <a:r>
              <a:rPr lang="en-US" dirty="0"/>
              <a:t> unity catalog</a:t>
            </a:r>
            <a:endParaRPr lang="en-BE" dirty="0"/>
          </a:p>
          <a:p>
            <a:r>
              <a:rPr lang="en-US" dirty="0"/>
              <a:t> </a:t>
            </a:r>
            <a:endParaRPr lang="en-BE" dirty="0"/>
          </a:p>
          <a:p>
            <a:pPr marL="177800" lvl="0" indent="-177800">
              <a:lnSpc>
                <a:spcPct val="115000"/>
              </a:lnSpc>
              <a:spcAft>
                <a:spcPts val="0"/>
              </a:spcAft>
              <a:buClrTx/>
              <a:buFont typeface="Arial" panose="020B0604020202020204" pitchFamily="34" charset="0"/>
              <a:buChar char="•"/>
              <a:defRPr/>
            </a:pPr>
            <a:endParaRPr lang="en-BE" sz="800" dirty="0"/>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7499-7ABB-153B-7748-4E60E7FEBE9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EA352B5-FAF6-6452-C375-1613C81916A7}"/>
              </a:ext>
            </a:extLst>
          </p:cNvPr>
          <p:cNvSpPr>
            <a:spLocks noGrp="1"/>
          </p:cNvSpPr>
          <p:nvPr>
            <p:ph type="body" sz="quarter" idx="10"/>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POC Cloud Migration</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01/2023 – Present</a:t>
            </a:r>
            <a:r>
              <a:rPr lang="nl-NL" sz="800" dirty="0">
                <a:solidFill>
                  <a:srgbClr val="15487B"/>
                </a:solidFill>
                <a:latin typeface="Montserrat Light" pitchFamily="2" charset="77"/>
              </a:rPr>
              <a:t> | MSBI Azure Consultant</a:t>
            </a: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endParaRPr lang="en-BE" sz="800" b="1" dirty="0">
              <a:solidFill>
                <a:srgbClr val="15487B"/>
              </a:solidFill>
            </a:endParaRPr>
          </a:p>
          <a:p>
            <a:pPr marR="234315" lvl="0">
              <a:spcAft>
                <a:spcPts val="0"/>
              </a:spcAft>
              <a:buClrTx/>
              <a:defRPr/>
            </a:pPr>
            <a:r>
              <a:rPr lang="en-GB" sz="800" spc="-10" dirty="0">
                <a:solidFill>
                  <a:srgbClr val="15487B"/>
                </a:solidFill>
                <a:latin typeface="Montserrat Light" pitchFamily="2" charset="77"/>
              </a:rPr>
              <a:t>Proof of concept for migrating an SSIS project to Azure in two different ways:</a:t>
            </a:r>
          </a:p>
          <a:p>
            <a:pPr marR="234315" lvl="0">
              <a:spcAft>
                <a:spcPts val="0"/>
              </a:spcAft>
              <a:buClrTx/>
              <a:defRPr/>
            </a:pPr>
            <a:r>
              <a:rPr lang="en-GB" sz="800" spc="-10" dirty="0">
                <a:solidFill>
                  <a:srgbClr val="15487B"/>
                </a:solidFill>
                <a:latin typeface="Montserrat Light" pitchFamily="2" charset="77"/>
              </a:rPr>
              <a:t>1.Lift and Shift using Azure Data Factory</a:t>
            </a:r>
          </a:p>
          <a:p>
            <a:pPr marR="234315" lvl="0">
              <a:spcAft>
                <a:spcPts val="0"/>
              </a:spcAft>
              <a:buClrTx/>
              <a:defRPr/>
            </a:pPr>
            <a:r>
              <a:rPr lang="en-GB" sz="800" spc="-10" dirty="0">
                <a:solidFill>
                  <a:srgbClr val="15487B"/>
                </a:solidFill>
                <a:latin typeface="Montserrat Light" pitchFamily="2" charset="77"/>
              </a:rPr>
              <a:t>2.Re-engineering using Azure Synapse Analytics</a:t>
            </a: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Set-up  Azure </a:t>
            </a:r>
            <a:r>
              <a:rPr lang="en-GB" sz="800" spc="-10" dirty="0" err="1">
                <a:solidFill>
                  <a:srgbClr val="15487B"/>
                </a:solidFill>
                <a:latin typeface="Montserrat Light" pitchFamily="2" charset="77"/>
              </a:rPr>
              <a:t>Devops</a:t>
            </a:r>
            <a:r>
              <a:rPr lang="en-GB" sz="800" spc="-10" dirty="0">
                <a:solidFill>
                  <a:srgbClr val="15487B"/>
                </a:solidFill>
                <a:latin typeface="Montserrat Light" pitchFamily="2" charset="77"/>
              </a:rPr>
              <a:t> : Create git Repository:</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development , main and publish branches.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Merge branches after development (using Pull request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CI/CD implementation to push development object to the qualification (and also Production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Set-up development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Storage account (Blob and gent2 ) (For data store)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Key vault (For secure resource connections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Logic App (for sending mail notification)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self-hosted Integration run time  (To connect the on-premises and Cloud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SSIS-IR (To run SSIS projects direct in de cloud)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Data factory and Synapse workspaces: Create , test, and monitor pipelines.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Copy activity files to folder.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Mapping Data flow (file to SQL Table)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Stored procedure (To track pipeline run status (Success or failure))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variables and parameters for dynamics values.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Variables during a specific processing.</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Linked services (To data lake (on premise and cloud) , to SQL Database (on premise and cloud secure with Key vault)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Web activity (in combination with Logic) to send mail notifications)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Etc….</a:t>
            </a:r>
          </a:p>
          <a:p>
            <a:pPr marR="234315" lvl="0">
              <a:spcAft>
                <a:spcPts val="0"/>
              </a:spcAft>
              <a:buClrTx/>
              <a:defRPr/>
            </a:pPr>
            <a:r>
              <a:rPr lang="en-GB" sz="800" spc="-10" dirty="0">
                <a:solidFill>
                  <a:srgbClr val="15487B"/>
                </a:solidFill>
                <a:latin typeface="Montserrat Light" pitchFamily="2" charset="77"/>
              </a:rPr>
              <a:t>Agile Project management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Sprint Planning</a:t>
            </a:r>
            <a:br>
              <a:rPr lang="en-BE" sz="800" spc="-10" dirty="0">
                <a:solidFill>
                  <a:srgbClr val="15487B"/>
                </a:solidFill>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US" sz="800" spc="-10" dirty="0">
                <a:solidFill>
                  <a:srgbClr val="15487B"/>
                </a:solidFill>
                <a:latin typeface="Montserrat Light"/>
              </a:rPr>
              <a:t>Azure Data Factory, Azure Synapse Analytics, Azure SQL database, SQL Server Integration Services, SQL Server Enterprise 2019, Azure DevOps, Power BI, Agile, DAX, CI/CD</a:t>
            </a:r>
            <a:endParaRPr lang="en-BE" sz="800" dirty="0"/>
          </a:p>
          <a:p>
            <a:endParaRPr lang="en-BE" dirty="0"/>
          </a:p>
        </p:txBody>
      </p:sp>
      <p:sp>
        <p:nvSpPr>
          <p:cNvPr id="4" name="Text Placeholder 3">
            <a:extLst>
              <a:ext uri="{FF2B5EF4-FFF2-40B4-BE49-F238E27FC236}">
                <a16:creationId xmlns:a16="http://schemas.microsoft.com/office/drawing/2014/main" id="{5DCA729C-85EA-C3DB-3B2C-849EABF55D29}"/>
              </a:ext>
            </a:extLst>
          </p:cNvPr>
          <p:cNvSpPr>
            <a:spLocks noGrp="1"/>
          </p:cNvSpPr>
          <p:nvPr>
            <p:ph type="body" sz="quarter" idx="12"/>
          </p:nvPr>
        </p:nvSpPr>
        <p:spPr/>
        <p:txBody>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Cerba Healthcare</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09/2022 – 12/2022</a:t>
            </a:r>
            <a:r>
              <a:rPr lang="nl-NL" sz="800" dirty="0">
                <a:solidFill>
                  <a:srgbClr val="15487B"/>
                </a:solidFill>
                <a:latin typeface="Montserrat Light" pitchFamily="2" charset="77"/>
              </a:rPr>
              <a:t> | MSBI Consultant</a:t>
            </a:r>
            <a:endParaRPr lang="nl-NL" sz="12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b="1" spc="-10" dirty="0">
                <a:solidFill>
                  <a:srgbClr val="15487B"/>
                </a:solidFill>
                <a:latin typeface="Montserrat Light" pitchFamily="2" charset="77"/>
              </a:rPr>
              <a:t> </a:t>
            </a:r>
            <a:r>
              <a:rPr lang="en-GB" sz="800" spc="-10" dirty="0">
                <a:solidFill>
                  <a:srgbClr val="15487B"/>
                </a:solidFill>
                <a:latin typeface="Montserrat Light" pitchFamily="2" charset="77"/>
              </a:rPr>
              <a:t>Development of SSIS Packages to support the financial department Billing System</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several SSIS packages to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Get data from given tables using join, apply predefined business logics using specific SSIS components to produce excel output files, move those to specific directories and send emails to the business when file is created.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Load data from these created excel files (after update and validation by the business) to a specific table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Deployment and monitoring</a:t>
            </a:r>
            <a:br>
              <a:rPr lang="en-BE" sz="800" spc="-10" dirty="0">
                <a:solidFill>
                  <a:srgbClr val="15487B"/>
                </a:solidFill>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SQL SERVER 2017, Visual Studio 2019 (SSIS), TFS, Clinical applications (CTMS: Clinical Test Management System)</a:t>
            </a:r>
            <a:endParaRPr lang="en-BE" sz="800" dirty="0"/>
          </a:p>
          <a:p>
            <a:endParaRPr lang="en-BE" dirty="0"/>
          </a:p>
        </p:txBody>
      </p:sp>
      <p:sp>
        <p:nvSpPr>
          <p:cNvPr id="6" name="Text Placeholder 5">
            <a:extLst>
              <a:ext uri="{FF2B5EF4-FFF2-40B4-BE49-F238E27FC236}">
                <a16:creationId xmlns:a16="http://schemas.microsoft.com/office/drawing/2014/main" id="{FFB80ACB-793D-0A8B-15E6-C8A92CB17CFD}"/>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extLst>
      <p:ext uri="{BB962C8B-B14F-4D97-AF65-F5344CB8AC3E}">
        <p14:creationId xmlns:p14="http://schemas.microsoft.com/office/powerpoint/2010/main" val="1395801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a:lstStyle/>
          <a:p>
            <a:pPr lvl="0">
              <a:lnSpc>
                <a:spcPct val="115000"/>
              </a:lnSpc>
              <a:spcAft>
                <a:spcPts val="0"/>
              </a:spcAft>
              <a:buClrTx/>
              <a:defRPr/>
            </a:pPr>
            <a:r>
              <a:rPr lang="nl-NL" sz="1200" b="1" dirty="0">
                <a:solidFill>
                  <a:srgbClr val="15487B"/>
                </a:solidFill>
              </a:rPr>
              <a:t>DECOMO, CBI, UZ Gent</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08/2022 – 08/2022</a:t>
            </a:r>
            <a:r>
              <a:rPr lang="nl-NL" sz="800" dirty="0">
                <a:solidFill>
                  <a:srgbClr val="15487B"/>
                </a:solidFill>
                <a:latin typeface="Montserrat Light" pitchFamily="2" charset="77"/>
              </a:rPr>
              <a:t> | MSBI Azure Consultant</a:t>
            </a: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endParaRPr lang="en-BE" sz="800" b="1" dirty="0">
              <a:solidFill>
                <a:srgbClr val="15487B"/>
              </a:solidFill>
            </a:endParaRPr>
          </a:p>
          <a:p>
            <a:pPr marR="234315" lvl="0">
              <a:spcAft>
                <a:spcPts val="0"/>
              </a:spcAft>
              <a:buClrTx/>
              <a:defRPr/>
            </a:pPr>
            <a:r>
              <a:rPr lang="en-GB" sz="800" spc="-10" dirty="0">
                <a:solidFill>
                  <a:srgbClr val="15487B"/>
                </a:solidFill>
                <a:latin typeface="Montserrat Light" pitchFamily="2" charset="77"/>
              </a:rPr>
              <a:t> MS BI Azure Projects:</a:t>
            </a:r>
          </a:p>
          <a:p>
            <a:pPr marR="234315" lvl="0">
              <a:spcAft>
                <a:spcPts val="0"/>
              </a:spcAft>
              <a:buClrTx/>
              <a:defRPr/>
            </a:pPr>
            <a:r>
              <a:rPr lang="en-GB" sz="800" spc="-10" dirty="0">
                <a:solidFill>
                  <a:srgbClr val="15487B"/>
                </a:solidFill>
                <a:latin typeface="Montserrat Light" pitchFamily="2" charset="77"/>
              </a:rPr>
              <a:t> Change data source for an existing Cube, using Azure  </a:t>
            </a:r>
          </a:p>
          <a:p>
            <a:pPr marR="234315" lvl="0">
              <a:spcAft>
                <a:spcPts val="0"/>
              </a:spcAft>
              <a:buClrTx/>
              <a:defRPr/>
            </a:pPr>
            <a:r>
              <a:rPr lang="en-GB" sz="800" spc="-10" dirty="0">
                <a:solidFill>
                  <a:srgbClr val="15487B"/>
                </a:solidFill>
                <a:latin typeface="Montserrat Light" pitchFamily="2" charset="77"/>
              </a:rPr>
              <a:t> Add more Dimensions to existing solution using </a:t>
            </a:r>
            <a:r>
              <a:rPr lang="en-GB" sz="800" spc="-10" dirty="0" err="1">
                <a:solidFill>
                  <a:srgbClr val="15487B"/>
                </a:solidFill>
                <a:latin typeface="Montserrat Light" pitchFamily="2" charset="77"/>
              </a:rPr>
              <a:t>DataBricks</a:t>
            </a:r>
            <a:endParaRPr lang="en-GB" sz="800" spc="-10" dirty="0">
              <a:solidFill>
                <a:srgbClr val="15487B"/>
              </a:solidFill>
              <a:latin typeface="Montserrat Light" pitchFamily="2" charset="77"/>
            </a:endParaRP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Set up CD/CI process for Azure Data Factory and data migration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Manage the DevOps / GitHub (CD/CI)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DevOps Account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Project and Data repository</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a Developer branch</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Group variable for test and production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CD/CI pipelines for automatically  processing the releases</a:t>
            </a:r>
          </a:p>
          <a:p>
            <a:pPr marR="234315" lvl="0">
              <a:spcAft>
                <a:spcPts val="0"/>
              </a:spcAft>
              <a:buClrTx/>
              <a:defRPr/>
            </a:pPr>
            <a:r>
              <a:rPr lang="en-GB" sz="800" spc="-10" dirty="0">
                <a:solidFill>
                  <a:srgbClr val="15487B"/>
                </a:solidFill>
                <a:latin typeface="Montserrat Light" pitchFamily="2" charset="77"/>
              </a:rPr>
              <a:t>Create a 3 storage Azure Data Lake account (Dev, Test, Prod)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Migrate the Dynamics 365 tables to the </a:t>
            </a:r>
            <a:r>
              <a:rPr lang="en-GB" sz="800" spc="-10" dirty="0" err="1">
                <a:solidFill>
                  <a:srgbClr val="15487B"/>
                </a:solidFill>
                <a:latin typeface="Montserrat Light" pitchFamily="2" charset="77"/>
              </a:rPr>
              <a:t>DataLake</a:t>
            </a:r>
            <a:r>
              <a:rPr lang="en-GB" sz="800" spc="-10" dirty="0">
                <a:solidFill>
                  <a:srgbClr val="15487B"/>
                </a:solidFill>
                <a:latin typeface="Montserrat Light" pitchFamily="2" charset="77"/>
              </a:rPr>
              <a:t>, </a:t>
            </a:r>
          </a:p>
          <a:p>
            <a:pPr marR="234315" lvl="0">
              <a:spcAft>
                <a:spcPts val="0"/>
              </a:spcAft>
              <a:buClrTx/>
              <a:defRPr/>
            </a:pPr>
            <a:r>
              <a:rPr lang="en-GB" sz="800" spc="-10" dirty="0">
                <a:solidFill>
                  <a:srgbClr val="15487B"/>
                </a:solidFill>
                <a:latin typeface="Montserrat Light" pitchFamily="2" charset="77"/>
              </a:rPr>
              <a:t> Create a 3 Azure </a:t>
            </a:r>
            <a:r>
              <a:rPr lang="en-GB" sz="800" spc="-10" dirty="0" err="1">
                <a:solidFill>
                  <a:srgbClr val="15487B"/>
                </a:solidFill>
                <a:latin typeface="Montserrat Light" pitchFamily="2" charset="77"/>
              </a:rPr>
              <a:t>Keyvault</a:t>
            </a:r>
            <a:r>
              <a:rPr lang="en-GB" sz="800" spc="-10" dirty="0">
                <a:solidFill>
                  <a:srgbClr val="15487B"/>
                </a:solidFill>
                <a:latin typeface="Montserrat Light" pitchFamily="2" charset="77"/>
              </a:rPr>
              <a:t> account (Dev, Test, Prod)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Secrets Keys in </a:t>
            </a:r>
            <a:r>
              <a:rPr lang="en-GB" sz="800" spc="-10" dirty="0" err="1">
                <a:solidFill>
                  <a:srgbClr val="15487B"/>
                </a:solidFill>
                <a:latin typeface="Montserrat Light" pitchFamily="2" charset="77"/>
              </a:rPr>
              <a:t>Keyvault</a:t>
            </a:r>
            <a:r>
              <a:rPr lang="en-GB" sz="800" spc="-10" dirty="0">
                <a:solidFill>
                  <a:srgbClr val="15487B"/>
                </a:solidFill>
                <a:latin typeface="Montserrat Light" pitchFamily="2" charset="77"/>
              </a:rPr>
              <a:t> to store the </a:t>
            </a:r>
            <a:r>
              <a:rPr lang="en-GB" sz="800" spc="-10" dirty="0" err="1">
                <a:solidFill>
                  <a:srgbClr val="15487B"/>
                </a:solidFill>
                <a:latin typeface="Montserrat Light" pitchFamily="2" charset="77"/>
              </a:rPr>
              <a:t>connecton</a:t>
            </a:r>
            <a:r>
              <a:rPr lang="en-GB" sz="800" spc="-10" dirty="0">
                <a:solidFill>
                  <a:srgbClr val="15487B"/>
                </a:solidFill>
                <a:latin typeface="Montserrat Light" pitchFamily="2" charset="77"/>
              </a:rPr>
              <a:t> string of the storage account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Grant to Synapse permissions to secret key and access to ADL for data transfer</a:t>
            </a:r>
          </a:p>
          <a:p>
            <a:pPr marR="234315" lvl="0">
              <a:spcAft>
                <a:spcPts val="0"/>
              </a:spcAft>
              <a:buClrTx/>
              <a:defRPr/>
            </a:pPr>
            <a:r>
              <a:rPr lang="en-GB" sz="800" spc="-10" dirty="0">
                <a:solidFill>
                  <a:srgbClr val="15487B"/>
                </a:solidFill>
                <a:latin typeface="Montserrat Light" pitchFamily="2" charset="77"/>
              </a:rPr>
              <a:t>Create a 3 Synapse Workspace(Dev, Test, Prod)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Integrate DevOps with Azure using Git configuration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Start Development from DevOps Developer Branch , merge Changes to Master Branch and Publish to Live </a:t>
            </a:r>
            <a:r>
              <a:rPr lang="en-GB" sz="800" spc="-10" dirty="0" err="1">
                <a:solidFill>
                  <a:srgbClr val="15487B"/>
                </a:solidFill>
                <a:latin typeface="Montserrat Light" pitchFamily="2" charset="77"/>
              </a:rPr>
              <a:t>Sysnaps</a:t>
            </a:r>
            <a:r>
              <a:rPr lang="en-GB" sz="800" spc="-10" dirty="0">
                <a:solidFill>
                  <a:srgbClr val="15487B"/>
                </a:solidFill>
                <a:latin typeface="Montserrat Light" pitchFamily="2" charset="77"/>
              </a:rPr>
              <a:t>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a. Create 2 </a:t>
            </a:r>
            <a:r>
              <a:rPr lang="en-GB" sz="800" spc="-10" dirty="0" err="1">
                <a:solidFill>
                  <a:srgbClr val="15487B"/>
                </a:solidFill>
                <a:latin typeface="Montserrat Light" pitchFamily="2" charset="77"/>
              </a:rPr>
              <a:t>LinkedServices</a:t>
            </a:r>
            <a:r>
              <a:rPr lang="en-GB" sz="800" spc="-10" dirty="0">
                <a:solidFill>
                  <a:srgbClr val="15487B"/>
                </a:solidFill>
                <a:latin typeface="Montserrat Light" pitchFamily="2" charset="77"/>
              </a:rPr>
              <a:t> with </a:t>
            </a:r>
            <a:r>
              <a:rPr lang="en-GB" sz="800" spc="-10" dirty="0" err="1">
                <a:solidFill>
                  <a:srgbClr val="15487B"/>
                </a:solidFill>
                <a:latin typeface="Montserrat Light" pitchFamily="2" charset="77"/>
              </a:rPr>
              <a:t>Keyvault</a:t>
            </a:r>
            <a:r>
              <a:rPr lang="en-GB" sz="800" spc="-10" dirty="0">
                <a:solidFill>
                  <a:srgbClr val="15487B"/>
                </a:solidFill>
                <a:latin typeface="Montserrat Light" pitchFamily="2" charset="77"/>
              </a:rPr>
              <a:t> and with ADL using </a:t>
            </a:r>
            <a:r>
              <a:rPr lang="en-GB" sz="800" spc="-10" dirty="0" err="1">
                <a:solidFill>
                  <a:srgbClr val="15487B"/>
                </a:solidFill>
                <a:latin typeface="Montserrat Light" pitchFamily="2" charset="77"/>
              </a:rPr>
              <a:t>KeyVault</a:t>
            </a:r>
            <a:r>
              <a:rPr lang="en-GB" sz="800" spc="-10" dirty="0">
                <a:solidFill>
                  <a:srgbClr val="15487B"/>
                </a:solidFill>
                <a:latin typeface="Montserrat Light" pitchFamily="2" charset="77"/>
              </a:rPr>
              <a:t>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b. Copy data from ADL  Storage account to Azure SQL Database using pipelines (Copy activity)</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 Test working of pipelines save ,Merge to Master Branch , and publish</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External Tables in Synapse using SQL serverless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Use this dataset as source to update SSAS cube multi-Dim.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Design </a:t>
            </a:r>
            <a:r>
              <a:rPr lang="en-GB" sz="800" spc="-10" dirty="0" err="1">
                <a:solidFill>
                  <a:srgbClr val="15487B"/>
                </a:solidFill>
                <a:latin typeface="Montserrat Light" pitchFamily="2" charset="77"/>
              </a:rPr>
              <a:t>PowerBI</a:t>
            </a:r>
            <a:r>
              <a:rPr lang="en-GB" sz="800" spc="-10" dirty="0">
                <a:solidFill>
                  <a:srgbClr val="15487B"/>
                </a:solidFill>
                <a:latin typeface="Montserrat Light" pitchFamily="2" charset="77"/>
              </a:rPr>
              <a:t> reporting with the Cube as source</a:t>
            </a:r>
          </a:p>
          <a:p>
            <a:pPr marR="234315" lvl="0">
              <a:spcAft>
                <a:spcPts val="0"/>
              </a:spcAft>
              <a:buClrTx/>
              <a:defRPr/>
            </a:pPr>
            <a:r>
              <a:rPr lang="en-GB" sz="800" spc="-10" dirty="0">
                <a:solidFill>
                  <a:srgbClr val="15487B"/>
                </a:solidFill>
                <a:latin typeface="Montserrat Light" pitchFamily="2" charset="77"/>
              </a:rPr>
              <a:t>ETL </a:t>
            </a:r>
            <a:r>
              <a:rPr lang="en-GB" sz="800" spc="-10" dirty="0" err="1">
                <a:solidFill>
                  <a:srgbClr val="15487B"/>
                </a:solidFill>
                <a:latin typeface="Montserrat Light" pitchFamily="2" charset="77"/>
              </a:rPr>
              <a:t>DataBricks</a:t>
            </a:r>
            <a:r>
              <a:rPr lang="en-GB" sz="800" spc="-10" dirty="0">
                <a:solidFill>
                  <a:srgbClr val="15487B"/>
                </a:solidFill>
                <a:latin typeface="Montserrat Light" pitchFamily="2" charset="77"/>
              </a:rPr>
              <a:t> implementation: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a:t>
            </a:r>
            <a:r>
              <a:rPr lang="en-GB" sz="800" spc="-10" dirty="0" err="1">
                <a:solidFill>
                  <a:srgbClr val="15487B"/>
                </a:solidFill>
                <a:latin typeface="Montserrat Light" pitchFamily="2" charset="77"/>
              </a:rPr>
              <a:t>DataBricks</a:t>
            </a:r>
            <a:r>
              <a:rPr lang="en-GB" sz="800" spc="-10" dirty="0">
                <a:solidFill>
                  <a:srgbClr val="15487B"/>
                </a:solidFill>
                <a:latin typeface="Montserrat Light" pitchFamily="2" charset="77"/>
              </a:rPr>
              <a:t> workspace and create Notebook</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Unmount and mount data between ADL and DATABRIKS (Using Scala)</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Global tables that will store the data from ADL  (Using Scala)</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Perform transformations on global tables (conversion, removing some rows and fields…) (Using SQL)</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connection with Target Database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Build JDBC URL  to help create </a:t>
            </a:r>
            <a:r>
              <a:rPr lang="en-GB" sz="800" spc="-10" dirty="0" err="1">
                <a:solidFill>
                  <a:srgbClr val="15487B"/>
                </a:solidFill>
                <a:latin typeface="Montserrat Light" pitchFamily="2" charset="77"/>
              </a:rPr>
              <a:t>DataFrames</a:t>
            </a:r>
            <a:endParaRPr lang="en-GB" sz="800" spc="-10" dirty="0">
              <a:solidFill>
                <a:srgbClr val="15487B"/>
              </a:solidFill>
              <a:latin typeface="Montserrat Light" pitchFamily="2" charset="77"/>
            </a:endParaRPr>
          </a:p>
          <a:p>
            <a:endParaRPr lang="en-BE" dirty="0"/>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vert="horz" lIns="0" tIns="0" rIns="0" bIns="0" numCol="1" spcCol="180000" rtlCol="0" anchor="t">
            <a:noAutofit/>
          </a:bodyPr>
          <a:lstStyle/>
          <a:p>
            <a:pPr marL="171450" marR="234315" lvl="0" indent="-17145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Local tables  using </a:t>
            </a:r>
            <a:r>
              <a:rPr lang="en-GB" sz="800" spc="-10" dirty="0" err="1">
                <a:solidFill>
                  <a:srgbClr val="15487B"/>
                </a:solidFill>
                <a:latin typeface="Montserrat Light" pitchFamily="2" charset="77"/>
              </a:rPr>
              <a:t>DataFrame</a:t>
            </a:r>
            <a:r>
              <a:rPr lang="en-GB" sz="800" spc="-10" dirty="0">
                <a:solidFill>
                  <a:srgbClr val="15487B"/>
                </a:solidFill>
                <a:latin typeface="Montserrat Light" pitchFamily="2" charset="77"/>
              </a:rPr>
              <a:t> that will store the data of existing target tables (Like Dimensions and fact table) (Using Scala)</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Combination of Global and Local tables to find the delta (based on id)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Load the Delta to the target table (using Scala)</a:t>
            </a:r>
            <a:br>
              <a:rPr lang="en-BE" sz="800" spc="-10" dirty="0">
                <a:solidFill>
                  <a:srgbClr val="15487B"/>
                </a:solidFill>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US" sz="800" spc="-10" dirty="0">
                <a:solidFill>
                  <a:srgbClr val="15487B"/>
                </a:solidFill>
                <a:latin typeface="Montserrat Light" pitchFamily="2" charset="77"/>
              </a:rPr>
              <a:t>Azure SQL Database, DevOps/ </a:t>
            </a:r>
            <a:r>
              <a:rPr lang="en-US" sz="800" spc="-10" dirty="0" err="1">
                <a:solidFill>
                  <a:srgbClr val="15487B"/>
                </a:solidFill>
                <a:latin typeface="Montserrat Light" pitchFamily="2" charset="77"/>
              </a:rPr>
              <a:t>Github</a:t>
            </a:r>
            <a:r>
              <a:rPr lang="en-US" sz="800" spc="-10" dirty="0">
                <a:solidFill>
                  <a:srgbClr val="15487B"/>
                </a:solidFill>
                <a:latin typeface="Montserrat Light" pitchFamily="2" charset="77"/>
              </a:rPr>
              <a:t> (CD/CI), Azure Data Lake, Azure Data Lake, </a:t>
            </a:r>
            <a:r>
              <a:rPr lang="en-US" sz="800" spc="-10" dirty="0" err="1">
                <a:solidFill>
                  <a:srgbClr val="15487B"/>
                </a:solidFill>
                <a:latin typeface="Montserrat Light" pitchFamily="2" charset="77"/>
              </a:rPr>
              <a:t>Keyvault</a:t>
            </a:r>
            <a:r>
              <a:rPr lang="en-US" sz="800" spc="-10" dirty="0">
                <a:solidFill>
                  <a:srgbClr val="15487B"/>
                </a:solidFill>
                <a:latin typeface="Montserrat Light" pitchFamily="2" charset="77"/>
              </a:rPr>
              <a:t>, Synapse, Databricks, Scala, SQL</a:t>
            </a:r>
            <a:endParaRPr lang="nl-NL" sz="1200" b="1" dirty="0">
              <a:solidFill>
                <a:srgbClr val="15487B"/>
              </a:solidFill>
            </a:endParaRPr>
          </a:p>
          <a:p>
            <a:pPr lvl="0">
              <a:lnSpc>
                <a:spcPct val="115000"/>
              </a:lnSpc>
              <a:spcAft>
                <a:spcPts val="0"/>
              </a:spcAft>
              <a:buClrTx/>
              <a:defRPr/>
            </a:pPr>
            <a:endParaRPr lang="nl-NL" sz="1200" b="1" dirty="0">
              <a:solidFill>
                <a:srgbClr val="15487B"/>
              </a:solidFill>
            </a:endParaRPr>
          </a:p>
          <a:p>
            <a:pPr lvl="0">
              <a:lnSpc>
                <a:spcPct val="115000"/>
              </a:lnSpc>
              <a:spcAft>
                <a:spcPts val="0"/>
              </a:spcAft>
              <a:buClrTx/>
              <a:defRPr/>
            </a:pPr>
            <a:r>
              <a:rPr lang="nl-NL" sz="1200" b="1" dirty="0">
                <a:solidFill>
                  <a:srgbClr val="15487B"/>
                </a:solidFill>
              </a:rPr>
              <a:t>LACO</a:t>
            </a:r>
            <a:r>
              <a:rPr lang="nl-NL" sz="1200" b="1" dirty="0">
                <a:solidFill>
                  <a:srgbClr val="16BECF"/>
                </a:solidFill>
              </a:rPr>
              <a:t> | Baloise Insurance</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a:rPr>
              <a:t>09/2021 – 07/2022</a:t>
            </a:r>
            <a:r>
              <a:rPr lang="nl-NL" sz="800" dirty="0">
                <a:solidFill>
                  <a:srgbClr val="15487B"/>
                </a:solidFill>
                <a:latin typeface="Montserrat Light"/>
              </a:rPr>
              <a:t> | BI SQL Developer</a:t>
            </a:r>
            <a:endParaRPr lang="nl-NL" sz="1200" b="1" dirty="0">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b="1" spc="-10" dirty="0">
                <a:solidFill>
                  <a:srgbClr val="15487B"/>
                </a:solidFill>
                <a:latin typeface="Montserrat Light" pitchFamily="2" charset="77"/>
              </a:rPr>
              <a:t> </a:t>
            </a:r>
            <a:r>
              <a:rPr lang="en-GB" sz="800" spc="-10" dirty="0">
                <a:solidFill>
                  <a:srgbClr val="15487B"/>
                </a:solidFill>
                <a:latin typeface="Montserrat Light" pitchFamily="2" charset="77"/>
              </a:rPr>
              <a:t>IFRS Project</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tables and map the source tables info target tables , using Microsoft SQL</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Close collaboration with the application architect in order to realize the best solution in every context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Respect the quality guidelines, best practices, budget and scope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Respect and challenge the design and development guidelines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Document the programs</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SQL SERVER 2016, Agile, SSRS, SSIS, SSAS, Power BI</a:t>
            </a:r>
            <a:endParaRPr lang="en-BE" sz="800" dirty="0"/>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AG Insurance</a:t>
            </a:r>
            <a:endParaRPr lang="nl-BE" sz="12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11/2018 – 07/2021</a:t>
            </a:r>
            <a:r>
              <a:rPr lang="nl-NL" sz="800" dirty="0">
                <a:solidFill>
                  <a:srgbClr val="15487B"/>
                </a:solidFill>
                <a:latin typeface="Montserrat Light" pitchFamily="2" charset="77"/>
              </a:rPr>
              <a:t> | MSBI Consultant</a:t>
            </a:r>
            <a:endParaRPr lang="nl-NL" sz="8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b="1" spc="-10" dirty="0">
                <a:solidFill>
                  <a:srgbClr val="15487B"/>
                </a:solidFill>
                <a:latin typeface="Montserrat Light" pitchFamily="2" charset="77"/>
              </a:rPr>
              <a:t> </a:t>
            </a:r>
            <a:r>
              <a:rPr lang="en-GB" sz="800" spc="-10" dirty="0">
                <a:solidFill>
                  <a:srgbClr val="15487B"/>
                </a:solidFill>
                <a:latin typeface="Montserrat Light" pitchFamily="2" charset="77"/>
              </a:rPr>
              <a:t>Several Data Integration projects for Risk Division, Security Division, Employee Benefit, Life,   </a:t>
            </a:r>
          </a:p>
          <a:p>
            <a:pPr lvl="0">
              <a:lnSpc>
                <a:spcPct val="115000"/>
              </a:lnSpc>
              <a:spcAft>
                <a:spcPts val="0"/>
              </a:spcAft>
              <a:buClrTx/>
              <a:defRPr/>
            </a:pPr>
            <a:r>
              <a:rPr lang="en-GB" sz="800" spc="-10" dirty="0">
                <a:solidFill>
                  <a:srgbClr val="15487B"/>
                </a:solidFill>
                <a:latin typeface="Montserrat Light" pitchFamily="2" charset="77"/>
              </a:rPr>
              <a:t> Finance, Daily Operational Support</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adapt, test and deployment of existing SSIS packages, according to new business requirements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Combine big Excel Files and Big Flat files as input for complex business logics to generate excel reports and flat files, used in the </a:t>
            </a:r>
            <a:r>
              <a:rPr lang="en-GB" sz="800" spc="-10" dirty="0" err="1">
                <a:solidFill>
                  <a:srgbClr val="15487B"/>
                </a:solidFill>
                <a:latin typeface="Montserrat Light" pitchFamily="2" charset="77"/>
              </a:rPr>
              <a:t>Targetik</a:t>
            </a:r>
            <a:r>
              <a:rPr lang="en-GB" sz="800" spc="-10" dirty="0">
                <a:solidFill>
                  <a:srgbClr val="15487B"/>
                </a:solidFill>
                <a:latin typeface="Montserrat Light" pitchFamily="2" charset="77"/>
              </a:rPr>
              <a:t> application.</a:t>
            </a:r>
          </a:p>
          <a:p>
            <a:pPr marL="177800" marR="234315" lvl="0" indent="-177800">
              <a:spcAft>
                <a:spcPts val="0"/>
              </a:spcAft>
              <a:buClrTx/>
              <a:buFont typeface="Arial" panose="020B0604020202020204" pitchFamily="34" charset="0"/>
              <a:buChar char="•"/>
              <a:defRPr/>
            </a:pP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the data from the security Database (loaded from security check points)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SSIS packages and create CSV reports about employees’ accesses (where, when, how, duration,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SSIS packages that load data into the security Database, updating the accesses (allowµ/remove access)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Read data from the CRM application (Microsoft Dynamics) and load into the staging and target tables using Delta checks: add new fields, new tables, adapt data types, load, test, deploy</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a:t>
            </a:r>
            <a:r>
              <a:rPr lang="en-GB" sz="800" spc="-10" dirty="0" err="1">
                <a:solidFill>
                  <a:srgbClr val="15487B"/>
                </a:solidFill>
                <a:latin typeface="Montserrat Light" pitchFamily="2" charset="77"/>
              </a:rPr>
              <a:t>PowerBI</a:t>
            </a:r>
            <a:r>
              <a:rPr lang="en-GB" sz="800" spc="-10" dirty="0">
                <a:solidFill>
                  <a:srgbClr val="15487B"/>
                </a:solidFill>
                <a:latin typeface="Montserrat Light" pitchFamily="2" charset="77"/>
              </a:rPr>
              <a:t> reports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an SSIS package, generating an excel, for the follow-up of the customers’ digital signatures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Daily operational support, follow-up, </a:t>
            </a: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and solve issues (query errors, connection issues, wrong data type, data quality issues, missing data, …)</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SSIS, SSRS, SSAS, Tabular, Power BI, Excel, </a:t>
            </a:r>
            <a:r>
              <a:rPr lang="en-GB" sz="800" spc="-10" dirty="0" err="1">
                <a:solidFill>
                  <a:srgbClr val="15487B"/>
                </a:solidFill>
                <a:latin typeface="Montserrat Light"/>
              </a:rPr>
              <a:t>Zappysis</a:t>
            </a:r>
            <a:r>
              <a:rPr lang="en-GB" sz="800" spc="-10" dirty="0">
                <a:solidFill>
                  <a:srgbClr val="15487B"/>
                </a:solidFill>
                <a:latin typeface="Montserrat Light"/>
              </a:rPr>
              <a:t>, </a:t>
            </a:r>
            <a:r>
              <a:rPr lang="en-GB" sz="800" spc="-10" dirty="0" err="1">
                <a:solidFill>
                  <a:srgbClr val="15487B"/>
                </a:solidFill>
                <a:latin typeface="Montserrat Light"/>
              </a:rPr>
              <a:t>Winris</a:t>
            </a:r>
            <a:r>
              <a:rPr lang="en-GB" sz="800" spc="-10" dirty="0">
                <a:solidFill>
                  <a:srgbClr val="15487B"/>
                </a:solidFill>
                <a:latin typeface="Montserrat Light"/>
              </a:rPr>
              <a:t>, EU2K-List, Heat, DAX</a:t>
            </a:r>
          </a:p>
          <a:p>
            <a:endParaRPr lang="en-BE" dirty="0"/>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Isabel</a:t>
            </a:r>
            <a:endParaRPr lang="nl-BE" sz="8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02/2018 – 10/2018</a:t>
            </a:r>
            <a:r>
              <a:rPr lang="nl-NL" sz="800" dirty="0">
                <a:solidFill>
                  <a:srgbClr val="15487B"/>
                </a:solidFill>
                <a:latin typeface="Montserrat Light" pitchFamily="2" charset="77"/>
              </a:rPr>
              <a:t> | MSBI Consultant / Data Engineer</a:t>
            </a:r>
            <a:endParaRPr lang="nl-NL" sz="12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spc="-10" dirty="0">
                <a:solidFill>
                  <a:srgbClr val="15487B"/>
                </a:solidFill>
                <a:latin typeface="Montserrat Light" pitchFamily="2" charset="77"/>
              </a:rPr>
              <a:t>The function of the BI Data Engineer is to develop new and enhance/maintain existing data flows from </a:t>
            </a:r>
          </a:p>
          <a:p>
            <a:pPr lvl="0">
              <a:lnSpc>
                <a:spcPct val="115000"/>
              </a:lnSpc>
              <a:spcAft>
                <a:spcPts val="0"/>
              </a:spcAft>
              <a:buClrTx/>
              <a:defRPr/>
            </a:pPr>
            <a:r>
              <a:rPr lang="en-GB" sz="800" spc="-10" dirty="0">
                <a:solidFill>
                  <a:srgbClr val="15487B"/>
                </a:solidFill>
                <a:latin typeface="Montserrat Light" pitchFamily="2" charset="77"/>
              </a:rPr>
              <a:t>source to enterprise DWH towards specific data marts and reports.</a:t>
            </a:r>
          </a:p>
          <a:p>
            <a:pPr marR="234315" lvl="0">
              <a:spcAft>
                <a:spcPts val="0"/>
              </a:spcAft>
              <a:buClrTx/>
              <a:defRPr/>
            </a:pPr>
            <a:r>
              <a:rPr lang="en-GB" sz="800" spc="-10" dirty="0">
                <a:solidFill>
                  <a:srgbClr val="15487B"/>
                </a:solidFill>
                <a:latin typeface="Montserrat Light" pitchFamily="2" charset="77"/>
              </a:rPr>
              <a:t>Back-end </a:t>
            </a: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Support Isabel’s’ BI team with solving their customers' daily business issues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Ensure the continuity and the stability of the Service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Enhance / maintain the different BI-layers (Staging, History, Datawarehouse)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Daily load check and solving eventually load failed (Ex: conversion problems, missing objects, network problem...)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Using BIML to create multiples tables from the application source and propagate them on the different layers (automatization table creation)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Packages and cubes creation taking into account the existing method (Ex. for the cube: </a:t>
            </a:r>
            <a:r>
              <a:rPr lang="en-GB" sz="800" spc="-10" dirty="0" err="1">
                <a:solidFill>
                  <a:srgbClr val="15487B"/>
                </a:solidFill>
                <a:latin typeface="Montserrat Light" pitchFamily="2" charset="77"/>
              </a:rPr>
              <a:t>S.proc</a:t>
            </a:r>
            <a:r>
              <a:rPr lang="en-GB" sz="800" spc="-10" dirty="0">
                <a:solidFill>
                  <a:srgbClr val="15487B"/>
                </a:solidFill>
                <a:latin typeface="Montserrat Light" pitchFamily="2" charset="77"/>
              </a:rPr>
              <a:t> --&gt; Consolidated Table with Surrogate Key --&gt; 2 Views (Fact and Dim) --&gt; Cube configuration with existing Dimensions)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Deployment of newly created of adapted solutions according the procedure</a:t>
            </a:r>
          </a:p>
          <a:p>
            <a:pPr marR="234315" lvl="0">
              <a:spcAft>
                <a:spcPts val="0"/>
              </a:spcAft>
              <a:buClrTx/>
              <a:defRPr/>
            </a:pPr>
            <a:r>
              <a:rPr lang="en-GB" sz="800" spc="-10" dirty="0">
                <a:solidFill>
                  <a:srgbClr val="15487B"/>
                </a:solidFill>
                <a:latin typeface="Montserrat Light" pitchFamily="2" charset="77"/>
              </a:rPr>
              <a:t>Front-end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SSRS report creation based on DWH tables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Impact analyses to check the dependencies (in the complete Bi-Solution) of a given database object before a project starts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Documentations about all changes or newly added solutions</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SQL SERVER 2016, Visual Studio 2014, MSBI2014: (SSIS, SSRS, SSAS), MDS, TFS SharePoint</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Splunk - ServiceNow – Navision (Finance) – CRM – Confluence (Documentations) – </a:t>
            </a:r>
            <a:r>
              <a:rPr lang="en-GB" sz="800" spc="-10" dirty="0" err="1">
                <a:solidFill>
                  <a:srgbClr val="15487B"/>
                </a:solidFill>
                <a:latin typeface="Montserrat Light" pitchFamily="2" charset="77"/>
              </a:rPr>
              <a:t>eBanking</a:t>
            </a:r>
            <a:r>
              <a:rPr lang="en-GB" sz="800" spc="-10" dirty="0">
                <a:solidFill>
                  <a:srgbClr val="15487B"/>
                </a:solidFill>
                <a:latin typeface="Montserrat Light" pitchFamily="2" charset="77"/>
              </a:rPr>
              <a:t> (online transitions) - </a:t>
            </a:r>
            <a:r>
              <a:rPr lang="en-GB" sz="800" spc="-10" dirty="0" err="1">
                <a:solidFill>
                  <a:srgbClr val="15487B"/>
                </a:solidFill>
                <a:latin typeface="Montserrat Light" pitchFamily="2" charset="77"/>
              </a:rPr>
              <a:t>eAdmin</a:t>
            </a:r>
            <a:r>
              <a:rPr lang="en-GB" sz="800" spc="-10" dirty="0">
                <a:solidFill>
                  <a:srgbClr val="15487B"/>
                </a:solidFill>
                <a:latin typeface="Montserrat Light" pitchFamily="2" charset="77"/>
              </a:rPr>
              <a:t> (Security)</a:t>
            </a:r>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Eneco</a:t>
            </a:r>
            <a:endParaRPr lang="nl-BE" sz="12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08/2017 – 01/2018</a:t>
            </a:r>
            <a:r>
              <a:rPr lang="nl-NL" sz="800" dirty="0">
                <a:solidFill>
                  <a:srgbClr val="15487B"/>
                </a:solidFill>
                <a:latin typeface="Montserrat Light" pitchFamily="2" charset="77"/>
              </a:rPr>
              <a:t> | Junior MS BI Consultant</a:t>
            </a:r>
            <a:endParaRPr lang="nl-NL" sz="8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&amp; responsibilities</a:t>
            </a:r>
          </a:p>
          <a:p>
            <a:pPr lvl="0">
              <a:lnSpc>
                <a:spcPct val="115000"/>
              </a:lnSpc>
              <a:spcAft>
                <a:spcPts val="0"/>
              </a:spcAft>
              <a:buClrTx/>
              <a:defRPr/>
            </a:pPr>
            <a:r>
              <a:rPr lang="en-GB" sz="800" spc="-10" dirty="0">
                <a:solidFill>
                  <a:srgbClr val="15487B"/>
                </a:solidFill>
                <a:latin typeface="Montserrat Light" pitchFamily="2" charset="77"/>
              </a:rPr>
              <a:t>Supporting Eneco BI team with solving their customers' daily business problems. </a:t>
            </a:r>
          </a:p>
          <a:p>
            <a:pPr marR="234315" lvl="0">
              <a:spcAft>
                <a:spcPts val="0"/>
              </a:spcAft>
              <a:buClrTx/>
              <a:defRPr/>
            </a:pPr>
            <a:r>
              <a:rPr lang="en-GB" sz="800" spc="-10" dirty="0">
                <a:solidFill>
                  <a:srgbClr val="15487B"/>
                </a:solidFill>
                <a:latin typeface="Montserrat Light" pitchFamily="2" charset="77"/>
              </a:rPr>
              <a:t>Ensure the continuity and the stability of the service.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Write SQL queries to support business needs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adjust and test SSRS-Rapports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Test and adjust SSIS-Packages</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 SQL SERVER 2012/2013, Visual Studio 2010/2015, MSBI2010/2015: SSIS, SSRS</a:t>
            </a:r>
          </a:p>
          <a:p>
            <a:pPr lvl="0">
              <a:lnSpc>
                <a:spcPct val="115000"/>
              </a:lnSpc>
              <a:spcAft>
                <a:spcPts val="0"/>
              </a:spcAft>
              <a:buClrTx/>
              <a:defRPr/>
            </a:pPr>
            <a:endParaRPr lang="en-BE" sz="800" dirty="0"/>
          </a:p>
          <a:p>
            <a:pPr lvl="0">
              <a:lnSpc>
                <a:spcPct val="115000"/>
              </a:lnSpc>
              <a:spcAft>
                <a:spcPts val="0"/>
              </a:spcAft>
              <a:buClrTx/>
              <a:defRPr/>
            </a:pPr>
            <a:r>
              <a:rPr lang="nl-NL" sz="1200" b="1" dirty="0">
                <a:solidFill>
                  <a:srgbClr val="15487B"/>
                </a:solidFill>
              </a:rPr>
              <a:t>Avenade</a:t>
            </a:r>
            <a:endParaRPr lang="nl-BE" sz="12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07/2017 – 07/2017</a:t>
            </a:r>
            <a:r>
              <a:rPr lang="nl-NL" sz="800" dirty="0">
                <a:solidFill>
                  <a:srgbClr val="15487B"/>
                </a:solidFill>
                <a:latin typeface="Montserrat Light" pitchFamily="2" charset="77"/>
              </a:rPr>
              <a:t> | Trainee Microsoft BI Consultant</a:t>
            </a:r>
            <a:endParaRPr lang="nl-NL" sz="8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&amp; responsibilities</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Training and Certificates</a:t>
            </a:r>
          </a:p>
          <a:p>
            <a:pPr marR="234315" lvl="0">
              <a:spcAft>
                <a:spcPts val="0"/>
              </a:spcAft>
              <a:buClrTx/>
              <a:defRPr/>
            </a:pPr>
            <a:endParaRPr lang="en-GB"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 Microsoft BI: SSIS, SSAS, SSRS</a:t>
            </a:r>
            <a:endParaRPr lang="en-GB" sz="800" dirty="0"/>
          </a:p>
          <a:p>
            <a:pPr lvl="0">
              <a:lnSpc>
                <a:spcPct val="115000"/>
              </a:lnSpc>
              <a:spcAft>
                <a:spcPts val="0"/>
              </a:spcAft>
              <a:buClrTx/>
              <a:defRPr/>
            </a:pPr>
            <a:endParaRPr lang="en-BE" dirty="0">
              <a:solidFill>
                <a:srgbClr val="15487B"/>
              </a:solidFill>
            </a:endParaRPr>
          </a:p>
          <a:p>
            <a:pPr lvl="0">
              <a:lnSpc>
                <a:spcPct val="115000"/>
              </a:lnSpc>
              <a:spcAft>
                <a:spcPts val="0"/>
              </a:spcAft>
              <a:buClrTx/>
              <a:defRPr/>
            </a:pPr>
            <a:r>
              <a:rPr lang="nl-NL" sz="1200" b="1" dirty="0">
                <a:solidFill>
                  <a:srgbClr val="15487B"/>
                </a:solidFill>
              </a:rPr>
              <a:t>Zuid-Holland Provinciehuis</a:t>
            </a:r>
            <a:endParaRPr lang="nl-BE" sz="1200" dirty="0">
              <a:solidFill>
                <a:srgbClr val="15487B"/>
              </a:solidFill>
              <a:latin typeface="Montserrat Light" pitchFamily="2" charset="77"/>
            </a:endParaRPr>
          </a:p>
          <a:p>
            <a:pPr lvl="0">
              <a:lnSpc>
                <a:spcPct val="115000"/>
              </a:lnSpc>
              <a:spcAft>
                <a:spcPts val="0"/>
              </a:spcAft>
              <a:buClrTx/>
              <a:defRPr/>
            </a:pPr>
            <a:r>
              <a:rPr lang="nl-BE" sz="800" dirty="0">
                <a:solidFill>
                  <a:srgbClr val="15487B"/>
                </a:solidFill>
                <a:latin typeface="Montserrat Light" pitchFamily="2" charset="77"/>
              </a:rPr>
              <a:t>06/2016 – 06/2017</a:t>
            </a:r>
            <a:r>
              <a:rPr lang="nl-NL" sz="800" dirty="0">
                <a:solidFill>
                  <a:srgbClr val="15487B"/>
                </a:solidFill>
                <a:latin typeface="Montserrat Light" pitchFamily="2" charset="77"/>
              </a:rPr>
              <a:t> | Junior Microsoft BI Developer</a:t>
            </a:r>
            <a:endParaRPr lang="nl-NL" sz="8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&amp; responsibilities</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and manage the </a:t>
            </a:r>
            <a:r>
              <a:rPr lang="en-GB" sz="800" spc="-10" dirty="0" err="1">
                <a:solidFill>
                  <a:srgbClr val="15487B"/>
                </a:solidFill>
                <a:latin typeface="Montserrat Light" pitchFamily="2" charset="77"/>
              </a:rPr>
              <a:t>Datamarts</a:t>
            </a:r>
            <a:r>
              <a:rPr lang="en-GB" sz="800" spc="-10" dirty="0">
                <a:solidFill>
                  <a:srgbClr val="15487B"/>
                </a:solidFill>
                <a:latin typeface="Montserrat Light" pitchFamily="2" charset="77"/>
              </a:rPr>
              <a:t>, cubes and Reports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Manage the Data Warehouses, Back-up and Restore-Test activities from databases and Transaction Log-Files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Building reports for senior management</a:t>
            </a:r>
          </a:p>
          <a:p>
            <a:pPr marR="234315" lvl="0">
              <a:spcAft>
                <a:spcPts val="0"/>
              </a:spcAft>
              <a:buClrTx/>
              <a:defRPr/>
            </a:pPr>
            <a:endParaRPr lang="en-GB"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pitchFamily="2" charset="77"/>
              </a:rPr>
              <a:t> Microsoft SSIS; SSAS; SSRS, OLAP Cubes, Power BI, Excel, Power View, Pivot</a:t>
            </a:r>
          </a:p>
          <a:p>
            <a:endParaRPr lang="en-BE" b="1" dirty="0"/>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a:lstStyle/>
          <a:p>
            <a:pPr lvl="0">
              <a:lnSpc>
                <a:spcPct val="115000"/>
              </a:lnSpc>
              <a:spcAft>
                <a:spcPts val="0"/>
              </a:spcAft>
              <a:buClrTx/>
              <a:defRPr/>
            </a:pPr>
            <a:r>
              <a:rPr lang="nl-NL" sz="1400" b="1" dirty="0">
                <a:solidFill>
                  <a:srgbClr val="15487B"/>
                </a:solidFill>
              </a:rPr>
              <a:t>Gemeente Den Haag</a:t>
            </a:r>
            <a:endParaRPr lang="nl-BE" dirty="0">
              <a:solidFill>
                <a:srgbClr val="15487B"/>
              </a:solidFill>
              <a:latin typeface="Montserrat Light" pitchFamily="2" charset="77"/>
            </a:endParaRPr>
          </a:p>
          <a:p>
            <a:pPr lvl="0">
              <a:lnSpc>
                <a:spcPct val="115000"/>
              </a:lnSpc>
              <a:spcAft>
                <a:spcPts val="0"/>
              </a:spcAft>
              <a:buClrTx/>
              <a:defRPr/>
            </a:pPr>
            <a:r>
              <a:rPr lang="nl-BE" dirty="0">
                <a:solidFill>
                  <a:srgbClr val="15487B"/>
                </a:solidFill>
                <a:latin typeface="Montserrat Light" pitchFamily="2" charset="77"/>
              </a:rPr>
              <a:t>09/2015 – 09/2015</a:t>
            </a:r>
            <a:r>
              <a:rPr lang="nl-NL" dirty="0">
                <a:solidFill>
                  <a:srgbClr val="15487B"/>
                </a:solidFill>
                <a:latin typeface="Montserrat Light" pitchFamily="2" charset="77"/>
              </a:rPr>
              <a:t> | Data Specialist / Student Job</a:t>
            </a:r>
            <a:endParaRPr lang="nl-NL" sz="1400" b="1" dirty="0">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b="1" dirty="0">
                <a:solidFill>
                  <a:srgbClr val="15487B"/>
                </a:solidFill>
              </a:rPr>
              <a:t>Project &amp; responsibilities</a:t>
            </a:r>
            <a:endParaRPr lang="en-GB"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pc="-10" dirty="0">
                <a:solidFill>
                  <a:srgbClr val="15487B"/>
                </a:solidFill>
                <a:latin typeface="Montserrat Light" pitchFamily="2" charset="77"/>
              </a:rPr>
              <a:t>Build management reports and handle query requests</a:t>
            </a:r>
          </a:p>
          <a:p>
            <a:pPr marL="177800" marR="234315" lvl="0" indent="-177800">
              <a:spcAft>
                <a:spcPts val="0"/>
              </a:spcAft>
              <a:buClrTx/>
              <a:buFont typeface="Arial" panose="020B0604020202020204" pitchFamily="34" charset="0"/>
              <a:buChar char="•"/>
              <a:defRPr/>
            </a:pPr>
            <a:r>
              <a:rPr lang="en-GB" spc="-10" dirty="0">
                <a:solidFill>
                  <a:srgbClr val="15487B"/>
                </a:solidFill>
                <a:latin typeface="Montserrat Light" pitchFamily="2" charset="77"/>
              </a:rPr>
              <a:t>Develop and manage data warehouse (Datamart)</a:t>
            </a:r>
          </a:p>
          <a:p>
            <a:pPr marL="177800" marR="234315" lvl="0" indent="-177800">
              <a:spcAft>
                <a:spcPts val="0"/>
              </a:spcAft>
              <a:buClrTx/>
              <a:buFont typeface="Arial" panose="020B0604020202020204" pitchFamily="34" charset="0"/>
              <a:buChar char="•"/>
              <a:defRPr/>
            </a:pPr>
            <a:r>
              <a:rPr lang="en-GB" spc="-10" dirty="0">
                <a:solidFill>
                  <a:srgbClr val="15487B"/>
                </a:solidFill>
                <a:latin typeface="Montserrat Light" pitchFamily="2" charset="77"/>
              </a:rPr>
              <a:t>Document visualization techniques</a:t>
            </a:r>
          </a:p>
          <a:p>
            <a:pPr marR="234315" lvl="0">
              <a:spcAft>
                <a:spcPts val="0"/>
              </a:spcAft>
              <a:buClrTx/>
              <a:defRPr/>
            </a:pPr>
            <a:endParaRPr lang="en-GB" spc="-10" dirty="0">
              <a:solidFill>
                <a:srgbClr val="15487B"/>
              </a:solidFill>
              <a:latin typeface="Montserrat Light" pitchFamily="2" charset="77"/>
            </a:endParaRPr>
          </a:p>
          <a:p>
            <a:pPr marR="234315" lvl="0">
              <a:spcAft>
                <a:spcPts val="0"/>
              </a:spcAft>
              <a:buClrTx/>
              <a:defRPr/>
            </a:pPr>
            <a:r>
              <a:rPr lang="nl-NL" b="1" dirty="0">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pc="-10" dirty="0">
                <a:solidFill>
                  <a:srgbClr val="15487B"/>
                </a:solidFill>
                <a:latin typeface="Montserrat Light" pitchFamily="2" charset="77"/>
              </a:rPr>
              <a:t>Cognos Report Studio</a:t>
            </a:r>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7432B92-A96D-E313-EB12-528DFA474A85}"/>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extLst>
      <p:ext uri="{BB962C8B-B14F-4D97-AF65-F5344CB8AC3E}">
        <p14:creationId xmlns:p14="http://schemas.microsoft.com/office/powerpoint/2010/main" val="2752481418"/>
      </p:ext>
    </p:extLst>
  </p:cSld>
  <p:clrMapOvr>
    <a:masterClrMapping/>
  </p:clrMapOvr>
</p:sld>
</file>

<file path=ppt/theme/theme1.xml><?xml version="1.0" encoding="utf-8"?>
<a:theme xmlns:a="http://schemas.openxmlformats.org/drawingml/2006/main" name="Laco master">
  <a:themeElements>
    <a:clrScheme name="LACO 012025">
      <a:dk1>
        <a:srgbClr val="000000"/>
      </a:dk1>
      <a:lt1>
        <a:srgbClr val="FFFFFF"/>
      </a:lt1>
      <a:dk2>
        <a:srgbClr val="15487B"/>
      </a:dk2>
      <a:lt2>
        <a:srgbClr val="E7E6E6"/>
      </a:lt2>
      <a:accent1>
        <a:srgbClr val="16BECF"/>
      </a:accent1>
      <a:accent2>
        <a:srgbClr val="CEE07C"/>
      </a:accent2>
      <a:accent3>
        <a:srgbClr val="616BB1"/>
      </a:accent3>
      <a:accent4>
        <a:srgbClr val="FBAB18"/>
      </a:accent4>
      <a:accent5>
        <a:srgbClr val="A55179"/>
      </a:accent5>
      <a:accent6>
        <a:srgbClr val="00A959"/>
      </a:accent6>
      <a:hlink>
        <a:srgbClr val="D0F179"/>
      </a:hlink>
      <a:folHlink>
        <a:srgbClr val="CEE07C"/>
      </a:folHlink>
    </a:clrScheme>
    <a:fontScheme name="LACO 01 2025">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0" tIns="0" rIns="0" bIns="0" rtlCol="0" anchor="ctr"/>
      <a:lstStyle>
        <a:defPPr algn="ctr">
          <a:defRPr dirty="0">
            <a:solidFill>
              <a:schemeClr val="bg1"/>
            </a:solidFill>
            <a:latin typeface="Montserrat" pitchFamily="2" charset="7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R="0" algn="l" defTabSz="914400" rtl="0" eaLnBrk="1" fontAlgn="auto" latinLnBrk="0" hangingPunct="1">
          <a:lnSpc>
            <a:spcPct val="100000"/>
          </a:lnSpc>
          <a:spcBef>
            <a:spcPts val="0"/>
          </a:spcBef>
          <a:spcAft>
            <a:spcPts val="0"/>
          </a:spcAft>
          <a:buClr>
            <a:schemeClr val="accent1"/>
          </a:buClr>
          <a:buSzTx/>
          <a:tabLst/>
          <a:defRPr sz="1400" dirty="0" smtClean="0">
            <a:solidFill>
              <a:schemeClr val="tx2"/>
            </a:solidFill>
            <a:latin typeface="Montserrat" pitchFamily="2" charset="77"/>
          </a:defRPr>
        </a:defPPr>
      </a:lstStyle>
    </a:txDef>
  </a:objectDefaults>
  <a:extraClrSchemeLst/>
  <a:extLst>
    <a:ext uri="{05A4C25C-085E-4340-85A3-A5531E510DB2}">
      <thm15:themeFamily xmlns:thm15="http://schemas.microsoft.com/office/thememl/2012/main" name="Presentation3" id="{E7078764-5237-F944-9D5F-097C6F4BFF80}" vid="{0B7504D5-0FEC-2049-ABA8-FF9F82BC9C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312A84-6756-9849-9DB7-7277DED02940}">
  <we:reference id="wa200000729" version="3.19.222.0" store="en-GB"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4c970f2-d530-4edb-a2bf-d9a7ed77f46b">
      <Terms xmlns="http://schemas.microsoft.com/office/infopath/2007/PartnerControls"/>
    </lcf76f155ced4ddcb4097134ff3c332f>
    <TaxCatchAll xmlns="3df8851e-f86e-42e6-bacc-3a38242324da" xsi:nil="true"/>
    <StatuteEmployee xmlns="3df8851e-f86e-42e6-bacc-3a38242324da">Unknown</StatuteEmployee>
    <Technology xmlns="3df8851e-f86e-42e6-bacc-3a38242324da">
      <Value>?</Value>
    </Technology>
    <ContentOwner xmlns="3df8851e-f86e-42e6-bacc-3a38242324da"/>
    <LanguageCV xmlns="3df8851e-f86e-42e6-bacc-3a38242324da" xsi:nil="true"/>
    <Market xmlns="3df8851e-f86e-42e6-bacc-3a38242324da">
      <Value>?</Value>
    </Market>
    <ContentDate xmlns="3df8851e-f86e-42e6-bacc-3a38242324da">2025-11-14T11:38:57+00:00</ContentDate>
    <Process xmlns="3df8851e-f86e-42e6-bacc-3a38242324da">
      <Value>?</Value>
    </Process>
    <StatusCV xmlns="3df8851e-f86e-42e6-bacc-3a38242324da">Active Employee</StatusCV>
    <RoleEmployee xmlns="3df8851e-f86e-42e6-bacc-3a38242324da">
      <Value>?</Value>
    </RoleEmployee>
  </documentManagement>
</p:properties>
</file>

<file path=customXml/item3.xml><?xml version="1.0" encoding="utf-8"?>
<ct:contentTypeSchema xmlns:ct="http://schemas.microsoft.com/office/2006/metadata/contentType" xmlns:ma="http://schemas.microsoft.com/office/2006/metadata/properties/metaAttributes" ct:_="" ma:_="" ma:contentTypeName="CV Other" ma:contentTypeID="0x01010024B13DA1AACBA4498FC0EAB67EF909E30101020400A23F2409401AC74D929ADA0948DBF3D7" ma:contentTypeVersion="58" ma:contentTypeDescription="" ma:contentTypeScope="" ma:versionID="e4f7ba8a9fb43a93c378baccb48e8567">
  <xsd:schema xmlns:xsd="http://www.w3.org/2001/XMLSchema" xmlns:xs="http://www.w3.org/2001/XMLSchema" xmlns:p="http://schemas.microsoft.com/office/2006/metadata/properties" xmlns:ns2="3df8851e-f86e-42e6-bacc-3a38242324da" xmlns:ns3="14c970f2-d530-4edb-a2bf-d9a7ed77f46b" targetNamespace="http://schemas.microsoft.com/office/2006/metadata/properties" ma:root="true" ma:fieldsID="9f38d5906ff9654778f644840283d468" ns2:_="" ns3:_="">
    <xsd:import namespace="3df8851e-f86e-42e6-bacc-3a38242324da"/>
    <xsd:import namespace="14c970f2-d530-4edb-a2bf-d9a7ed77f46b"/>
    <xsd:element name="properties">
      <xsd:complexType>
        <xsd:sequence>
          <xsd:element name="documentManagement">
            <xsd:complexType>
              <xsd:all>
                <xsd:element ref="ns2:ContentOwner"/>
                <xsd:element ref="ns2:ContentDate" minOccurs="0"/>
                <xsd:element ref="ns2:Market" minOccurs="0"/>
                <xsd:element ref="ns2:Process" minOccurs="0"/>
                <xsd:element ref="ns2:Technology" minOccurs="0"/>
                <xsd:element ref="ns2:StatusCV"/>
                <xsd:element ref="ns2:StatuteEmployee"/>
                <xsd:element ref="ns2:RoleEmployee" minOccurs="0"/>
                <xsd:element ref="ns2:SharedWithUsers" minOccurs="0"/>
                <xsd:element ref="ns2:SharingHintHash" minOccurs="0"/>
                <xsd:element ref="ns2:SharedWithDetails" minOccurs="0"/>
                <xsd:element ref="ns3:MediaServiceMetadata" minOccurs="0"/>
                <xsd:element ref="ns3:MediaServiceFastMetadata" minOccurs="0"/>
                <xsd:element ref="ns3:MediaServiceEventHashCode" minOccurs="0"/>
                <xsd:element ref="ns3:MediaServiceGenerationTime" minOccurs="0"/>
                <xsd:element ref="ns3:MediaServiceAutoKeyPoints" minOccurs="0"/>
                <xsd:element ref="ns3:MediaServiceKeyPoints" minOccurs="0"/>
                <xsd:element ref="ns2:LanguageCV"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8851e-f86e-42e6-bacc-3a38242324da" elementFormDefault="qualified">
    <xsd:import namespace="http://schemas.microsoft.com/office/2006/documentManagement/types"/>
    <xsd:import namespace="http://schemas.microsoft.com/office/infopath/2007/PartnerControls"/>
    <xsd:element name="ContentOwner" ma:index="2" ma:displayName="ContentOwner" ma:format="Dropdown" ma:internalName="ContentOwner" ma:readOnly="false">
      <xsd:simpleType>
        <xsd:restriction base="dms:Choice">
          <xsd:enumeration value="Administrative Department"/>
          <xsd:enumeration value="Competence Management"/>
          <xsd:enumeration value="Consultants/Communities"/>
          <xsd:enumeration value="Education"/>
          <xsd:enumeration value="Management"/>
          <xsd:enumeration value="Marketing"/>
          <xsd:enumeration value="Recruitment"/>
          <xsd:enumeration value="Sales"/>
          <xsd:enumeration value="Sales Support"/>
          <xsd:enumeration value="Service Delivery"/>
        </xsd:restriction>
      </xsd:simpleType>
    </xsd:element>
    <xsd:element name="ContentDate" ma:index="3" nillable="true" ma:displayName="ContentDate" ma:default="[today]" ma:format="DateOnly" ma:internalName="ContentDate">
      <xsd:simpleType>
        <xsd:restriction base="dms:DateTime"/>
      </xsd:simpleType>
    </xsd:element>
    <xsd:element name="Market" ma:index="10" nillable="true" ma:displayName="Market" ma:default="?" ma:internalName="Market" ma:readOnly="false">
      <xsd:complexType>
        <xsd:complexContent>
          <xsd:extension base="dms:MultiChoice">
            <xsd:sequence>
              <xsd:element name="Value" maxOccurs="unbounded" minOccurs="0" nillable="true">
                <xsd:simpleType>
                  <xsd:restriction base="dms:Choice">
                    <xsd:enumeration value="?"/>
                    <xsd:enumeration value="Bank &amp; Insurance"/>
                    <xsd:enumeration value="Healthcare"/>
                    <xsd:enumeration value="Manufacturing"/>
                    <xsd:enumeration value="Pharma &amp; Chemistry"/>
                    <xsd:enumeration value="Public"/>
                    <xsd:enumeration value="Retail &amp; Distribution"/>
                    <xsd:enumeration value="Telecom"/>
                    <xsd:enumeration value="Utilities"/>
                    <xsd:enumeration value="Other"/>
                    <xsd:enumeration value="Not Applicable"/>
                  </xsd:restriction>
                </xsd:simpleType>
              </xsd:element>
            </xsd:sequence>
          </xsd:extension>
        </xsd:complexContent>
      </xsd:complexType>
    </xsd:element>
    <xsd:element name="Process" ma:index="11" nillable="true" ma:displayName="Process" ma:default="?" ma:internalName="Process" ma:readOnly="false">
      <xsd:complexType>
        <xsd:complexContent>
          <xsd:extension base="dms:MultiChoice">
            <xsd:sequence>
              <xsd:element name="Value" maxOccurs="unbounded" minOccurs="0" nillable="true">
                <xsd:simpleType>
                  <xsd:restriction base="dms:Choice">
                    <xsd:enumeration value="?"/>
                    <xsd:enumeration value="Analytics"/>
                    <xsd:enumeration value="Application Development"/>
                    <xsd:enumeration value="Data Management"/>
                    <xsd:enumeration value="Data Mining"/>
                    <xsd:enumeration value="ETL"/>
                    <xsd:enumeration value="IT Service Management"/>
                    <xsd:enumeration value="Mobile BI"/>
                    <xsd:enumeration value="Database Modeling"/>
                    <xsd:enumeration value="OLAP"/>
                    <xsd:enumeration value="Project Management"/>
                    <xsd:enumeration value="Reporting"/>
                    <xsd:enumeration value="Testing"/>
                    <xsd:enumeration value="Other"/>
                    <xsd:enumeration value="Not Applicable"/>
                  </xsd:restriction>
                </xsd:simpleType>
              </xsd:element>
            </xsd:sequence>
          </xsd:extension>
        </xsd:complexContent>
      </xsd:complexType>
    </xsd:element>
    <xsd:element name="Technology" ma:index="12" nillable="true" ma:displayName="Technology" ma:default="?" ma:internalName="Technology" ma:readOnly="false">
      <xsd:complexType>
        <xsd:complexContent>
          <xsd:extension base="dms:MultiChoice">
            <xsd:sequence>
              <xsd:element name="Value" maxOccurs="unbounded" minOccurs="0" nillable="true">
                <xsd:simpleType>
                  <xsd:restriction base="dms:Choice">
                    <xsd:enumeration value="?"/>
                    <xsd:enumeration value="APEX"/>
                    <xsd:enumeration value="Informatica"/>
                    <xsd:enumeration value="IBM Cognos"/>
                    <xsd:enumeration value="IBM InfoSphere/DataStage"/>
                    <xsd:enumeration value="JAVA"/>
                    <xsd:enumeration value="Mainframe"/>
                    <xsd:enumeration value="Microsoft BI"/>
                    <xsd:enumeration value="Microstrategy"/>
                    <xsd:enumeration value="Netezza"/>
                    <xsd:enumeration value="Office365"/>
                    <xsd:enumeration value="Oracle"/>
                    <xsd:enumeration value="Oracle BI"/>
                    <xsd:enumeration value="Pentaho"/>
                    <xsd:enumeration value="Roambi"/>
                    <xsd:enumeration value="SAP BO"/>
                    <xsd:enumeration value="SAP BW"/>
                    <xsd:enumeration value="SAS"/>
                    <xsd:enumeration value="Other"/>
                    <xsd:enumeration value="Not Applicable"/>
                  </xsd:restriction>
                </xsd:simpleType>
              </xsd:element>
            </xsd:sequence>
          </xsd:extension>
        </xsd:complexContent>
      </xsd:complexType>
    </xsd:element>
    <xsd:element name="StatusCV" ma:index="13" ma:displayName="Recruitment Status" ma:default="Active Employee" ma:format="Dropdown" ma:internalName="StatusCV">
      <xsd:simpleType>
        <xsd:restriction base="dms:Choice">
          <xsd:enumeration value="Active Employee"/>
          <xsd:enumeration value="Template 2019"/>
          <xsd:enumeration value="Former Employee"/>
          <xsd:enumeration value="Applicant"/>
          <xsd:enumeration value="Candidat"/>
          <xsd:enumeration value="Blacklist"/>
        </xsd:restriction>
      </xsd:simpleType>
    </xsd:element>
    <xsd:element name="StatuteEmployee" ma:index="14" ma:displayName="Employment Type" ma:default="Unknown" ma:format="Dropdown" ma:internalName="StatuteEmployee">
      <xsd:simpleType>
        <xsd:restriction base="dms:Choice">
          <xsd:enumeration value="Unknown"/>
          <xsd:enumeration value="Employee"/>
          <xsd:enumeration value="Freelancer"/>
          <xsd:enumeration value="External"/>
        </xsd:restriction>
      </xsd:simpleType>
    </xsd:element>
    <xsd:element name="RoleEmployee" ma:index="15" nillable="true" ma:displayName="Role" ma:default="?" ma:internalName="RoleEmployee">
      <xsd:complexType>
        <xsd:complexContent>
          <xsd:extension base="dms:MultiChoice">
            <xsd:sequence>
              <xsd:element name="Value" maxOccurs="unbounded" minOccurs="0" nillable="true">
                <xsd:simpleType>
                  <xsd:restriction base="dms:Choice">
                    <xsd:enumeration value="?"/>
                    <xsd:enumeration value="Architect"/>
                    <xsd:enumeration value="Business Analyst"/>
                    <xsd:enumeration value="Functional Analyst"/>
                    <xsd:enumeration value="Analyst Programmer"/>
                    <xsd:enumeration value="DBA"/>
                    <xsd:enumeration value="Trainer/Coach"/>
                    <xsd:enumeration value="Methodologist"/>
                    <xsd:enumeration value="Presales"/>
                    <xsd:enumeration value="Program Manager"/>
                    <xsd:enumeration value="Project Manager"/>
                    <xsd:enumeration value="Service Delivery"/>
                    <xsd:enumeration value="Support/Helpdesk"/>
                    <xsd:enumeration value="Team Leader"/>
                    <xsd:enumeration value="Tester"/>
                    <xsd:enumeration value="Web Developer"/>
                  </xsd:restriction>
                </xsd:simpleType>
              </xsd:element>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7" nillable="true" ma:displayName="Sharing Hint Hash" ma:internalName="SharingHintHash" ma:readOnly="true">
      <xsd:simpleType>
        <xsd:restriction base="dms:Text"/>
      </xsd:simpleType>
    </xsd:element>
    <xsd:element name="SharedWithDetails" ma:index="18" nillable="true" ma:displayName="Shared With Details" ma:description="" ma:internalName="SharedWithDetails" ma:readOnly="true">
      <xsd:simpleType>
        <xsd:restriction base="dms:Note">
          <xsd:maxLength value="255"/>
        </xsd:restriction>
      </xsd:simpleType>
    </xsd:element>
    <xsd:element name="LanguageCV" ma:index="25" nillable="true" ma:displayName="LanguageCV" ma:format="Dropdown" ma:internalName="LanguageCV">
      <xsd:simpleType>
        <xsd:restriction base="dms:Choice">
          <xsd:enumeration value="NL"/>
          <xsd:enumeration value="FR"/>
          <xsd:enumeration value="EN"/>
        </xsd:restriction>
      </xsd:simpleType>
    </xsd:element>
    <xsd:element name="TaxCatchAll" ma:index="30" nillable="true" ma:displayName="Taxonomy Catch All Column" ma:hidden="true" ma:list="{e00368ee-2f6d-4a3e-b6d1-7bf989ddbad3}" ma:internalName="TaxCatchAll" ma:showField="CatchAllData" ma:web="3df8851e-f86e-42e6-bacc-3a38242324d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4c970f2-d530-4edb-a2bf-d9a7ed77f46b" elementFormDefault="qualified">
    <xsd:import namespace="http://schemas.microsoft.com/office/2006/documentManagement/types"/>
    <xsd:import namespace="http://schemas.microsoft.com/office/infopath/2007/PartnerControls"/>
    <xsd:element name="MediaServiceMetadata" ma:index="19" nillable="true" ma:displayName="MediaServiceMetadata" ma:description="" ma:hidden="true" ma:internalName="MediaServiceMetadata" ma:readOnly="true">
      <xsd:simpleType>
        <xsd:restriction base="dms:Note"/>
      </xsd:simpleType>
    </xsd:element>
    <xsd:element name="MediaServiceFastMetadata" ma:index="20" nillable="true" ma:displayName="MediaServiceFastMetadata" ma:description="" ma:hidden="true" ma:internalName="MediaServiceFastMetadata" ma:readOnly="true">
      <xsd:simpleType>
        <xsd:restriction base="dms:Note"/>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8117a089-da5e-4e04-820b-59104b6e5d11" ma:termSetId="09814cd3-568e-fe90-9814-8d621ff8fb84" ma:anchorId="fba54fb3-c3e1-fe81-a776-ca4b69148c4d" ma:open="true" ma:isKeyword="false">
      <xsd:complexType>
        <xsd:sequence>
          <xsd:element ref="pc:Terms" minOccurs="0" maxOccurs="1"/>
        </xsd:sequence>
      </xsd:complexType>
    </xsd:element>
    <xsd:element name="MediaServiceDateTaken" ma:index="31" nillable="true" ma:displayName="MediaServiceDateTaken" ma:hidden="true" ma:indexed="true" ma:internalName="MediaServiceDateTaken" ma:readOnly="true">
      <xsd:simpleType>
        <xsd:restriction base="dms:Text"/>
      </xsd:simpleType>
    </xsd:element>
    <xsd:element name="MediaServiceOCR" ma:index="3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92CB85-BECA-483F-84EE-9725206F731F}">
  <ds:schemaRefs>
    <ds:schemaRef ds:uri="http://schemas.microsoft.com/sharepoint/v3/contenttype/forms"/>
  </ds:schemaRefs>
</ds:datastoreItem>
</file>

<file path=customXml/itemProps2.xml><?xml version="1.0" encoding="utf-8"?>
<ds:datastoreItem xmlns:ds="http://schemas.openxmlformats.org/officeDocument/2006/customXml" ds:itemID="{A9B76CEF-A038-4B61-A24E-FF3648CE6F51}">
  <ds:schemaRefs>
    <ds:schemaRef ds:uri="http://www.w3.org/XML/1998/namespace"/>
    <ds:schemaRef ds:uri="http://purl.org/dc/elements/1.1/"/>
    <ds:schemaRef ds:uri="http://schemas.microsoft.com/office/2006/metadata/properties"/>
    <ds:schemaRef ds:uri="600a7a98-4f0a-4b33-9836-31997d223ee1"/>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d2c3df29-7361-4daf-adf3-5ce298dcb979"/>
    <ds:schemaRef ds:uri="http://purl.org/dc/terms/"/>
    <ds:schemaRef ds:uri="c10a5c12-352b-4e54-a4d6-d02a17981c22"/>
    <ds:schemaRef ds:uri="66b61ca8-0ca6-43af-a82e-2c1f0f235258"/>
    <ds:schemaRef ds:uri="14c970f2-d530-4edb-a2bf-d9a7ed77f46b"/>
    <ds:schemaRef ds:uri="3df8851e-f86e-42e6-bacc-3a38242324da"/>
  </ds:schemaRefs>
</ds:datastoreItem>
</file>

<file path=customXml/itemProps3.xml><?xml version="1.0" encoding="utf-8"?>
<ds:datastoreItem xmlns:ds="http://schemas.openxmlformats.org/officeDocument/2006/customXml" ds:itemID="{6FA054DD-61DD-483E-AE51-6924532002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f8851e-f86e-42e6-bacc-3a38242324da"/>
    <ds:schemaRef ds:uri="14c970f2-d530-4edb-a2bf-d9a7ed77f4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LACO_cv template_without_picture_v8_final_empty</Template>
  <TotalTime>328</TotalTime>
  <Words>2509</Words>
  <Application>Microsoft Office PowerPoint</Application>
  <PresentationFormat>Widescreen</PresentationFormat>
  <Paragraphs>356</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Calibri</vt:lpstr>
      <vt:lpstr>Arial</vt:lpstr>
      <vt:lpstr>Montserrat SemiBold</vt:lpstr>
      <vt:lpstr>Wingdings</vt:lpstr>
      <vt:lpstr>Montserrat ExtraBold</vt:lpstr>
      <vt:lpstr>Montserrat</vt:lpstr>
      <vt:lpstr>Segoe UI</vt:lpstr>
      <vt:lpstr>Montserrat Black</vt:lpstr>
      <vt:lpstr>Montserrat Light</vt:lpstr>
      <vt:lpstr>Laco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Tulsyan Shikha</dc:creator>
  <cp:keywords/>
  <dc:description/>
  <cp:lastModifiedBy>Oumar Coulibaly - external</cp:lastModifiedBy>
  <cp:revision>32</cp:revision>
  <dcterms:created xsi:type="dcterms:W3CDTF">2025-08-20T06:56:05Z</dcterms:created>
  <dcterms:modified xsi:type="dcterms:W3CDTF">2025-11-20T10:44:34Z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0x01010024B13DA1AACBA4498FC0EAB67EF909E30101020400A23F2409401AC74D929ADA0948DBF3D7</vt:lpwstr>
  </property>
  <property fmtid="{D5CDD505-2E9C-101B-9397-08002B2CF9AE}" pid="3" name="MediaServiceImageTags">
    <vt:lpwstr/>
  </property>
  <property fmtid="{D5CDD505-2E9C-101B-9397-08002B2CF9AE}" pid="4" name="MSIP_Label_a1113265-c559-4850-9a4d-5c092dbd21ac_Enabled">
    <vt:lpwstr>true</vt:lpwstr>
  </property>
  <property fmtid="{D5CDD505-2E9C-101B-9397-08002B2CF9AE}" pid="5" name="MSIP_Label_a1113265-c559-4850-9a4d-5c092dbd21ac_SetDate">
    <vt:lpwstr>2025-11-18T10:01:16Z</vt:lpwstr>
  </property>
  <property fmtid="{D5CDD505-2E9C-101B-9397-08002B2CF9AE}" pid="6" name="MSIP_Label_a1113265-c559-4850-9a4d-5c092dbd21ac_Method">
    <vt:lpwstr>Standard</vt:lpwstr>
  </property>
  <property fmtid="{D5CDD505-2E9C-101B-9397-08002B2CF9AE}" pid="7" name="MSIP_Label_a1113265-c559-4850-9a4d-5c092dbd21ac_Name">
    <vt:lpwstr>Internal Use</vt:lpwstr>
  </property>
  <property fmtid="{D5CDD505-2E9C-101B-9397-08002B2CF9AE}" pid="8" name="MSIP_Label_a1113265-c559-4850-9a4d-5c092dbd21ac_SiteId">
    <vt:lpwstr>a6b169f1-592b-4329-8f33-8db8903003c7</vt:lpwstr>
  </property>
  <property fmtid="{D5CDD505-2E9C-101B-9397-08002B2CF9AE}" pid="9" name="MSIP_Label_a1113265-c559-4850-9a4d-5c092dbd21ac_ActionId">
    <vt:lpwstr>3e6d6745-d02c-43b1-8024-a6cfe983152b</vt:lpwstr>
  </property>
  <property fmtid="{D5CDD505-2E9C-101B-9397-08002B2CF9AE}" pid="10" name="MSIP_Label_a1113265-c559-4850-9a4d-5c092dbd21ac_ContentBits">
    <vt:lpwstr>0</vt:lpwstr>
  </property>
  <property fmtid="{D5CDD505-2E9C-101B-9397-08002B2CF9AE}" pid="11" name="MSIP_Label_a1113265-c559-4850-9a4d-5c092dbd21ac_Tag">
    <vt:lpwstr>10, 3, 0, 1</vt:lpwstr>
  </property>
</Properties>
</file>