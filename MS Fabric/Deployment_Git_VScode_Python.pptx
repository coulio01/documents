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15D2-D850-5743-B602-309F8ABF0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6022C-7474-C985-F38D-8F7270B0F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A2F21-1998-2F41-260C-CC21A366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F2D95-647B-9197-48D5-3DCA2D78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ECC99-64A2-AF75-00B9-911B8A82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8011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43C8-DF41-0478-7848-ED286A52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90AF-0022-AC20-8937-E4652ED36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6FCE4-9CBF-23D2-A0A2-738B3749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F63EA-B905-A5FC-50EA-3D206B8F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385FE-D7F2-F81E-D6D4-D0E6C198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765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3CD1-F447-BC8E-F34E-1DC5BA12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BC9A2-DBCD-ADF0-5B63-2131F6826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2FAC1-BE4C-6027-60E3-ED03A799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0FBC4-9B15-1F97-9E21-B5A86535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73C2-0F77-B9A5-AA5B-0A2091C3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82447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D4CA-4006-2E0D-19BB-1663D4CD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3DAF-78E5-C1A6-7A2A-37676A6C0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DA76A-A9BB-C6DA-DD8C-50722585C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03D5E-6CE0-D147-8FD3-5B4EF676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996E0-53EE-1CED-6ECF-4876C558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FBCDE-8AED-E82A-846F-02E695BB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6069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B9E9-66DB-13A7-F10F-96D63C07E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2E565-CB95-D8F8-1637-E0BF7E2A2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8DAF6-5E66-0849-0AB8-E25E6132A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60164-6AC6-BB0B-27B5-063EEA733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38A09-351B-A74E-44C9-48B51496F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592F73-45DB-46F5-087F-EB827523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506E9-2122-7483-671E-67E69903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8BCCC4-CB30-1A82-FA98-46280588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067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B6CA-DC5E-880F-75E1-8056BCCF8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01E967-473C-7016-6583-DC8E5F6C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8AFA0-34EB-D62B-8FD2-26CCA282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DA68F-2278-062B-82D0-BC51A384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832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F3702-346F-AACD-B02B-3EB04553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E35EBD-9466-53FB-1EDF-F14DA775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75A4C-A58A-8896-5ED3-121D955E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940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46D4A-7228-CA6F-AAEB-334D94AD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9323E-585B-E1CC-AD8C-13A0F146C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EE518-AEDC-9232-7163-4D14DAD2E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7B173-3B51-AE1A-6AA7-683AA3D4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B611A-C786-1C03-52D4-7C4F1DBB0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FF3A8-7467-00DF-46FB-75E551B2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1023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16A6-9D8D-80F5-CDED-D23F3E81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8DDC1-AA09-0015-4625-AF31AD56FE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72A88-9846-8C00-8304-8ED8BC813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CA404-0A8B-B4F4-8144-A03022EF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34427-01C4-8FF4-95D5-AFDFD504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E7DF5-9DBD-EB0A-D26D-90009B9A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2068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36D-8059-2BB2-FF3A-A29AEBA8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4EA99-78B7-C9C8-29C3-4A77CFBC8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08511-555D-3DFC-F42C-9CAB88A9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1D3F5-E5DE-77C6-B229-6A4B8FDA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9629B-219D-1B2F-B16C-C87B56222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0423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C07B11-A827-EF1F-EFB4-249F60550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7757D-2F6A-18AA-8471-B28CC3A68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5BB24-60A1-1C4A-6C4C-77FEC241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FA380-99E8-47EA-8855-BF60CDC3F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51E87-0614-3626-0367-8737D22E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9585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575E4-1E4A-D2B7-9539-DDBCC7451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08F56-4AAE-5467-5DB7-ADFC09E12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A1114-60A6-ED77-9A3A-FB3918178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6B8BC-BED1-4061-81B5-164424D0D7E5}" type="datetimeFigureOut">
              <a:rPr lang="en-BE" smtClean="0"/>
              <a:t>09/04/2026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4D4FA-43FC-DFE8-E39F-3AAFE73C1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5894C-4E00-07DC-24AB-6BC0ADE33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F4367-0251-49C6-8200-8C58932AA35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209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BU7JBmW4NP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ocoadlstoragefiles.blob.core.windows.net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B9C3-F298-65B2-085F-9FC0D1FBF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333"/>
            <a:ext cx="9144000" cy="592667"/>
          </a:xfrm>
        </p:spPr>
        <p:txBody>
          <a:bodyPr>
            <a:normAutofit/>
          </a:bodyPr>
          <a:lstStyle/>
          <a:p>
            <a:r>
              <a:rPr lang="en-GB" sz="2400" b="1" i="1" dirty="0" err="1"/>
              <a:t>Deployement</a:t>
            </a:r>
            <a:r>
              <a:rPr lang="en-GB" sz="2400" b="1" i="1" dirty="0"/>
              <a:t> using </a:t>
            </a:r>
            <a:r>
              <a:rPr lang="en-GB" sz="2400" b="1" i="1" dirty="0" err="1"/>
              <a:t>Devops</a:t>
            </a:r>
            <a:r>
              <a:rPr lang="en-GB" sz="2400" b="1" i="1" dirty="0"/>
              <a:t> , </a:t>
            </a:r>
            <a:r>
              <a:rPr lang="en-GB" sz="2400" b="1" i="1" dirty="0" err="1"/>
              <a:t>Vscode</a:t>
            </a:r>
            <a:r>
              <a:rPr lang="en-GB" sz="2400" b="1" i="1" dirty="0"/>
              <a:t> and Python</a:t>
            </a:r>
            <a:endParaRPr lang="en-BE" sz="2400" b="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61B72-D9BA-8423-7601-C7A613C47FFD}"/>
              </a:ext>
            </a:extLst>
          </p:cNvPr>
          <p:cNvSpPr txBox="1"/>
          <p:nvPr/>
        </p:nvSpPr>
        <p:spPr>
          <a:xfrm>
            <a:off x="338667" y="1244600"/>
            <a:ext cx="116162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200" dirty="0"/>
              <a:t>Create a </a:t>
            </a:r>
            <a:r>
              <a:rPr lang="en-GB" sz="1200" dirty="0" err="1"/>
              <a:t>Devops</a:t>
            </a:r>
            <a:r>
              <a:rPr lang="en-GB" sz="1200" dirty="0"/>
              <a:t> account , with a repos containing a </a:t>
            </a:r>
            <a:r>
              <a:rPr lang="en-GB" sz="1200" b="1" i="1" dirty="0"/>
              <a:t>main</a:t>
            </a:r>
            <a:r>
              <a:rPr lang="en-GB" sz="1200" dirty="0"/>
              <a:t> branch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Create a </a:t>
            </a:r>
            <a:r>
              <a:rPr lang="en-GB" sz="1200" b="1" i="1" dirty="0"/>
              <a:t>dev</a:t>
            </a:r>
            <a:r>
              <a:rPr lang="en-GB" sz="1200" dirty="0"/>
              <a:t> branch from main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Clone your main branch with VS code (choose a local folder </a:t>
            </a:r>
            <a:r>
              <a:rPr lang="en-GB" sz="1200" b="1" i="1" dirty="0" err="1"/>
              <a:t>Vscode</a:t>
            </a:r>
            <a:r>
              <a:rPr lang="en-GB" sz="1200" b="1" i="1" dirty="0"/>
              <a:t> project /Fabric-</a:t>
            </a:r>
            <a:r>
              <a:rPr lang="en-GB" sz="1200" b="1" i="1" dirty="0" err="1"/>
              <a:t>cicd</a:t>
            </a:r>
            <a:r>
              <a:rPr lang="en-GB" sz="1200" b="1" i="1" dirty="0"/>
              <a:t>/)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Open a new terminal and run the following script : </a:t>
            </a:r>
            <a:r>
              <a:rPr lang="en-GB" sz="1200" i="1" dirty="0">
                <a:solidFill>
                  <a:srgbClr val="0070C0"/>
                </a:solidFill>
              </a:rPr>
              <a:t>pip install fabric-</a:t>
            </a:r>
            <a:r>
              <a:rPr lang="en-GB" sz="1200" i="1" dirty="0" err="1">
                <a:solidFill>
                  <a:srgbClr val="0070C0"/>
                </a:solidFill>
              </a:rPr>
              <a:t>cicd</a:t>
            </a:r>
            <a:r>
              <a:rPr lang="en-GB" sz="1200" i="1" dirty="0">
                <a:solidFill>
                  <a:srgbClr val="0070C0"/>
                </a:solidFill>
              </a:rPr>
              <a:t>   </a:t>
            </a:r>
            <a:r>
              <a:rPr lang="en-GB" sz="1200" dirty="0"/>
              <a:t>from </a:t>
            </a:r>
            <a:r>
              <a:rPr lang="en-GB" sz="1200" b="1" i="1" dirty="0" err="1"/>
              <a:t>Vscode</a:t>
            </a:r>
            <a:r>
              <a:rPr lang="en-GB" sz="1200" b="1" i="1" dirty="0"/>
              <a:t> project /Fabric-</a:t>
            </a:r>
            <a:r>
              <a:rPr lang="en-GB" sz="1200" b="1" i="1" dirty="0" err="1"/>
              <a:t>cicd</a:t>
            </a:r>
            <a:r>
              <a:rPr lang="en-GB" sz="1200" b="1" i="1" dirty="0"/>
              <a:t>/  </a:t>
            </a:r>
            <a:r>
              <a:rPr lang="en-GB" sz="1200" dirty="0"/>
              <a:t>(make it run successfully )</a:t>
            </a:r>
            <a:endParaRPr lang="en-GB" sz="12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Create the new folder near </a:t>
            </a:r>
            <a:r>
              <a:rPr lang="en-GB" sz="1200" dirty="0" err="1"/>
              <a:t>Vscode</a:t>
            </a:r>
            <a:r>
              <a:rPr lang="en-GB" sz="1200" dirty="0"/>
              <a:t> project /Fabric-</a:t>
            </a:r>
            <a:r>
              <a:rPr lang="en-GB" sz="1200" dirty="0" err="1"/>
              <a:t>cicd</a:t>
            </a:r>
            <a:r>
              <a:rPr lang="en-GB" sz="1200" dirty="0"/>
              <a:t>/  like </a:t>
            </a:r>
            <a:r>
              <a:rPr lang="en-GB" sz="1200" b="1" i="1" dirty="0" err="1">
                <a:solidFill>
                  <a:srgbClr val="0070C0"/>
                </a:solidFill>
              </a:rPr>
              <a:t>Vscode</a:t>
            </a:r>
            <a:r>
              <a:rPr lang="en-GB" sz="1200" b="1" i="1" dirty="0">
                <a:solidFill>
                  <a:srgbClr val="0070C0"/>
                </a:solidFill>
              </a:rPr>
              <a:t> project /</a:t>
            </a:r>
            <a:r>
              <a:rPr lang="en-GB" sz="1200" b="1" i="1" dirty="0" err="1">
                <a:solidFill>
                  <a:srgbClr val="0070C0"/>
                </a:solidFill>
              </a:rPr>
              <a:t>pythonSript</a:t>
            </a:r>
            <a:r>
              <a:rPr lang="en-GB" sz="1200" b="1" i="1" dirty="0"/>
              <a:t>/  </a:t>
            </a:r>
            <a:r>
              <a:rPr lang="en-GB" sz="1200" dirty="0"/>
              <a:t>and </a:t>
            </a:r>
            <a:r>
              <a:rPr lang="en-GB" sz="1200" b="1" i="1" dirty="0"/>
              <a:t>create inside </a:t>
            </a:r>
            <a:r>
              <a:rPr lang="en-GB" sz="1200" dirty="0"/>
              <a:t>a python file like  </a:t>
            </a:r>
            <a:r>
              <a:rPr lang="en-GB" sz="1200" b="1" i="1" dirty="0">
                <a:solidFill>
                  <a:srgbClr val="C00000"/>
                </a:solidFill>
              </a:rPr>
              <a:t>script.py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The </a:t>
            </a:r>
            <a:r>
              <a:rPr lang="en-GB" sz="1200" dirty="0">
                <a:solidFill>
                  <a:srgbClr val="C00000"/>
                </a:solidFill>
              </a:rPr>
              <a:t>script.py </a:t>
            </a:r>
            <a:r>
              <a:rPr lang="en-GB" sz="1200" dirty="0"/>
              <a:t>contains see screenshot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From Fabric Dev WS  connect to your </a:t>
            </a:r>
            <a:r>
              <a:rPr lang="en-GB" sz="1200" b="1" i="1" dirty="0"/>
              <a:t>dev</a:t>
            </a:r>
            <a:r>
              <a:rPr lang="en-GB" sz="1200" dirty="0"/>
              <a:t> branch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Create some items (notebooks , pipeline, dataflow…)  </a:t>
            </a:r>
            <a:r>
              <a:rPr lang="en-GB" sz="1200" b="1" i="1" dirty="0"/>
              <a:t>and commit </a:t>
            </a:r>
            <a:r>
              <a:rPr lang="en-GB" sz="1200" dirty="0"/>
              <a:t>it to your dev branch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Do a </a:t>
            </a:r>
            <a:r>
              <a:rPr lang="en-GB" sz="1200" b="1" i="1" dirty="0"/>
              <a:t>pull request </a:t>
            </a:r>
            <a:r>
              <a:rPr lang="en-GB" sz="1200" dirty="0"/>
              <a:t>from dev to main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Refresh you local folder (</a:t>
            </a:r>
            <a:r>
              <a:rPr lang="en-GB" sz="1200" b="1" i="1" dirty="0" err="1">
                <a:solidFill>
                  <a:srgbClr val="0070C0"/>
                </a:solidFill>
              </a:rPr>
              <a:t>Vscode</a:t>
            </a:r>
            <a:r>
              <a:rPr lang="en-GB" sz="1200" b="1" i="1" dirty="0">
                <a:solidFill>
                  <a:srgbClr val="0070C0"/>
                </a:solidFill>
              </a:rPr>
              <a:t> project /Fabric-</a:t>
            </a:r>
            <a:r>
              <a:rPr lang="en-GB" sz="1200" b="1" i="1" dirty="0" err="1">
                <a:solidFill>
                  <a:srgbClr val="0070C0"/>
                </a:solidFill>
              </a:rPr>
              <a:t>cicd</a:t>
            </a:r>
            <a:r>
              <a:rPr lang="en-GB" sz="1200" b="1" i="1" dirty="0">
                <a:solidFill>
                  <a:srgbClr val="0070C0"/>
                </a:solidFill>
              </a:rPr>
              <a:t>/)</a:t>
            </a:r>
            <a:r>
              <a:rPr lang="en-GB" sz="1200" dirty="0"/>
              <a:t>) with this new changes using the script  </a:t>
            </a:r>
            <a:r>
              <a:rPr lang="en-GB" sz="1200" i="1" dirty="0">
                <a:solidFill>
                  <a:srgbClr val="0070C0"/>
                </a:solidFill>
              </a:rPr>
              <a:t>git pull origin main  </a:t>
            </a:r>
            <a:r>
              <a:rPr lang="en-GB" sz="1200" dirty="0"/>
              <a:t>from VS code terminal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Now your local folder is sync with </a:t>
            </a:r>
            <a:r>
              <a:rPr lang="en-GB" sz="1200" b="1" i="1" dirty="0"/>
              <a:t>the main branch </a:t>
            </a:r>
            <a:r>
              <a:rPr lang="en-GB" sz="1200" dirty="0"/>
              <a:t>(with is sync with the dev branch) 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It now time to deploy the from the main (same version as local = dev ) to Test by running the </a:t>
            </a:r>
            <a:r>
              <a:rPr lang="en-GB" sz="1200" dirty="0">
                <a:solidFill>
                  <a:srgbClr val="C00000"/>
                </a:solidFill>
              </a:rPr>
              <a:t>script.py  from </a:t>
            </a:r>
            <a:r>
              <a:rPr lang="en-GB" sz="1200" dirty="0" err="1">
                <a:solidFill>
                  <a:srgbClr val="C00000"/>
                </a:solidFill>
              </a:rPr>
              <a:t>Vscode</a:t>
            </a:r>
            <a:r>
              <a:rPr lang="en-GB" sz="1200" dirty="0">
                <a:solidFill>
                  <a:srgbClr val="C00000"/>
                </a:solidFill>
              </a:rPr>
              <a:t> </a:t>
            </a:r>
            <a:endParaRPr lang="en-GB" sz="1200" dirty="0"/>
          </a:p>
          <a:p>
            <a:endParaRPr lang="en-GB" dirty="0"/>
          </a:p>
          <a:p>
            <a:r>
              <a:rPr lang="en-GB" dirty="0"/>
              <a:t>Ref: </a:t>
            </a:r>
            <a:r>
              <a:rPr lang="en-GB" sz="1400" dirty="0">
                <a:hlinkClick r:id="rId2"/>
              </a:rPr>
              <a:t>https://www.youtube.com/watch?v=BU7JBmW4NPU</a:t>
            </a:r>
            <a:r>
              <a:rPr lang="en-GB" sz="1400" dirty="0"/>
              <a:t> 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7E6FD-1953-8D8B-95B2-85D967CA7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307" y="4127857"/>
            <a:ext cx="6563651" cy="22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9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9E48-028F-4EEE-0A0B-58F9BBCD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7F29-FE8E-8FB4-C521-8479FFBCC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333"/>
            <a:ext cx="9144000" cy="592667"/>
          </a:xfrm>
        </p:spPr>
        <p:txBody>
          <a:bodyPr>
            <a:normAutofit/>
          </a:bodyPr>
          <a:lstStyle/>
          <a:p>
            <a:r>
              <a:rPr lang="en-GB" sz="2400" b="1" i="1" dirty="0" err="1"/>
              <a:t>Viariable</a:t>
            </a:r>
            <a:r>
              <a:rPr lang="en-GB" sz="2400" b="1" i="1" dirty="0"/>
              <a:t> library</a:t>
            </a:r>
            <a:endParaRPr lang="en-BE" sz="2400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819F2-8529-FD09-0FAF-ED1090E6C358}"/>
              </a:ext>
            </a:extLst>
          </p:cNvPr>
          <p:cNvSpPr txBox="1"/>
          <p:nvPr/>
        </p:nvSpPr>
        <p:spPr>
          <a:xfrm>
            <a:off x="465667" y="1092200"/>
            <a:ext cx="8686800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This is a resource in MS fabric that can  be used to collect variable that need to be used in </a:t>
            </a:r>
            <a:r>
              <a:rPr lang="en-GB" sz="1100" dirty="0" err="1"/>
              <a:t>defferent</a:t>
            </a:r>
            <a:r>
              <a:rPr lang="en-GB" sz="1100" dirty="0"/>
              <a:t> environments (Dev, test, Prod)</a:t>
            </a:r>
          </a:p>
          <a:p>
            <a:endParaRPr lang="en-GB" sz="1100" dirty="0"/>
          </a:p>
          <a:p>
            <a:r>
              <a:rPr lang="en-GB" sz="1100" dirty="0"/>
              <a:t>Use case :</a:t>
            </a:r>
          </a:p>
          <a:p>
            <a:r>
              <a:rPr lang="en-GB" sz="1100" dirty="0"/>
              <a:t>In a dev </a:t>
            </a:r>
            <a:r>
              <a:rPr lang="en-GB" sz="1100" dirty="0" err="1"/>
              <a:t>workspsace</a:t>
            </a:r>
            <a:r>
              <a:rPr lang="en-GB" sz="1100" dirty="0"/>
              <a:t> create de needed resources like 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Lakehouse   </a:t>
            </a:r>
            <a:r>
              <a:rPr lang="en-GB" sz="1100" dirty="0">
                <a:sym typeface="Wingdings" panose="05000000000000000000" pitchFamily="2" charset="2"/>
              </a:rPr>
              <a:t> </a:t>
            </a:r>
            <a:r>
              <a:rPr lang="en-GB" sz="1100" i="1" dirty="0">
                <a:sym typeface="Wingdings" panose="05000000000000000000" pitchFamily="2" charset="2"/>
              </a:rPr>
              <a:t>:   </a:t>
            </a:r>
            <a:r>
              <a:rPr lang="en-GB" sz="1100" i="1" dirty="0" err="1">
                <a:sym typeface="Wingdings" panose="05000000000000000000" pitchFamily="2" charset="2"/>
              </a:rPr>
              <a:t>workspaceID</a:t>
            </a:r>
            <a:r>
              <a:rPr lang="en-GB" sz="1100" i="1" dirty="0">
                <a:sym typeface="Wingdings" panose="05000000000000000000" pitchFamily="2" charset="2"/>
              </a:rPr>
              <a:t> , </a:t>
            </a:r>
            <a:r>
              <a:rPr lang="en-GB" sz="1100" i="1" dirty="0" err="1">
                <a:sym typeface="Wingdings" panose="05000000000000000000" pitchFamily="2" charset="2"/>
              </a:rPr>
              <a:t>lakehouseID</a:t>
            </a:r>
            <a:r>
              <a:rPr lang="en-GB" sz="1100" i="1" dirty="0">
                <a:sym typeface="Wingdings" panose="05000000000000000000" pitchFamily="2" charset="2"/>
              </a:rPr>
              <a:t> , </a:t>
            </a:r>
            <a:r>
              <a:rPr lang="en-GB" sz="1100" i="1" dirty="0" err="1">
                <a:sym typeface="Wingdings" panose="05000000000000000000" pitchFamily="2" charset="2"/>
              </a:rPr>
              <a:t>foder</a:t>
            </a:r>
            <a:r>
              <a:rPr lang="en-GB" sz="1100" i="1" dirty="0">
                <a:sym typeface="Wingdings" panose="05000000000000000000" pitchFamily="2" charset="2"/>
              </a:rPr>
              <a:t> and Fils </a:t>
            </a:r>
          </a:p>
          <a:p>
            <a:pPr marL="342900" indent="-342900">
              <a:buFont typeface="+mj-lt"/>
              <a:buAutoNum type="arabicPeriod"/>
            </a:pPr>
            <a:endParaRPr lang="en-GB" sz="1100" i="1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/>
            </a:pPr>
            <a:endParaRPr lang="en-GB" sz="1100" i="1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/>
            </a:pPr>
            <a:endParaRPr lang="en-GB" sz="1100" i="1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/>
            </a:pPr>
            <a:endParaRPr lang="en-GB" sz="1100" i="1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/>
            </a:pPr>
            <a:endParaRPr lang="en-GB" sz="1100" i="1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/>
            </a:pPr>
            <a:endParaRPr lang="en-GB" sz="1100" i="1" dirty="0"/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Warehouse   </a:t>
            </a:r>
            <a:r>
              <a:rPr lang="en-GB" sz="1100" dirty="0">
                <a:sym typeface="Wingdings" panose="05000000000000000000" pitchFamily="2" charset="2"/>
              </a:rPr>
              <a:t> </a:t>
            </a:r>
            <a:r>
              <a:rPr lang="en-GB" sz="1100" i="1" dirty="0">
                <a:sym typeface="Wingdings" panose="05000000000000000000" pitchFamily="2" charset="2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endParaRPr lang="en-GB" sz="1100" i="1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endParaRPr lang="en-GB" sz="1100" dirty="0"/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Azure Database : 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r>
              <a:rPr lang="en-GB" sz="1100" dirty="0" err="1"/>
              <a:t>Databriks</a:t>
            </a:r>
            <a:r>
              <a:rPr lang="en-GB" sz="1100" dirty="0"/>
              <a:t> Unity </a:t>
            </a:r>
            <a:r>
              <a:rPr lang="en-GB" sz="1100" dirty="0" err="1"/>
              <a:t>Catalog</a:t>
            </a:r>
            <a:r>
              <a:rPr lang="en-GB" sz="1100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endParaRPr lang="en-GB" sz="1100" dirty="0"/>
          </a:p>
          <a:p>
            <a:pPr marL="342900" indent="-342900">
              <a:buFont typeface="+mj-lt"/>
              <a:buAutoNum type="arabicPeriod"/>
            </a:pPr>
            <a:r>
              <a:rPr lang="en-GB" sz="1100" dirty="0"/>
              <a:t>ADLS  : example : </a:t>
            </a:r>
            <a:r>
              <a:rPr lang="en-GB" sz="1000" i="1" dirty="0">
                <a:hlinkClick r:id="rId2"/>
              </a:rPr>
              <a:t>https://ocoadlstoragefiles.blob.core.windows.net/</a:t>
            </a:r>
            <a:r>
              <a:rPr lang="en-GB" sz="1000" i="1" dirty="0"/>
              <a:t> + folder + </a:t>
            </a:r>
            <a:r>
              <a:rPr lang="en-GB" sz="1000" i="1" dirty="0" err="1"/>
              <a:t>fileName</a:t>
            </a:r>
            <a:endParaRPr lang="en-BE" sz="11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59310-F3A1-F329-4269-F9ABDA118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280" y="2760610"/>
            <a:ext cx="3482642" cy="662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DE9B2F-586E-98FE-D58C-4A4060924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600" y="1677838"/>
            <a:ext cx="2324301" cy="746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1DE676-AC1E-C299-0B5F-0397528DC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72" y="5809662"/>
            <a:ext cx="4013895" cy="7389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77578B-C1BB-53A2-9D83-49885A28D6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1049" y="3663621"/>
            <a:ext cx="2514818" cy="6248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E12AF8-F802-357D-F947-E62309E813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782" y="2993039"/>
            <a:ext cx="3208298" cy="19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3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303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Deployement using Devops , Vscode and Python</vt:lpstr>
      <vt:lpstr>Viariable library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7</cp:revision>
  <dcterms:created xsi:type="dcterms:W3CDTF">2026-04-09T09:06:09Z</dcterms:created>
  <dcterms:modified xsi:type="dcterms:W3CDTF">2026-04-09T15:27:49Z</dcterms:modified>
</cp:coreProperties>
</file>