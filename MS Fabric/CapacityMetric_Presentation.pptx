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61" r:id="rId2"/>
    <p:sldId id="263" r:id="rId3"/>
    <p:sldId id="264" r:id="rId4"/>
    <p:sldId id="265" r:id="rId5"/>
  </p:sldIdLst>
  <p:sldSz cx="14630400" cy="8229600"/>
  <p:notesSz cx="8229600" cy="146304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20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  <p:txBody>
          <a:bodyPr/>
          <a:lstStyle/>
          <a:p>
            <a:endParaRPr lang="en-B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  <p:txBody>
          <a:bodyPr/>
          <a:lstStyle/>
          <a:p>
            <a:endParaRPr lang="en-B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7dc9d20b-eceb-4a2a-8961-313eda4fde33/reports/a4b52713-4def-4fdb-83ca-7e5d1d4fed0d/4f87c3a5dc08f030b389?experience=fabric-developer&amp;bookmarkGuid=Bookmark8133222be3586d54d31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9B9F6-BEC9-0FC8-3CBA-692F2E3B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9A1B7-607B-233C-3BDF-F31914052A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" b="-1"/>
          <a:stretch>
            <a:fillRect/>
          </a:stretch>
        </p:blipFill>
        <p:spPr>
          <a:xfrm>
            <a:off x="548640" y="1058778"/>
            <a:ext cx="13533120" cy="6622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1BFBCA-4741-061E-7E91-D0775FB22681}"/>
              </a:ext>
            </a:extLst>
          </p:cNvPr>
          <p:cNvSpPr txBox="1"/>
          <p:nvPr/>
        </p:nvSpPr>
        <p:spPr>
          <a:xfrm>
            <a:off x="421105" y="240632"/>
            <a:ext cx="2394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LACO /</a:t>
            </a:r>
            <a:endParaRPr lang="en-BE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99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1584B-DC4D-64B9-07FB-CC727DD6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715B5F-DA90-42DF-E435-C54D59480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21EE78-6F51-6FBD-C68B-18F46D465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283A56-831D-6F33-B11B-8EA655350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311B6E-5E7D-0303-22E0-F2FEF0809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8F8B4-FAF8-6673-B9B2-BC1A7A725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31" y="1021769"/>
            <a:ext cx="12761241" cy="6654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98AB5D-772B-2BEA-DAC2-3F839632AA7F}"/>
              </a:ext>
            </a:extLst>
          </p:cNvPr>
          <p:cNvSpPr txBox="1"/>
          <p:nvPr/>
        </p:nvSpPr>
        <p:spPr>
          <a:xfrm>
            <a:off x="421105" y="240632"/>
            <a:ext cx="2394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LACO /</a:t>
            </a:r>
            <a:endParaRPr lang="en-BE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95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9C3DE-6105-7F8B-27B8-68D09C110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97DB3B-26BC-5E9E-B3C7-88DA24A4F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5F2875-E1AD-D76D-E0E1-EB5469EB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1C7E56-7FE3-94FC-6C3C-2A47E2380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57B4F-B292-FC26-77BC-4F14D45DA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AA3CDD-FFE2-1B9E-500B-AD6366B52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537" y="956317"/>
            <a:ext cx="12832897" cy="67920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C5252E-BCC5-E01D-8247-8915589D939A}"/>
              </a:ext>
            </a:extLst>
          </p:cNvPr>
          <p:cNvSpPr txBox="1"/>
          <p:nvPr/>
        </p:nvSpPr>
        <p:spPr>
          <a:xfrm>
            <a:off x="421105" y="240632"/>
            <a:ext cx="2394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LACO /</a:t>
            </a:r>
            <a:endParaRPr lang="en-BE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95B62-6120-FCCD-0111-658CE24E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0F8D30-FE2F-363F-69EA-6866FA84D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7594DF-EBD6-F716-1A5D-092F8B5BF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85604C-D44F-2905-0364-A960C48B9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7E1293-23BA-E9B8-9A8F-B1F624BB5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AFC7F-91FD-35A4-944B-49CC92E67268}"/>
              </a:ext>
            </a:extLst>
          </p:cNvPr>
          <p:cNvSpPr txBox="1"/>
          <p:nvPr/>
        </p:nvSpPr>
        <p:spPr>
          <a:xfrm>
            <a:off x="421105" y="240632"/>
            <a:ext cx="2394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LACO /</a:t>
            </a:r>
            <a:endParaRPr lang="en-BE" sz="32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A1EE5-D4E6-0A7E-7E1D-82A9E123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6" y="742479"/>
            <a:ext cx="13555967" cy="67446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45849E-EBD0-06C7-9E65-D10C03216F39}"/>
              </a:ext>
            </a:extLst>
          </p:cNvPr>
          <p:cNvSpPr txBox="1"/>
          <p:nvPr/>
        </p:nvSpPr>
        <p:spPr>
          <a:xfrm>
            <a:off x="3388532" y="489837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Health (Preview) - Fabric Capacity Metrics – Fabric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740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</Words>
  <Application>Microsoft Office PowerPoint</Application>
  <PresentationFormat>Custom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Coulibaly Oumar</cp:lastModifiedBy>
  <cp:revision>6</cp:revision>
  <dcterms:created xsi:type="dcterms:W3CDTF">2026-04-10T08:50:52Z</dcterms:created>
  <dcterms:modified xsi:type="dcterms:W3CDTF">2026-04-14T09:01:01Z</dcterms:modified>
</cp:coreProperties>
</file>