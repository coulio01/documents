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62" r:id="rId2"/>
    <p:sldId id="263" r:id="rId3"/>
    <p:sldId id="264" r:id="rId4"/>
    <p:sldId id="265" r:id="rId5"/>
    <p:sldId id="266" r:id="rId6"/>
    <p:sldId id="267" r:id="rId7"/>
  </p:sldIdLst>
  <p:sldSz cx="14630400" cy="8229600"/>
  <p:notesSz cx="8229600" cy="146304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0" d="100"/>
          <a:sy n="80" d="100"/>
        </p:scale>
        <p:origin x="1146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1698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EE4BD"/>
          </a:solidFill>
          <a:ln/>
        </p:spPr>
        <p:txBody>
          <a:bodyPr/>
          <a:lstStyle/>
          <a:p>
            <a:endParaRPr lang="en-BE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EE4BD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EE4BD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EE4BD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EE4BD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EE4BD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crosoft/fabric-toolbox/tree/main/monitoring/fabric-unified-admin-monitoring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youtu.be/CmHMOsQcMG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199940" y="-3199426"/>
            <a:ext cx="8229600" cy="14629480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773" y="0"/>
            <a:ext cx="10885015" cy="8229086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379389" y="-2023008"/>
            <a:ext cx="5873477" cy="14632255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1C58E4-830B-3C45-6194-72E7DD4C86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1028"/>
          <a:stretch>
            <a:fillRect/>
          </a:stretch>
        </p:blipFill>
        <p:spPr>
          <a:xfrm>
            <a:off x="1383632" y="988702"/>
            <a:ext cx="12698128" cy="6692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170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3D90CE-AEC8-6053-08CE-F5ED06CD5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F87F4C6-44B0-3DF0-A216-7937BA93B0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576538-0C7E-4AF0-35F9-1BFA62FBD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199940" y="-3199426"/>
            <a:ext cx="8229600" cy="14629480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87A92D-B937-2642-5AA0-6891AC65C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773" y="0"/>
            <a:ext cx="10885015" cy="8229086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6B5650-EB2A-78DD-C945-5C4E76E9C5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379389" y="-2023008"/>
            <a:ext cx="5873477" cy="14632255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0DA688-E227-7D27-086A-A8CE66B55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637" y="1022685"/>
            <a:ext cx="12844135" cy="6761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768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873820-7AA8-6C60-58B2-3AB1E6B47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68B895D-DBF8-D713-8D8B-BD8F36DB3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A680E9-A65D-4C56-A623-B2482542D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199940" y="-3199426"/>
            <a:ext cx="8229600" cy="14629480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D257EE-7373-AC45-A904-CCCBF0927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773" y="0"/>
            <a:ext cx="10885015" cy="8229086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44A7FC-7898-CA12-8780-DED8967CBE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379389" y="-2023008"/>
            <a:ext cx="5873477" cy="14632255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A2317A-A615-2174-FAB2-C94010DB3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496" y="1167063"/>
            <a:ext cx="12562693" cy="666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275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B93378-9508-B899-12A0-E76FB76DB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24B199A-BDEA-4DA0-5BAA-38CB2C87BA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6D7397-1661-4C74-7AF3-B0853B29B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199940" y="-3199426"/>
            <a:ext cx="8229600" cy="14629480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EFE4F7-BD1C-0070-038F-8E4541D29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773" y="0"/>
            <a:ext cx="10885015" cy="8229086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26B85FD-1AE6-6854-4FD2-EAFDB2A37A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379389" y="-2023008"/>
            <a:ext cx="5873477" cy="14632255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9C937B-9577-0CBC-E763-B7E17554C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7619" y="1215189"/>
            <a:ext cx="12409674" cy="655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149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42EB89-2D9D-AD1D-1B46-690C4CE13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9D571E-BA55-FBC7-EB31-02FB0C90EF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A5FBFC-35B2-E9C3-8DC7-0F2F80D243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199940" y="-3199426"/>
            <a:ext cx="8229600" cy="14629480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60E163-0C56-5C64-DBD3-5DE7328EEC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773" y="0"/>
            <a:ext cx="10885015" cy="8229086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CA6517-C13D-C5C5-3B32-05F3D12B1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379389" y="-2023008"/>
            <a:ext cx="5873477" cy="14632255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6538FF-F522-D3D5-87E3-084365B45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8441" y="1323474"/>
            <a:ext cx="12166990" cy="643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350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2F68D4-5820-3E9D-8BB1-84217C513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7A1CC1-6411-5353-76A8-26B31F87C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D373EE-38CC-C48E-DC3F-F4BDC07BE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199940" y="-3199426"/>
            <a:ext cx="8229600" cy="14629480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032A74-C5AB-7630-5694-53486FC81E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773" y="0"/>
            <a:ext cx="10885015" cy="8229086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901E6F-AEDA-57BA-80CB-773086CE0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379389" y="-2023008"/>
            <a:ext cx="5873477" cy="14632255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2F9606-EFDB-F909-AF72-4D940CBB4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824" y="975972"/>
            <a:ext cx="12573074" cy="66654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98CFDA-70AC-AEC5-19A1-60E8DCF6D6B6}"/>
              </a:ext>
            </a:extLst>
          </p:cNvPr>
          <p:cNvSpPr txBox="1"/>
          <p:nvPr/>
        </p:nvSpPr>
        <p:spPr>
          <a:xfrm>
            <a:off x="2093495" y="6053299"/>
            <a:ext cx="385010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BE" i="1" dirty="0">
                <a:hlinkClick r:id="rId3"/>
              </a:rPr>
              <a:t>https://github.com/microsoft/fabric-toolbox/tree/main/monitoring/fabric-unified-admin-monitoring</a:t>
            </a:r>
            <a:r>
              <a:rPr lang="en-GB" i="1" dirty="0"/>
              <a:t> </a:t>
            </a:r>
            <a:endParaRPr lang="en-BE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D1C713-61F8-39D9-417B-95DF2B30C1D8}"/>
              </a:ext>
            </a:extLst>
          </p:cNvPr>
          <p:cNvSpPr txBox="1"/>
          <p:nvPr/>
        </p:nvSpPr>
        <p:spPr>
          <a:xfrm>
            <a:off x="6036363" y="6053299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BE" i="1" dirty="0">
                <a:hlinkClick r:id="rId4"/>
              </a:rPr>
              <a:t>https://youtu.be/CmHMOsQcMGI</a:t>
            </a:r>
            <a:r>
              <a:rPr lang="en-GB" i="1" dirty="0"/>
              <a:t> </a:t>
            </a:r>
            <a:endParaRPr lang="en-BE" i="1" dirty="0"/>
          </a:p>
        </p:txBody>
      </p:sp>
    </p:spTree>
    <p:extLst>
      <p:ext uri="{BB962C8B-B14F-4D97-AF65-F5344CB8AC3E}">
        <p14:creationId xmlns:p14="http://schemas.microsoft.com/office/powerpoint/2010/main" val="182958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24</Words>
  <Application>Microsoft Office PowerPoint</Application>
  <PresentationFormat>Custom</PresentationFormat>
  <Paragraphs>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Coulibaly Oumar</cp:lastModifiedBy>
  <cp:revision>2</cp:revision>
  <dcterms:created xsi:type="dcterms:W3CDTF">2026-04-10T09:44:12Z</dcterms:created>
  <dcterms:modified xsi:type="dcterms:W3CDTF">2026-04-10T09:56:02Z</dcterms:modified>
</cp:coreProperties>
</file>