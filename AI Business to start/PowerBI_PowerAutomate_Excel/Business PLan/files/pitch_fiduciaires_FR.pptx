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DES DONNÉES POUR FIDUCIAIRES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rapports se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mettent à jour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automatiquement.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data pour fiduciaires belges  ·  Basée sur Microsoft 365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F96167">
              <a:alpha val="18000"/>
            </a:srgbClr>
          </a:solidFill>
          <a:ln w="12700">
            <a:solidFill>
              <a:srgbClr val="F96167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560320"/>
            <a:ext cx="1645920" cy="16459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réalité aujourd'hui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13716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91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collaborateurs mettent à jour des fichiers Excel manuellement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13716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280160"/>
            <a:ext cx="91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rapports Power BI doivent être rafraîchis à la main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23360" cy="13716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834640"/>
            <a:ext cx="91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erreurs se glissent lors des copier-coller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023360" cy="13716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834640"/>
            <a:ext cx="914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perdez des heures chaque semaine sur des tâches répétitives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data pour fiduciaires belges  ·  Basée sur Microsoft 365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solution en 3 étapes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25880" y="11887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517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Déposez votre fichier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collaborateur sauvegarde l'Excel dans un dossier OneDrive dédié — rien ne change pour lui.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1920240"/>
            <a:ext cx="26517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Détection automatique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détecte le fichier en quelques secondes et déclenche le traitement.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78040" y="11887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920240"/>
            <a:ext cx="26517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Dashboard mis à jour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 rafraîchit automatiquement. Vous recevez un e-mail de confirmation.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data pour fiduciaires belges  ·  Basée sur Microsoft 365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ça fonctionne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13716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Excel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874520"/>
            <a:ext cx="3657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188720"/>
            <a:ext cx="1371600" cy="1371600"/>
          </a:xfrm>
          <a:prstGeom prst="ellipse">
            <a:avLst/>
          </a:prstGeom>
          <a:solidFill>
            <a:srgbClr val="A5D8FF"/>
          </a:solidFill>
          <a:ln w="12700">
            <a:solidFill>
              <a:srgbClr val="A5D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0" y="27432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874520"/>
            <a:ext cx="3657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188720"/>
            <a:ext cx="1371600" cy="13716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27432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874520"/>
            <a:ext cx="3657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188720"/>
            <a:ext cx="1371600" cy="1371600"/>
          </a:xfrm>
          <a:prstGeom prst="ellipse">
            <a:avLst/>
          </a:prstGeom>
          <a:solidFill>
            <a:srgbClr val="A5D8FF"/>
          </a:solidFill>
          <a:ln w="12700">
            <a:solidFill>
              <a:srgbClr val="A5D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27432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rafraîchit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874520"/>
            <a:ext cx="3657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188720"/>
            <a:ext cx="1371600" cy="1371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7432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data pour fiduciaires belges  ·  Basée sur Microsoft 365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c'est fait pour vous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changement pour vos équipes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continuent à travailler en Excel. Vous seul voyez la magie.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infrastructure à gérer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673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configurons et maintenons tout. Vous payez un forfait mensuel.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en 2 semaines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rapide, sans projet IT complexe.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Microsoft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2735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OneDrive, Power Automate, Power BI — des outils que vous connaissez déjà.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data pour fiduciaires belges  ·  Basée sur Microsoft 365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Tarification simple et transparente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€ 1.500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complète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incluse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de test fournis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188720"/>
            <a:ext cx="3657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234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Mensuel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partir de € 150 /mois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&amp; maintenance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à jour incluses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Prix par client géré. Dégressif à partir de 3 clients.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Prêt à gagner du temps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un audit gratuit de 30 minutes — nous analysons vos fichiers et vous montrons ce que la solution apporterait concrètement.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2926080" cy="594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Contactez-nous 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data pour fiduciaires belges  ·  Basée sur Microsoft 365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2026-04-22T21:48:45Z</dcterms:created>
  <dcterms:modified xsi:type="dcterms:W3CDTF">2026-04-22T21:48:45Z</dcterms:modified>
</cp:coreProperties>
</file>