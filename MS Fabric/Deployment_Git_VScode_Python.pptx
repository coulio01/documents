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315D2-D850-5743-B602-309F8ABF0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F6022C-7474-C985-F38D-8F7270B0F3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A2F21-1998-2F41-260C-CC21A3667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6B8BC-BED1-4061-81B5-164424D0D7E5}" type="datetimeFigureOut">
              <a:rPr lang="en-BE" smtClean="0"/>
              <a:t>09/04/2026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F2D95-647B-9197-48D5-3DCA2D78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ECC99-64A2-AF75-00B9-911B8A827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F4367-0251-49C6-8200-8C58932AA35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28011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F43C8-DF41-0478-7848-ED286A52F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CC90AF-0022-AC20-8937-E4652ED360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B6FCE4-9CBF-23D2-A0A2-738B37492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6B8BC-BED1-4061-81B5-164424D0D7E5}" type="datetimeFigureOut">
              <a:rPr lang="en-BE" smtClean="0"/>
              <a:t>09/04/2026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CF63EA-B905-A5FC-50EA-3D206B8F6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D385FE-D7F2-F81E-D6D4-D0E6C1988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F4367-0251-49C6-8200-8C58932AA35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97651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83CD1-F447-BC8E-F34E-1DC5BA128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BC9A2-DBCD-ADF0-5B63-2131F68260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82FAC1-BE4C-6027-60E3-ED03A799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6B8BC-BED1-4061-81B5-164424D0D7E5}" type="datetimeFigureOut">
              <a:rPr lang="en-BE" smtClean="0"/>
              <a:t>09/04/2026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0FBC4-9B15-1F97-9E21-B5A86535F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973C2-0F77-B9A5-AA5B-0A2091C31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F4367-0251-49C6-8200-8C58932AA35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82447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AD4CA-4006-2E0D-19BB-1663D4CD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43DAF-78E5-C1A6-7A2A-37676A6C04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8DA76A-A9BB-C6DA-DD8C-50722585C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703D5E-6CE0-D147-8FD3-5B4EF676C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6B8BC-BED1-4061-81B5-164424D0D7E5}" type="datetimeFigureOut">
              <a:rPr lang="en-BE" smtClean="0"/>
              <a:t>09/04/2026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A996E0-53EE-1CED-6ECF-4876C5581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4FBCDE-8AED-E82A-846F-02E695BB7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F4367-0251-49C6-8200-8C58932AA35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60690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7B9E9-66DB-13A7-F10F-96D63C07E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F2E565-CB95-D8F8-1637-E0BF7E2A25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78DAF6-5E66-0849-0AB8-E25E6132AE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A60164-6AC6-BB0B-27B5-063EEA733C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338A09-351B-A74E-44C9-48B51496FB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592F73-45DB-46F5-087F-EB8275239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6B8BC-BED1-4061-81B5-164424D0D7E5}" type="datetimeFigureOut">
              <a:rPr lang="en-BE" smtClean="0"/>
              <a:t>09/04/2026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2506E9-2122-7483-671E-67E69903D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8BCCC4-CB30-1A82-FA98-46280588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F4367-0251-49C6-8200-8C58932AA35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506773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4B6CA-DC5E-880F-75E1-8056BCCF8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01E967-473C-7016-6583-DC8E5F6C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6B8BC-BED1-4061-81B5-164424D0D7E5}" type="datetimeFigureOut">
              <a:rPr lang="en-BE" smtClean="0"/>
              <a:t>09/04/2026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F8AFA0-34EB-D62B-8FD2-26CCA282D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7DA68F-2278-062B-82D0-BC51A3841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F4367-0251-49C6-8200-8C58932AA35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8324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FF3702-346F-AACD-B02B-3EB045531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6B8BC-BED1-4061-81B5-164424D0D7E5}" type="datetimeFigureOut">
              <a:rPr lang="en-BE" smtClean="0"/>
              <a:t>09/04/2026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E35EBD-9466-53FB-1EDF-F14DA775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75A4C-A58A-8896-5ED3-121D955ED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F4367-0251-49C6-8200-8C58932AA35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89406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46D4A-7228-CA6F-AAEB-334D94AD4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9323E-585B-E1CC-AD8C-13A0F146C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9EE518-AEDC-9232-7163-4D14DAD2ED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07B173-3B51-AE1A-6AA7-683AA3D48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6B8BC-BED1-4061-81B5-164424D0D7E5}" type="datetimeFigureOut">
              <a:rPr lang="en-BE" smtClean="0"/>
              <a:t>09/04/2026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3B611A-C786-1C03-52D4-7C4F1DBB0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AFF3A8-7467-00DF-46FB-75E551B28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F4367-0251-49C6-8200-8C58932AA35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10233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E16A6-9D8D-80F5-CDED-D23F3E818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28DDC1-AA09-0015-4625-AF31AD56FE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72A88-9846-8C00-8304-8ED8BC8139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7CA404-0A8B-B4F4-8144-A03022EF4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6B8BC-BED1-4061-81B5-164424D0D7E5}" type="datetimeFigureOut">
              <a:rPr lang="en-BE" smtClean="0"/>
              <a:t>09/04/2026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34427-01C4-8FF4-95D5-AFDFD5040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CE7DF5-9DBD-EB0A-D26D-90009B9A6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F4367-0251-49C6-8200-8C58932AA35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20681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1236D-8059-2BB2-FF3A-A29AEBA80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E4EA99-78B7-C9C8-29C3-4A77CFBC8D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308511-555D-3DFC-F42C-9CAB88A96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6B8BC-BED1-4061-81B5-164424D0D7E5}" type="datetimeFigureOut">
              <a:rPr lang="en-BE" smtClean="0"/>
              <a:t>09/04/2026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1D3F5-E5DE-77C6-B229-6A4B8FDA2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9629B-219D-1B2F-B16C-C87B56222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F4367-0251-49C6-8200-8C58932AA35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20423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C07B11-A827-EF1F-EFB4-249F605506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07757D-2F6A-18AA-8471-B28CC3A68D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5BB24-60A1-1C4A-6C4C-77FEC2419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6B8BC-BED1-4061-81B5-164424D0D7E5}" type="datetimeFigureOut">
              <a:rPr lang="en-BE" smtClean="0"/>
              <a:t>09/04/2026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3FA380-99E8-47EA-8855-BF60CDC3F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E51E87-0614-3626-0367-8737D22EA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F4367-0251-49C6-8200-8C58932AA35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95856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2575E4-1E4A-D2B7-9539-DDBCC7451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808F56-4AAE-5467-5DB7-ADFC09E12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6A1114-60A6-ED77-9A3A-FB3918178F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96B8BC-BED1-4061-81B5-164424D0D7E5}" type="datetimeFigureOut">
              <a:rPr lang="en-BE" smtClean="0"/>
              <a:t>09/04/2026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84D4FA-43FC-DFE8-E39F-3AAFE73C1C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5894C-4E00-07DC-24AB-6BC0ADE334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3F4367-0251-49C6-8200-8C58932AA35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1209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youtube.com/watch?v=BU7JBmW4NPU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0B9C3-F298-65B2-085F-9FC0D1F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9333"/>
            <a:ext cx="9144000" cy="592667"/>
          </a:xfrm>
        </p:spPr>
        <p:txBody>
          <a:bodyPr>
            <a:normAutofit/>
          </a:bodyPr>
          <a:lstStyle/>
          <a:p>
            <a:r>
              <a:rPr lang="en-GB" sz="2400" b="1" i="1" dirty="0" err="1"/>
              <a:t>Deployement</a:t>
            </a:r>
            <a:r>
              <a:rPr lang="en-GB" sz="2400" b="1" i="1" dirty="0"/>
              <a:t> using </a:t>
            </a:r>
            <a:r>
              <a:rPr lang="en-GB" sz="2400" b="1" i="1" dirty="0" err="1"/>
              <a:t>Devops</a:t>
            </a:r>
            <a:r>
              <a:rPr lang="en-GB" sz="2400" b="1" i="1" dirty="0"/>
              <a:t> , </a:t>
            </a:r>
            <a:r>
              <a:rPr lang="en-GB" sz="2400" b="1" i="1" dirty="0" err="1"/>
              <a:t>Vscode</a:t>
            </a:r>
            <a:r>
              <a:rPr lang="en-GB" sz="2400" b="1" i="1" dirty="0"/>
              <a:t> and Python</a:t>
            </a:r>
            <a:endParaRPr lang="en-BE" sz="2400" b="1" i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61B72-D9BA-8423-7601-C7A613C47FFD}"/>
              </a:ext>
            </a:extLst>
          </p:cNvPr>
          <p:cNvSpPr txBox="1"/>
          <p:nvPr/>
        </p:nvSpPr>
        <p:spPr>
          <a:xfrm>
            <a:off x="338667" y="1244600"/>
            <a:ext cx="1161626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1200" dirty="0"/>
              <a:t>Create a </a:t>
            </a:r>
            <a:r>
              <a:rPr lang="en-GB" sz="1200" dirty="0" err="1"/>
              <a:t>Devops</a:t>
            </a:r>
            <a:r>
              <a:rPr lang="en-GB" sz="1200" dirty="0"/>
              <a:t> account , with a repos containing a </a:t>
            </a:r>
            <a:r>
              <a:rPr lang="en-GB" sz="1200" b="1" i="1" dirty="0"/>
              <a:t>main</a:t>
            </a:r>
            <a:r>
              <a:rPr lang="en-GB" sz="1200" dirty="0"/>
              <a:t> branch 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200" dirty="0"/>
              <a:t>Create a </a:t>
            </a:r>
            <a:r>
              <a:rPr lang="en-GB" sz="1200" b="1" i="1" dirty="0"/>
              <a:t>dev</a:t>
            </a:r>
            <a:r>
              <a:rPr lang="en-GB" sz="1200" dirty="0"/>
              <a:t> branch from main 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200" dirty="0"/>
              <a:t>Clone your main branch with VS code (choose a local folder </a:t>
            </a:r>
            <a:r>
              <a:rPr lang="en-GB" sz="1200" b="1" i="1" dirty="0" err="1"/>
              <a:t>Vscode</a:t>
            </a:r>
            <a:r>
              <a:rPr lang="en-GB" sz="1200" b="1" i="1" dirty="0"/>
              <a:t> project /Fabric-</a:t>
            </a:r>
            <a:r>
              <a:rPr lang="en-GB" sz="1200" b="1" i="1" dirty="0" err="1"/>
              <a:t>cicd</a:t>
            </a:r>
            <a:r>
              <a:rPr lang="en-GB" sz="1200" b="1" i="1" dirty="0"/>
              <a:t>/) 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200" dirty="0"/>
              <a:t>Open a new terminal and run the following script : </a:t>
            </a:r>
            <a:r>
              <a:rPr lang="en-GB" sz="1200" i="1" dirty="0">
                <a:solidFill>
                  <a:srgbClr val="0070C0"/>
                </a:solidFill>
              </a:rPr>
              <a:t>pip install fabric-</a:t>
            </a:r>
            <a:r>
              <a:rPr lang="en-GB" sz="1200" i="1" dirty="0" err="1">
                <a:solidFill>
                  <a:srgbClr val="0070C0"/>
                </a:solidFill>
              </a:rPr>
              <a:t>cicd</a:t>
            </a:r>
            <a:r>
              <a:rPr lang="en-GB" sz="1200" i="1" dirty="0">
                <a:solidFill>
                  <a:srgbClr val="0070C0"/>
                </a:solidFill>
              </a:rPr>
              <a:t>   </a:t>
            </a:r>
            <a:r>
              <a:rPr lang="en-GB" sz="1200" dirty="0"/>
              <a:t>from </a:t>
            </a:r>
            <a:r>
              <a:rPr lang="en-GB" sz="1200" b="1" i="1" dirty="0" err="1"/>
              <a:t>Vscode</a:t>
            </a:r>
            <a:r>
              <a:rPr lang="en-GB" sz="1200" b="1" i="1" dirty="0"/>
              <a:t> project /Fabric-</a:t>
            </a:r>
            <a:r>
              <a:rPr lang="en-GB" sz="1200" b="1" i="1" dirty="0" err="1"/>
              <a:t>cicd</a:t>
            </a:r>
            <a:r>
              <a:rPr lang="en-GB" sz="1200" b="1" i="1" dirty="0"/>
              <a:t>/  </a:t>
            </a:r>
            <a:r>
              <a:rPr lang="en-GB" sz="1200" dirty="0"/>
              <a:t>(make it run successfully )</a:t>
            </a:r>
            <a:endParaRPr lang="en-GB" sz="1200" dirty="0">
              <a:solidFill>
                <a:srgbClr val="0070C0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200" dirty="0"/>
              <a:t>Create the new folder near </a:t>
            </a:r>
            <a:r>
              <a:rPr lang="en-GB" sz="1200" dirty="0" err="1"/>
              <a:t>Vscode</a:t>
            </a:r>
            <a:r>
              <a:rPr lang="en-GB" sz="1200" dirty="0"/>
              <a:t> project /Fabric-</a:t>
            </a:r>
            <a:r>
              <a:rPr lang="en-GB" sz="1200" dirty="0" err="1"/>
              <a:t>cicd</a:t>
            </a:r>
            <a:r>
              <a:rPr lang="en-GB" sz="1200" dirty="0"/>
              <a:t>/  like </a:t>
            </a:r>
            <a:r>
              <a:rPr lang="en-GB" sz="1200" b="1" i="1" dirty="0" err="1">
                <a:solidFill>
                  <a:srgbClr val="0070C0"/>
                </a:solidFill>
              </a:rPr>
              <a:t>Vscode</a:t>
            </a:r>
            <a:r>
              <a:rPr lang="en-GB" sz="1200" b="1" i="1" dirty="0">
                <a:solidFill>
                  <a:srgbClr val="0070C0"/>
                </a:solidFill>
              </a:rPr>
              <a:t> project /</a:t>
            </a:r>
            <a:r>
              <a:rPr lang="en-GB" sz="1200" b="1" i="1" dirty="0" err="1">
                <a:solidFill>
                  <a:srgbClr val="0070C0"/>
                </a:solidFill>
              </a:rPr>
              <a:t>pythonSript</a:t>
            </a:r>
            <a:r>
              <a:rPr lang="en-GB" sz="1200" b="1" i="1" dirty="0"/>
              <a:t>/  </a:t>
            </a:r>
            <a:r>
              <a:rPr lang="en-GB" sz="1200" dirty="0"/>
              <a:t>and </a:t>
            </a:r>
            <a:r>
              <a:rPr lang="en-GB" sz="1200" b="1" i="1" dirty="0"/>
              <a:t>create inside </a:t>
            </a:r>
            <a:r>
              <a:rPr lang="en-GB" sz="1200" dirty="0"/>
              <a:t>a python file like  </a:t>
            </a:r>
            <a:r>
              <a:rPr lang="en-GB" sz="1200" b="1" i="1" dirty="0">
                <a:solidFill>
                  <a:srgbClr val="C00000"/>
                </a:solidFill>
              </a:rPr>
              <a:t>script.py 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200" dirty="0"/>
              <a:t>The </a:t>
            </a:r>
            <a:r>
              <a:rPr lang="en-GB" sz="1200" dirty="0">
                <a:solidFill>
                  <a:srgbClr val="C00000"/>
                </a:solidFill>
              </a:rPr>
              <a:t>script.py </a:t>
            </a:r>
            <a:r>
              <a:rPr lang="en-GB" sz="1200" dirty="0"/>
              <a:t>contains see screenshot 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200" dirty="0"/>
              <a:t>From Fabric Dev WS  connect to your </a:t>
            </a:r>
            <a:r>
              <a:rPr lang="en-GB" sz="1200" b="1" i="1" dirty="0"/>
              <a:t>dev</a:t>
            </a:r>
            <a:r>
              <a:rPr lang="en-GB" sz="1200" dirty="0"/>
              <a:t> branch 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200" dirty="0"/>
              <a:t>Create some items (notebooks , pipeline, dataflow…)  </a:t>
            </a:r>
            <a:r>
              <a:rPr lang="en-GB" sz="1200" b="1" i="1" dirty="0"/>
              <a:t>and commit </a:t>
            </a:r>
            <a:r>
              <a:rPr lang="en-GB" sz="1200" dirty="0"/>
              <a:t>it to your dev branch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200" dirty="0"/>
              <a:t>Do a </a:t>
            </a:r>
            <a:r>
              <a:rPr lang="en-GB" sz="1200" b="1" i="1" dirty="0"/>
              <a:t>pull request </a:t>
            </a:r>
            <a:r>
              <a:rPr lang="en-GB" sz="1200" dirty="0"/>
              <a:t>from dev to main 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200" dirty="0"/>
              <a:t>Refresh you local folder (</a:t>
            </a:r>
            <a:r>
              <a:rPr lang="en-GB" sz="1200" b="1" i="1" dirty="0" err="1">
                <a:solidFill>
                  <a:srgbClr val="0070C0"/>
                </a:solidFill>
              </a:rPr>
              <a:t>Vscode</a:t>
            </a:r>
            <a:r>
              <a:rPr lang="en-GB" sz="1200" b="1" i="1" dirty="0">
                <a:solidFill>
                  <a:srgbClr val="0070C0"/>
                </a:solidFill>
              </a:rPr>
              <a:t> project /Fabric-</a:t>
            </a:r>
            <a:r>
              <a:rPr lang="en-GB" sz="1200" b="1" i="1" dirty="0" err="1">
                <a:solidFill>
                  <a:srgbClr val="0070C0"/>
                </a:solidFill>
              </a:rPr>
              <a:t>cicd</a:t>
            </a:r>
            <a:r>
              <a:rPr lang="en-GB" sz="1200" b="1" i="1" dirty="0">
                <a:solidFill>
                  <a:srgbClr val="0070C0"/>
                </a:solidFill>
              </a:rPr>
              <a:t>/)</a:t>
            </a:r>
            <a:r>
              <a:rPr lang="en-GB" sz="1200" dirty="0"/>
              <a:t>) with this new changes using the script  </a:t>
            </a:r>
            <a:r>
              <a:rPr lang="en-GB" sz="1200" i="1" dirty="0">
                <a:solidFill>
                  <a:srgbClr val="0070C0"/>
                </a:solidFill>
              </a:rPr>
              <a:t>git pull origin main  </a:t>
            </a:r>
            <a:r>
              <a:rPr lang="en-GB" sz="1200" dirty="0"/>
              <a:t>from VS code terminal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200" dirty="0"/>
              <a:t>Now your local folder is sync with </a:t>
            </a:r>
            <a:r>
              <a:rPr lang="en-GB" sz="1200" b="1" i="1" dirty="0"/>
              <a:t>the main branch </a:t>
            </a:r>
            <a:r>
              <a:rPr lang="en-GB" sz="1200" dirty="0"/>
              <a:t>(with is sync with the dev branch)  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200" dirty="0"/>
              <a:t>It now time to deploy the from the main (same version as local = dev ) to Test by running the </a:t>
            </a:r>
            <a:r>
              <a:rPr lang="en-GB" sz="1200" dirty="0">
                <a:solidFill>
                  <a:srgbClr val="C00000"/>
                </a:solidFill>
              </a:rPr>
              <a:t>script.py  from </a:t>
            </a:r>
            <a:r>
              <a:rPr lang="en-GB" sz="1200" dirty="0" err="1">
                <a:solidFill>
                  <a:srgbClr val="C00000"/>
                </a:solidFill>
              </a:rPr>
              <a:t>Vscode</a:t>
            </a:r>
            <a:r>
              <a:rPr lang="en-GB" sz="1200" dirty="0">
                <a:solidFill>
                  <a:srgbClr val="C00000"/>
                </a:solidFill>
              </a:rPr>
              <a:t> </a:t>
            </a:r>
            <a:endParaRPr lang="en-GB" sz="1200" dirty="0"/>
          </a:p>
          <a:p>
            <a:endParaRPr lang="en-GB" dirty="0"/>
          </a:p>
          <a:p>
            <a:r>
              <a:rPr lang="en-GB" dirty="0"/>
              <a:t>Ref: </a:t>
            </a:r>
            <a:r>
              <a:rPr lang="en-GB" sz="1400" dirty="0">
                <a:hlinkClick r:id="rId2"/>
              </a:rPr>
              <a:t>https://www.youtube.com/watch?v=BU7JBmW4NPU</a:t>
            </a:r>
            <a:r>
              <a:rPr lang="en-GB" sz="1400" dirty="0"/>
              <a:t> </a:t>
            </a:r>
            <a:endParaRPr lang="en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57E6FD-1953-8D8B-95B2-85D967CA7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9307" y="4127857"/>
            <a:ext cx="6563651" cy="2256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49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220</Words>
  <Application>Microsoft Office PowerPoint</Application>
  <PresentationFormat>Widescreen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Deployement using Devops , Vscode and 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Coulibaly Oumar</dc:creator>
  <cp:lastModifiedBy>Coulibaly Oumar</cp:lastModifiedBy>
  <cp:revision>6</cp:revision>
  <dcterms:created xsi:type="dcterms:W3CDTF">2026-04-09T09:06:09Z</dcterms:created>
  <dcterms:modified xsi:type="dcterms:W3CDTF">2026-04-09T09:34:47Z</dcterms:modified>
</cp:coreProperties>
</file>