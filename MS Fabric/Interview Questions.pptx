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9" d="100"/>
          <a:sy n="99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51F7-7833-C784-FD46-5459B66C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AEBB1-0E55-9FE7-1C76-DB77963B4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2DAEE-EBD8-2781-386F-C8C8D9D3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807A-2CF4-40D9-A1FE-7F3ECC54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70C9-388A-3BD8-82C9-7F85CAE5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8267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0A62-E75D-C468-56A3-B590C4EA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B9ED-67E9-94EE-D108-7E9BA6DDE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F6B8-60DF-C68A-ABD1-DDB78492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BB04D-ED49-3AF1-7979-5FD828DE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5F38C-F8FD-3CEC-E438-20A5DC79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066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07B4-6A52-937A-CDF3-07B8C044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3452B-36E5-43A4-AC7E-1007FBD9E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785-C58F-9041-B551-800B4C9E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788A-C6FD-59B6-A5AD-CE79071F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91BC-51DE-9D80-06C5-BB9EFC31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70780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89FB-CA6B-8D06-0BEF-D4FA4073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148C-543F-C585-746A-E889E81CD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AACF1-88D4-76F8-6226-BF48FC4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BEDD9-27BA-D22C-4AE6-62AA2438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28144-7E0B-6792-96FA-2C6C6C55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6330B-44A0-B73F-D1C0-86C5EA27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51238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325D-7A37-2E02-C1D6-1E1FF38A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901EC-9A57-5E94-A426-B51BB9788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EE62B-777B-D743-2081-AA61C62A6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4F44E-4B2C-FA20-0CBC-25C1D9D9A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E659D-82CD-54F5-2B50-302D3B0C4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B1DAF-A6CE-698B-CF73-EADF45A6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39AE5-35AD-C5B0-B8D7-E4C90CB6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6E798-230B-D136-AE5F-1498349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3313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D446-1714-A6EF-96A4-047C327A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8769E-55D4-E94E-A266-BA81D3EA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0C87F-6D13-2F3B-0D7A-E59896D8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037C9-ABB7-128B-9DBE-19705842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9163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0221F-202F-435A-3EF5-865F7F8B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A82BD-E9FD-C8C0-A13A-30C886B1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AD491-7BDA-D086-FCE3-B69356CF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5613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6239-DD76-2765-748C-920FDB08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6CE5-EA8A-8BDA-19B1-BA749F61A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80E43-79EE-388C-1CEF-1F1EC4980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7592E-EF20-5E0C-C86D-6A2A5E20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6714-5606-CDDD-19BC-672CF022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9F05D-EFF0-562D-D3E9-DC75D89C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3955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D20D-442A-9E1D-2283-537BD5BA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1158A-2797-BBD0-033E-4C0A603C7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99C4C-968F-6808-C57C-96199CED3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7C0AB-7C4A-9A2D-420B-9FB8996E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748B5-F825-F2E6-593F-616E99B1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78DD1-445E-E003-6AE0-875A85EC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4822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3495-0F1B-DE9F-5842-07BE5265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24EB6-189F-56A1-C04A-93CD26010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8A024-D63F-5115-BE8D-810A8BBF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2C6B7-0FBB-8B67-EA0E-3B8A1E5A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C0A7-1376-BC8A-4678-54CB17AD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0672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EA80E-A88D-FB89-AE7C-45C04EDDE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6902B-B089-7621-5B4F-36325FB2A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A674-F97F-F33C-13AE-A22959B7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2A4CB-A46E-482E-4600-35B56AFE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6DB52-6B29-6793-07FA-C91BE7DE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0347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72E66-A1A5-31BE-7221-23102A52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2AD54-49F9-576A-438D-691AAD1CA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3614-7B1F-5B38-04BB-BC0288A99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AE38E-CBF9-4377-840F-40238855EB63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BEC6F-3078-EC7E-1650-BBA70EF8C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C4DAE-B5FD-F06E-ADE9-14AC23D45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181D8-4098-4C79-884A-DC9E5005E5A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435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5CD5-4D8E-F389-63B5-62FE90AE6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0"/>
            <a:ext cx="9144000" cy="477837"/>
          </a:xfrm>
        </p:spPr>
        <p:txBody>
          <a:bodyPr>
            <a:noAutofit/>
          </a:bodyPr>
          <a:lstStyle/>
          <a:p>
            <a:r>
              <a:rPr lang="en-GB" sz="2400" dirty="0"/>
              <a:t>Interview questions</a:t>
            </a:r>
            <a:endParaRPr lang="en-B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FDDA7-5676-F54F-F8D8-1727F683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" y="-13496"/>
            <a:ext cx="3031764" cy="1527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0C0E0A-A887-8691-6564-14A8CF35F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99242"/>
            <a:ext cx="3117635" cy="1397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C66A0-656A-2DB9-671D-13437C020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25" y="3082043"/>
            <a:ext cx="3117635" cy="16012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C0B010-E839-65D1-D133-D8F1CB189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2" y="4768543"/>
            <a:ext cx="2976912" cy="16012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226ABB-852F-6CBF-7761-3874E4662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187" y="588935"/>
            <a:ext cx="3327628" cy="1123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62DF7E-3A89-7E91-5790-AF42B6E46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860" y="1814693"/>
            <a:ext cx="3179438" cy="14388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085BE4-1BFE-B8F6-E550-461E4017FB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1187" y="3356020"/>
            <a:ext cx="3117635" cy="17648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A912DF-5E45-D7C3-9AAC-2D96CFCE11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5305" y="101871"/>
            <a:ext cx="3048240" cy="12774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1EBEB6-18B7-970B-5078-7A282EB854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5305" y="1514002"/>
            <a:ext cx="2908910" cy="15680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1AC47E0-BF11-A88B-2B08-96B52B5427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5305" y="3139443"/>
            <a:ext cx="2852376" cy="17648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168C18C-AE3E-95AE-719E-C0A3C4265A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6154" y="4904258"/>
            <a:ext cx="4237087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F34F-9C19-7126-681B-5E72D902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FF4-4D14-62F9-5215-6BB264203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0"/>
            <a:ext cx="9144000" cy="477837"/>
          </a:xfrm>
        </p:spPr>
        <p:txBody>
          <a:bodyPr>
            <a:noAutofit/>
          </a:bodyPr>
          <a:lstStyle/>
          <a:p>
            <a:r>
              <a:rPr lang="en-GB" sz="2400" dirty="0"/>
              <a:t>Interview questions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DD3AD-91D1-A54B-9F3D-2461B457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8" y="238918"/>
            <a:ext cx="3418417" cy="12945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8256A9-4511-A5E1-9AD4-493637B95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3" y="1533075"/>
            <a:ext cx="2496215" cy="1066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82D3E2-E23F-A325-AED3-776DE90FF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48989"/>
            <a:ext cx="3115159" cy="12472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BE7767-055A-991F-F77A-8A5E57849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7226" y="4061288"/>
            <a:ext cx="3443123" cy="14173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817EB0-53EB-25A7-39B1-9C181F5128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2769" y="378046"/>
            <a:ext cx="2977305" cy="23709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2628D8-2201-EBE6-DAD0-B21B8C551A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5144" y="2748989"/>
            <a:ext cx="3254930" cy="135571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8D1A0C3-91F8-54E9-9F2A-16F92AB8AC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5897" y="4169720"/>
            <a:ext cx="3387267" cy="15039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E355FA3-265B-9474-FF7C-5A8074CEDD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9369" y="378046"/>
            <a:ext cx="3144034" cy="15016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61ABD5B-3FE5-2921-19C7-C6E998CFD4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671" y="1902292"/>
            <a:ext cx="3265746" cy="13942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5C82457-F4BE-B22D-5BD8-BE832BF9AD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3424" y="3255567"/>
            <a:ext cx="2286198" cy="89161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DE3DEA5-FD71-0FF4-19FB-CAB38B834D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9474" y="4317010"/>
            <a:ext cx="3323459" cy="155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6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0D77-80B0-5DF7-4F01-620F50E6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1992-6FEA-5622-E3FF-D9D3501DE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0"/>
            <a:ext cx="9144000" cy="477837"/>
          </a:xfrm>
        </p:spPr>
        <p:txBody>
          <a:bodyPr>
            <a:noAutofit/>
          </a:bodyPr>
          <a:lstStyle/>
          <a:p>
            <a:r>
              <a:rPr lang="en-GB" sz="2400" dirty="0"/>
              <a:t>Interview questions</a:t>
            </a:r>
            <a:endParaRPr lang="en-B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7DE28-6B84-D66B-6EA2-5DF006957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73" y="399386"/>
            <a:ext cx="3234726" cy="1468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EB7EB-C788-AB96-9409-DFAAFBC6F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87" y="2148783"/>
            <a:ext cx="3463671" cy="181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Interview questions</vt:lpstr>
      <vt:lpstr>Interview questions</vt:lpstr>
      <vt:lpstr>Interview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17</cp:revision>
  <dcterms:created xsi:type="dcterms:W3CDTF">2026-04-06T07:00:19Z</dcterms:created>
  <dcterms:modified xsi:type="dcterms:W3CDTF">2026-04-06T08:15:23Z</dcterms:modified>
</cp:coreProperties>
</file>