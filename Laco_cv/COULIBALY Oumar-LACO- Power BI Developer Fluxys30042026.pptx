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841" r:id="rId4"/>
  </p:sldMasterIdLst>
  <p:notesMasterIdLst>
    <p:notesMasterId r:id="rId15"/>
  </p:notesMasterIdLst>
  <p:handoutMasterIdLst>
    <p:handoutMasterId r:id="rId16"/>
  </p:handoutMasterIdLst>
  <p:sldIdLst>
    <p:sldId id="517" r:id="rId5"/>
    <p:sldId id="519" r:id="rId6"/>
    <p:sldId id="536" r:id="rId7"/>
    <p:sldId id="537" r:id="rId8"/>
    <p:sldId id="528" r:id="rId9"/>
    <p:sldId id="535" r:id="rId10"/>
    <p:sldId id="529" r:id="rId11"/>
    <p:sldId id="530" r:id="rId12"/>
    <p:sldId id="531" r:id="rId13"/>
    <p:sldId id="526" r:id="rId14"/>
  </p:sldIdLst>
  <p:sldSz cx="12192000" cy="6858000"/>
  <p:notesSz cx="6858000" cy="9144000"/>
  <p:embeddedFontLst>
    <p:embeddedFont>
      <p:font typeface="Montserrat" panose="00000500000000000000" pitchFamily="2" charset="0"/>
      <p:regular r:id="rId17"/>
      <p:bold r:id="rId18"/>
      <p:italic r:id="rId19"/>
      <p:boldItalic r:id="rId20"/>
    </p:embeddedFont>
    <p:embeddedFont>
      <p:font typeface="Montserrat Black" panose="00000A00000000000000" pitchFamily="2" charset="0"/>
      <p:bold r:id="rId21"/>
      <p:boldItalic r:id="rId22"/>
    </p:embeddedFont>
    <p:embeddedFont>
      <p:font typeface="Montserrat ExtraBold" panose="00000900000000000000" pitchFamily="2" charset="0"/>
      <p:bold r:id="rId23"/>
      <p:italic r:id="rId24"/>
      <p:boldItalic r:id="rId25"/>
    </p:embeddedFont>
    <p:embeddedFont>
      <p:font typeface="Montserrat Light" panose="00000400000000000000" pitchFamily="2" charset="0"/>
      <p:regular r:id="rId26"/>
      <p:italic r:id="rId27"/>
    </p:embeddedFont>
    <p:embeddedFont>
      <p:font typeface="Montserrat SemiBold" panose="00000700000000000000" pitchFamily="2" charset="0"/>
      <p:bold r:id="rId28"/>
      <p:boldItalic r:id="rId29"/>
    </p:embeddedFont>
    <p:embeddedFont>
      <p:font typeface="Segoe UI" panose="020B0502040204020203" pitchFamily="3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246"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323232"/>
    <a:srgbClr val="F5F6F9"/>
    <a:srgbClr val="A55179"/>
    <a:srgbClr val="CEE07C"/>
    <a:srgbClr val="15487B"/>
    <a:srgbClr val="00497F"/>
    <a:srgbClr val="204169"/>
    <a:srgbClr val="0FACBB"/>
    <a:srgbClr val="13AC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pos="5246"/>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customXml" Target="../customXml/item3.xml"/><Relationship Id="rId21" Type="http://schemas.openxmlformats.org/officeDocument/2006/relationships/font" Target="fonts/font5.fntdata"/><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uters Bram" userId="10508c4b-067e-42cb-9281-a7218bf5334a" providerId="ADAL" clId="{D8DF504A-6C90-4696-A736-940F8990D949}"/>
    <pc:docChg chg="modSld">
      <pc:chgData name="Wauters Bram" userId="10508c4b-067e-42cb-9281-a7218bf5334a" providerId="ADAL" clId="{D8DF504A-6C90-4696-A736-940F8990D949}" dt="2026-04-14T12:44:59.552" v="3" actId="20577"/>
      <pc:docMkLst>
        <pc:docMk/>
      </pc:docMkLst>
      <pc:sldChg chg="modSp mod">
        <pc:chgData name="Wauters Bram" userId="10508c4b-067e-42cb-9281-a7218bf5334a" providerId="ADAL" clId="{D8DF504A-6C90-4696-A736-940F8990D949}" dt="2026-04-14T12:44:59.552" v="3" actId="20577"/>
        <pc:sldMkLst>
          <pc:docMk/>
          <pc:sldMk cId="2937633949" sldId="537"/>
        </pc:sldMkLst>
        <pc:spChg chg="mod">
          <ac:chgData name="Wauters Bram" userId="10508c4b-067e-42cb-9281-a7218bf5334a" providerId="ADAL" clId="{D8DF504A-6C90-4696-A736-940F8990D949}" dt="2026-04-14T12:44:59.552" v="3" actId="20577"/>
          <ac:spMkLst>
            <pc:docMk/>
            <pc:sldMk cId="2937633949" sldId="537"/>
            <ac:spMk id="3" creationId="{20F0F2E8-1D9A-DA98-4041-D59FA9A67A5E}"/>
          </ac:spMkLst>
        </pc:spChg>
      </pc:sldChg>
    </pc:docChg>
  </pc:docChgLst>
  <pc:docChgLst>
    <pc:chgData name="Meekers Anne" userId="a2c43241-4bbc-4808-ba8a-31bd837f3375" providerId="ADAL" clId="{2DB81860-DFA2-4511-8E26-A567E568DE8A}"/>
    <pc:docChg chg="undo redo custSel addSld delSld modSld sldOrd">
      <pc:chgData name="Meekers Anne" userId="a2c43241-4bbc-4808-ba8a-31bd837f3375" providerId="ADAL" clId="{2DB81860-DFA2-4511-8E26-A567E568DE8A}" dt="2026-04-13T15:08:19.877" v="756" actId="20577"/>
      <pc:docMkLst>
        <pc:docMk/>
      </pc:docMkLst>
      <pc:sldChg chg="modSp mod">
        <pc:chgData name="Meekers Anne" userId="a2c43241-4bbc-4808-ba8a-31bd837f3375" providerId="ADAL" clId="{2DB81860-DFA2-4511-8E26-A567E568DE8A}" dt="2026-04-13T14:57:40.074" v="695" actId="20577"/>
        <pc:sldMkLst>
          <pc:docMk/>
          <pc:sldMk cId="3609453386" sldId="517"/>
        </pc:sldMkLst>
        <pc:spChg chg="mod">
          <ac:chgData name="Meekers Anne" userId="a2c43241-4bbc-4808-ba8a-31bd837f3375" providerId="ADAL" clId="{2DB81860-DFA2-4511-8E26-A567E568DE8A}" dt="2026-04-13T14:57:40.074" v="695" actId="20577"/>
          <ac:spMkLst>
            <pc:docMk/>
            <pc:sldMk cId="3609453386" sldId="517"/>
            <ac:spMk id="3" creationId="{E689C8EF-F024-66CD-252F-E51C92B2FCB5}"/>
          </ac:spMkLst>
        </pc:spChg>
      </pc:sldChg>
      <pc:sldChg chg="modSp mod">
        <pc:chgData name="Meekers Anne" userId="a2c43241-4bbc-4808-ba8a-31bd837f3375" providerId="ADAL" clId="{2DB81860-DFA2-4511-8E26-A567E568DE8A}" dt="2026-04-13T15:05:14.035" v="746" actId="20577"/>
        <pc:sldMkLst>
          <pc:docMk/>
          <pc:sldMk cId="2939317591" sldId="519"/>
        </pc:sldMkLst>
        <pc:spChg chg="mod">
          <ac:chgData name="Meekers Anne" userId="a2c43241-4bbc-4808-ba8a-31bd837f3375" providerId="ADAL" clId="{2DB81860-DFA2-4511-8E26-A567E568DE8A}" dt="2026-04-13T15:05:14.035" v="746" actId="20577"/>
          <ac:spMkLst>
            <pc:docMk/>
            <pc:sldMk cId="2939317591" sldId="519"/>
            <ac:spMk id="2" creationId="{C4B14F34-BBD0-4679-8693-E6E0AA24C699}"/>
          </ac:spMkLst>
        </pc:spChg>
        <pc:spChg chg="mod">
          <ac:chgData name="Meekers Anne" userId="a2c43241-4bbc-4808-ba8a-31bd837f3375" providerId="ADAL" clId="{2DB81860-DFA2-4511-8E26-A567E568DE8A}" dt="2026-03-26T14:46:46.318" v="264" actId="20577"/>
          <ac:spMkLst>
            <pc:docMk/>
            <pc:sldMk cId="2939317591" sldId="519"/>
            <ac:spMk id="3" creationId="{1366D461-1CC9-F01E-FD21-31B4CD86BC51}"/>
          </ac:spMkLst>
        </pc:spChg>
        <pc:spChg chg="mod">
          <ac:chgData name="Meekers Anne" userId="a2c43241-4bbc-4808-ba8a-31bd837f3375" providerId="ADAL" clId="{2DB81860-DFA2-4511-8E26-A567E568DE8A}" dt="2026-04-13T14:57:59.879" v="723" actId="20577"/>
          <ac:spMkLst>
            <pc:docMk/>
            <pc:sldMk cId="2939317591" sldId="519"/>
            <ac:spMk id="8" creationId="{167C2797-896C-7139-029E-BFEBF905841E}"/>
          </ac:spMkLst>
        </pc:spChg>
      </pc:sldChg>
      <pc:sldChg chg="modSp mod">
        <pc:chgData name="Meekers Anne" userId="a2c43241-4bbc-4808-ba8a-31bd837f3375" providerId="ADAL" clId="{2DB81860-DFA2-4511-8E26-A567E568DE8A}" dt="2026-04-08T12:39:30.535" v="681" actId="21"/>
        <pc:sldMkLst>
          <pc:docMk/>
          <pc:sldMk cId="0" sldId="528"/>
        </pc:sldMkLst>
        <pc:spChg chg="mod">
          <ac:chgData name="Meekers Anne" userId="a2c43241-4bbc-4808-ba8a-31bd837f3375" providerId="ADAL" clId="{2DB81860-DFA2-4511-8E26-A567E568DE8A}" dt="2026-03-27T09:59:10.584" v="605" actId="255"/>
          <ac:spMkLst>
            <pc:docMk/>
            <pc:sldMk cId="0" sldId="528"/>
            <ac:spMk id="3" creationId="{EA33103D-658C-603E-5B84-037CCFDC009B}"/>
          </ac:spMkLst>
        </pc:spChg>
        <pc:spChg chg="mod">
          <ac:chgData name="Meekers Anne" userId="a2c43241-4bbc-4808-ba8a-31bd837f3375" providerId="ADAL" clId="{2DB81860-DFA2-4511-8E26-A567E568DE8A}" dt="2026-04-08T12:39:30.535" v="681" actId="21"/>
          <ac:spMkLst>
            <pc:docMk/>
            <pc:sldMk cId="0" sldId="528"/>
            <ac:spMk id="4" creationId="{55848938-0D28-A64D-0AE2-70DFD9880CD6}"/>
          </ac:spMkLst>
        </pc:spChg>
      </pc:sldChg>
      <pc:sldChg chg="modSp mod">
        <pc:chgData name="Meekers Anne" userId="a2c43241-4bbc-4808-ba8a-31bd837f3375" providerId="ADAL" clId="{2DB81860-DFA2-4511-8E26-A567E568DE8A}" dt="2026-03-26T14:58:27.558" v="524" actId="20577"/>
        <pc:sldMkLst>
          <pc:docMk/>
          <pc:sldMk cId="0" sldId="529"/>
        </pc:sldMkLst>
        <pc:spChg chg="mod">
          <ac:chgData name="Meekers Anne" userId="a2c43241-4bbc-4808-ba8a-31bd837f3375" providerId="ADAL" clId="{2DB81860-DFA2-4511-8E26-A567E568DE8A}" dt="2026-03-26T14:55:31.726" v="431" actId="20577"/>
          <ac:spMkLst>
            <pc:docMk/>
            <pc:sldMk cId="0" sldId="529"/>
            <ac:spMk id="3" creationId="{EA33103D-658C-603E-5B84-037CCFDC009B}"/>
          </ac:spMkLst>
        </pc:spChg>
        <pc:spChg chg="mod">
          <ac:chgData name="Meekers Anne" userId="a2c43241-4bbc-4808-ba8a-31bd837f3375" providerId="ADAL" clId="{2DB81860-DFA2-4511-8E26-A567E568DE8A}" dt="2026-03-26T14:58:27.558" v="524" actId="20577"/>
          <ac:spMkLst>
            <pc:docMk/>
            <pc:sldMk cId="0" sldId="529"/>
            <ac:spMk id="4" creationId="{55848938-0D28-A64D-0AE2-70DFD9880CD6}"/>
          </ac:spMkLst>
        </pc:spChg>
      </pc:sldChg>
      <pc:sldChg chg="modSp mod">
        <pc:chgData name="Meekers Anne" userId="a2c43241-4bbc-4808-ba8a-31bd837f3375" providerId="ADAL" clId="{2DB81860-DFA2-4511-8E26-A567E568DE8A}" dt="2026-04-13T15:06:33.058" v="750" actId="20577"/>
        <pc:sldMkLst>
          <pc:docMk/>
          <pc:sldMk cId="0" sldId="530"/>
        </pc:sldMkLst>
        <pc:spChg chg="mod">
          <ac:chgData name="Meekers Anne" userId="a2c43241-4bbc-4808-ba8a-31bd837f3375" providerId="ADAL" clId="{2DB81860-DFA2-4511-8E26-A567E568DE8A}" dt="2026-04-13T15:06:33.058" v="750" actId="20577"/>
          <ac:spMkLst>
            <pc:docMk/>
            <pc:sldMk cId="0" sldId="530"/>
            <ac:spMk id="3" creationId="{EA33103D-658C-603E-5B84-037CCFDC009B}"/>
          </ac:spMkLst>
        </pc:spChg>
      </pc:sldChg>
      <pc:sldChg chg="modSp mod">
        <pc:chgData name="Meekers Anne" userId="a2c43241-4bbc-4808-ba8a-31bd837f3375" providerId="ADAL" clId="{2DB81860-DFA2-4511-8E26-A567E568DE8A}" dt="2026-03-26T14:57:14.907" v="512" actId="20577"/>
        <pc:sldMkLst>
          <pc:docMk/>
          <pc:sldMk cId="1395801518" sldId="535"/>
        </pc:sldMkLst>
        <pc:spChg chg="mod">
          <ac:chgData name="Meekers Anne" userId="a2c43241-4bbc-4808-ba8a-31bd837f3375" providerId="ADAL" clId="{2DB81860-DFA2-4511-8E26-A567E568DE8A}" dt="2026-03-26T14:57:14.907" v="512" actId="20577"/>
          <ac:spMkLst>
            <pc:docMk/>
            <pc:sldMk cId="1395801518" sldId="535"/>
            <ac:spMk id="3" creationId="{0EA352B5-FAF6-6452-C375-1613C81916A7}"/>
          </ac:spMkLst>
        </pc:spChg>
        <pc:spChg chg="mod">
          <ac:chgData name="Meekers Anne" userId="a2c43241-4bbc-4808-ba8a-31bd837f3375" providerId="ADAL" clId="{2DB81860-DFA2-4511-8E26-A567E568DE8A}" dt="2026-03-26T14:55:32.145" v="433" actId="21"/>
          <ac:spMkLst>
            <pc:docMk/>
            <pc:sldMk cId="1395801518" sldId="535"/>
            <ac:spMk id="4" creationId="{5DCA729C-85EA-C3DB-3B2C-849EABF55D29}"/>
          </ac:spMkLst>
        </pc:spChg>
      </pc:sldChg>
      <pc:sldChg chg="modSp mod">
        <pc:chgData name="Meekers Anne" userId="a2c43241-4bbc-4808-ba8a-31bd837f3375" providerId="ADAL" clId="{2DB81860-DFA2-4511-8E26-A567E568DE8A}" dt="2026-04-13T15:08:14.887" v="753" actId="20577"/>
        <pc:sldMkLst>
          <pc:docMk/>
          <pc:sldMk cId="2087919760" sldId="536"/>
        </pc:sldMkLst>
        <pc:graphicFrameChg chg="modGraphic">
          <ac:chgData name="Meekers Anne" userId="a2c43241-4bbc-4808-ba8a-31bd837f3375" providerId="ADAL" clId="{2DB81860-DFA2-4511-8E26-A567E568DE8A}" dt="2026-04-13T15:08:14.887" v="753" actId="20577"/>
          <ac:graphicFrameMkLst>
            <pc:docMk/>
            <pc:sldMk cId="2087919760" sldId="536"/>
            <ac:graphicFrameMk id="4" creationId="{F9A6654F-135C-4159-6E8F-C773F3F44CEF}"/>
          </ac:graphicFrameMkLst>
        </pc:graphicFrameChg>
      </pc:sldChg>
      <pc:sldChg chg="modSp add mod ord">
        <pc:chgData name="Meekers Anne" userId="a2c43241-4bbc-4808-ba8a-31bd837f3375" providerId="ADAL" clId="{2DB81860-DFA2-4511-8E26-A567E568DE8A}" dt="2026-04-13T15:08:19.877" v="756" actId="20577"/>
        <pc:sldMkLst>
          <pc:docMk/>
          <pc:sldMk cId="2937633949" sldId="537"/>
        </pc:sldMkLst>
        <pc:spChg chg="mod">
          <ac:chgData name="Meekers Anne" userId="a2c43241-4bbc-4808-ba8a-31bd837f3375" providerId="ADAL" clId="{2DB81860-DFA2-4511-8E26-A567E568DE8A}" dt="2026-04-13T15:08:19.877" v="756" actId="20577"/>
          <ac:spMkLst>
            <pc:docMk/>
            <pc:sldMk cId="2937633949" sldId="537"/>
            <ac:spMk id="3" creationId="{20F0F2E8-1D9A-DA98-4041-D59FA9A67A5E}"/>
          </ac:spMkLst>
        </pc:spChg>
        <pc:spChg chg="mod">
          <ac:chgData name="Meekers Anne" userId="a2c43241-4bbc-4808-ba8a-31bd837f3375" providerId="ADAL" clId="{2DB81860-DFA2-4511-8E26-A567E568DE8A}" dt="2026-04-08T12:38:50.574" v="675" actId="20577"/>
          <ac:spMkLst>
            <pc:docMk/>
            <pc:sldMk cId="2937633949" sldId="537"/>
            <ac:spMk id="4" creationId="{71EE29DB-39BE-0661-97D8-1F19B20E086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F8CA2B3-B626-1C43-899B-5825DF6FD7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b="1">
              <a:latin typeface="Montserrat" pitchFamily="2" charset="77"/>
            </a:endParaRPr>
          </a:p>
        </p:txBody>
      </p:sp>
      <p:sp>
        <p:nvSpPr>
          <p:cNvPr id="3" name="Date Placeholder 2">
            <a:extLst>
              <a:ext uri="{FF2B5EF4-FFF2-40B4-BE49-F238E27FC236}">
                <a16:creationId xmlns:a16="http://schemas.microsoft.com/office/drawing/2014/main" id="{04ED26F6-D6B2-F442-A4E9-C83E9E9D34C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1FE39B-1064-384A-9D4E-ACB3FD972E12}" type="datetimeFigureOut">
              <a:rPr lang="en-US" b="1" smtClean="0">
                <a:latin typeface="Montserrat" pitchFamily="2" charset="77"/>
              </a:rPr>
              <a:t>4/30/2026</a:t>
            </a:fld>
            <a:endParaRPr lang="en-US" b="1">
              <a:latin typeface="Montserrat" pitchFamily="2" charset="77"/>
            </a:endParaRPr>
          </a:p>
        </p:txBody>
      </p:sp>
      <p:sp>
        <p:nvSpPr>
          <p:cNvPr id="4" name="Footer Placeholder 3">
            <a:extLst>
              <a:ext uri="{FF2B5EF4-FFF2-40B4-BE49-F238E27FC236}">
                <a16:creationId xmlns:a16="http://schemas.microsoft.com/office/drawing/2014/main" id="{C520CDBB-9EC8-164F-A326-927B24B61AB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b="1">
              <a:latin typeface="Montserrat" pitchFamily="2" charset="77"/>
            </a:endParaRPr>
          </a:p>
        </p:txBody>
      </p:sp>
      <p:sp>
        <p:nvSpPr>
          <p:cNvPr id="5" name="Slide Number Placeholder 4">
            <a:extLst>
              <a:ext uri="{FF2B5EF4-FFF2-40B4-BE49-F238E27FC236}">
                <a16:creationId xmlns:a16="http://schemas.microsoft.com/office/drawing/2014/main" id="{4AD79733-3451-7944-B77D-EDDB6D0724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B2AEE3-5FBF-9A41-91B2-6B0E61BF4F7A}" type="slidenum">
              <a:rPr lang="en-US" b="1" smtClean="0">
                <a:latin typeface="Montserrat" pitchFamily="2" charset="77"/>
              </a:rPr>
              <a:t>‹#›</a:t>
            </a:fld>
            <a:endParaRPr lang="en-US" b="1">
              <a:latin typeface="Montserrat" pitchFamily="2" charset="77"/>
            </a:endParaRPr>
          </a:p>
        </p:txBody>
      </p:sp>
    </p:spTree>
    <p:extLst>
      <p:ext uri="{BB962C8B-B14F-4D97-AF65-F5344CB8AC3E}">
        <p14:creationId xmlns:p14="http://schemas.microsoft.com/office/powerpoint/2010/main" val="13762792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1" i="0">
                <a:latin typeface="Montserrat" pitchFamily="2" charset="77"/>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1" i="0">
                <a:latin typeface="Montserrat" pitchFamily="2" charset="77"/>
              </a:defRPr>
            </a:lvl1pPr>
          </a:lstStyle>
          <a:p>
            <a:fld id="{02535CB8-0D4C-D347-99F6-BAC983D1B122}" type="datetimeFigureOut">
              <a:rPr lang="en-US" smtClean="0"/>
              <a:pPr/>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1" i="0">
                <a:latin typeface="Montserrat" pitchFamily="2" charset="77"/>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1" i="0">
                <a:latin typeface="Montserrat" pitchFamily="2" charset="77"/>
              </a:defRPr>
            </a:lvl1pPr>
          </a:lstStyle>
          <a:p>
            <a:fld id="{2858CA94-6365-6745-84B3-7F078AFF036D}" type="slidenum">
              <a:rPr lang="en-US" smtClean="0"/>
              <a:pPr/>
              <a:t>‹#›</a:t>
            </a:fld>
            <a:endParaRPr lang="en-US"/>
          </a:p>
        </p:txBody>
      </p:sp>
    </p:spTree>
    <p:extLst>
      <p:ext uri="{BB962C8B-B14F-4D97-AF65-F5344CB8AC3E}">
        <p14:creationId xmlns:p14="http://schemas.microsoft.com/office/powerpoint/2010/main" val="1902209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200" b="1" i="0" kern="1200">
        <a:solidFill>
          <a:schemeClr val="tx1"/>
        </a:solidFill>
        <a:latin typeface="Montserrat" pitchFamily="2" charset="77"/>
        <a:ea typeface="+mn-ea"/>
        <a:cs typeface="+mn-cs"/>
      </a:defRPr>
    </a:lvl2pPr>
    <a:lvl3pPr marL="914400" algn="l" defTabSz="914400" rtl="0" eaLnBrk="1" latinLnBrk="0" hangingPunct="1">
      <a:defRPr sz="1200" b="1" i="0" kern="1200">
        <a:solidFill>
          <a:schemeClr val="tx1"/>
        </a:solidFill>
        <a:latin typeface="Montserrat" pitchFamily="2" charset="77"/>
        <a:ea typeface="+mn-ea"/>
        <a:cs typeface="+mn-cs"/>
      </a:defRPr>
    </a:lvl3pPr>
    <a:lvl4pPr marL="1371600" algn="l" defTabSz="914400" rtl="0" eaLnBrk="1" latinLnBrk="0" hangingPunct="1">
      <a:defRPr sz="1200" b="1" i="0" kern="1200">
        <a:solidFill>
          <a:schemeClr val="tx1"/>
        </a:solidFill>
        <a:latin typeface="Montserrat" pitchFamily="2" charset="77"/>
        <a:ea typeface="+mn-ea"/>
        <a:cs typeface="+mn-cs"/>
      </a:defRPr>
    </a:lvl4pPr>
    <a:lvl5pPr marL="1828800" algn="l" defTabSz="914400" rtl="0" eaLnBrk="1" latinLnBrk="0" hangingPunct="1">
      <a:defRPr sz="1200" b="1" i="0" kern="1200">
        <a:solidFill>
          <a:schemeClr val="tx1"/>
        </a:solidFill>
        <a:latin typeface="Montserrat" pitchFamily="2"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4" name="Picture Placeholder 43">
            <a:extLst>
              <a:ext uri="{FF2B5EF4-FFF2-40B4-BE49-F238E27FC236}">
                <a16:creationId xmlns:a16="http://schemas.microsoft.com/office/drawing/2014/main" id="{EDC70DC5-5E6A-E0EB-5EDC-0B08D912CB15}"/>
              </a:ext>
            </a:extLst>
          </p:cNvPr>
          <p:cNvSpPr>
            <a:spLocks noGrp="1"/>
          </p:cNvSpPr>
          <p:nvPr>
            <p:ph type="pic" sz="quarter" idx="13"/>
          </p:nvPr>
        </p:nvSpPr>
        <p:spPr>
          <a:xfrm>
            <a:off x="2743690" y="-24294"/>
            <a:ext cx="9448310" cy="6882294"/>
          </a:xfrm>
          <a:custGeom>
            <a:avLst/>
            <a:gdLst>
              <a:gd name="connsiteX0" fmla="*/ 2370056 w 9448310"/>
              <a:gd name="connsiteY0" fmla="*/ 0 h 6882294"/>
              <a:gd name="connsiteX1" fmla="*/ 9448310 w 9448310"/>
              <a:gd name="connsiteY1" fmla="*/ 0 h 6882294"/>
              <a:gd name="connsiteX2" fmla="*/ 9448310 w 9448310"/>
              <a:gd name="connsiteY2" fmla="*/ 6875754 h 6882294"/>
              <a:gd name="connsiteX3" fmla="*/ 9446058 w 9448310"/>
              <a:gd name="connsiteY3" fmla="*/ 6882294 h 6882294"/>
              <a:gd name="connsiteX4" fmla="*/ 0 w 9448310"/>
              <a:gd name="connsiteY4" fmla="*/ 6882294 h 6882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310" h="6882294">
                <a:moveTo>
                  <a:pt x="2370056" y="0"/>
                </a:moveTo>
                <a:lnTo>
                  <a:pt x="9448310" y="0"/>
                </a:lnTo>
                <a:lnTo>
                  <a:pt x="9448310" y="6875754"/>
                </a:lnTo>
                <a:lnTo>
                  <a:pt x="9446058" y="6882294"/>
                </a:lnTo>
                <a:lnTo>
                  <a:pt x="0" y="6882294"/>
                </a:lnTo>
                <a:close/>
              </a:path>
            </a:pathLst>
          </a:custGeom>
          <a:solidFill>
            <a:schemeClr val="accent3"/>
          </a:solidFill>
        </p:spPr>
        <p:txBody>
          <a:bodyPr wrap="square" rIns="540000" anchor="ctr">
            <a:noAutofit/>
          </a:bodyPr>
          <a:lstStyle>
            <a:lvl1pPr marL="0" indent="0" algn="ctr">
              <a:buNone/>
              <a:defRPr b="1" i="0">
                <a:solidFill>
                  <a:schemeClr val="bg1"/>
                </a:solidFill>
                <a:latin typeface="Montserrat" pitchFamily="2" charset="77"/>
              </a:defRPr>
            </a:lvl1pPr>
          </a:lstStyle>
          <a:p>
            <a:r>
              <a:rPr lang="en-GB"/>
              <a:t>Click icon to add picture</a:t>
            </a:r>
            <a:endParaRPr lang="nl-NL"/>
          </a:p>
        </p:txBody>
      </p:sp>
      <p:sp>
        <p:nvSpPr>
          <p:cNvPr id="44" name="Picture Placeholder 43">
            <a:extLst>
              <a:ext uri="{FF2B5EF4-FFF2-40B4-BE49-F238E27FC236}">
                <a16:creationId xmlns:a16="http://schemas.microsoft.com/office/drawing/2014/main" id="{A72E9E17-E098-CAD0-3669-7A2409FFBD4F}"/>
              </a:ext>
            </a:extLst>
          </p:cNvPr>
          <p:cNvSpPr>
            <a:spLocks noGrp="1"/>
          </p:cNvSpPr>
          <p:nvPr>
            <p:ph type="pic" sz="quarter" idx="11"/>
          </p:nvPr>
        </p:nvSpPr>
        <p:spPr>
          <a:xfrm>
            <a:off x="2743017" y="-12147"/>
            <a:ext cx="9448310" cy="6882294"/>
          </a:xfrm>
          <a:custGeom>
            <a:avLst/>
            <a:gdLst>
              <a:gd name="connsiteX0" fmla="*/ 2370056 w 9448310"/>
              <a:gd name="connsiteY0" fmla="*/ 0 h 6882294"/>
              <a:gd name="connsiteX1" fmla="*/ 9448310 w 9448310"/>
              <a:gd name="connsiteY1" fmla="*/ 0 h 6882294"/>
              <a:gd name="connsiteX2" fmla="*/ 9448310 w 9448310"/>
              <a:gd name="connsiteY2" fmla="*/ 6875754 h 6882294"/>
              <a:gd name="connsiteX3" fmla="*/ 9446058 w 9448310"/>
              <a:gd name="connsiteY3" fmla="*/ 6882294 h 6882294"/>
              <a:gd name="connsiteX4" fmla="*/ 0 w 9448310"/>
              <a:gd name="connsiteY4" fmla="*/ 6882294 h 6882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310" h="6882294">
                <a:moveTo>
                  <a:pt x="2370056" y="0"/>
                </a:moveTo>
                <a:lnTo>
                  <a:pt x="9448310" y="0"/>
                </a:lnTo>
                <a:lnTo>
                  <a:pt x="9448310" y="6875754"/>
                </a:lnTo>
                <a:lnTo>
                  <a:pt x="9446058" y="6882294"/>
                </a:lnTo>
                <a:lnTo>
                  <a:pt x="0" y="6882294"/>
                </a:lnTo>
                <a:close/>
              </a:path>
            </a:pathLst>
          </a:custGeom>
          <a:blipFill>
            <a:blip r:embed="rId2"/>
            <a:stretch>
              <a:fillRect/>
            </a:stretch>
          </a:blipFill>
        </p:spPr>
        <p:txBody>
          <a:bodyPr wrap="square" rIns="540000" anchor="ctr">
            <a:noAutofit/>
          </a:bodyPr>
          <a:lstStyle>
            <a:lvl1pPr marL="0" indent="0" algn="ctr">
              <a:buNone/>
              <a:defRPr b="0" i="0">
                <a:solidFill>
                  <a:schemeClr val="bg1"/>
                </a:solidFill>
                <a:latin typeface="Montserrat" pitchFamily="2" charset="77"/>
              </a:defRPr>
            </a:lvl1pPr>
          </a:lstStyle>
          <a:p>
            <a:r>
              <a:rPr lang="en-GB"/>
              <a:t>Click icon to add picture</a:t>
            </a:r>
            <a:endParaRPr lang="nl-NL"/>
          </a:p>
        </p:txBody>
      </p:sp>
      <p:sp>
        <p:nvSpPr>
          <p:cNvPr id="2" name="Title 1">
            <a:extLst>
              <a:ext uri="{FF2B5EF4-FFF2-40B4-BE49-F238E27FC236}">
                <a16:creationId xmlns:a16="http://schemas.microsoft.com/office/drawing/2014/main" id="{44A2AD35-5A83-402C-6E31-D4825C357B43}"/>
              </a:ext>
            </a:extLst>
          </p:cNvPr>
          <p:cNvSpPr>
            <a:spLocks noGrp="1"/>
          </p:cNvSpPr>
          <p:nvPr>
            <p:ph type="title"/>
          </p:nvPr>
        </p:nvSpPr>
        <p:spPr>
          <a:xfrm>
            <a:off x="550863" y="2299809"/>
            <a:ext cx="6616893" cy="2258382"/>
          </a:xfrm>
        </p:spPr>
        <p:txBody>
          <a:bodyPr>
            <a:normAutofit/>
          </a:bodyPr>
          <a:lstStyle>
            <a:lvl1pPr>
              <a:defRPr sz="4400" b="1" i="0">
                <a:latin typeface="Montserrat" pitchFamily="2" charset="77"/>
              </a:defRPr>
            </a:lvl1pPr>
          </a:lstStyle>
          <a:p>
            <a:r>
              <a:rPr lang="en-GB"/>
              <a:t>Click to edit Master title style</a:t>
            </a:r>
            <a:endParaRPr lang="nl-NL"/>
          </a:p>
        </p:txBody>
      </p:sp>
      <p:sp>
        <p:nvSpPr>
          <p:cNvPr id="46" name="Text Placeholder 45">
            <a:extLst>
              <a:ext uri="{FF2B5EF4-FFF2-40B4-BE49-F238E27FC236}">
                <a16:creationId xmlns:a16="http://schemas.microsoft.com/office/drawing/2014/main" id="{CB450BB5-9120-806B-5FE2-0CF22049605F}"/>
              </a:ext>
            </a:extLst>
          </p:cNvPr>
          <p:cNvSpPr>
            <a:spLocks noGrp="1"/>
          </p:cNvSpPr>
          <p:nvPr userDrawn="1">
            <p:ph type="body" sz="quarter" idx="12" hasCustomPrompt="1"/>
          </p:nvPr>
        </p:nvSpPr>
        <p:spPr>
          <a:xfrm>
            <a:off x="550863" y="4558190"/>
            <a:ext cx="2989262" cy="1750535"/>
          </a:xfrm>
        </p:spPr>
        <p:txBody>
          <a:bodyPr>
            <a:noAutofit/>
          </a:bodyPr>
          <a:lstStyle>
            <a:lvl1pPr marL="0" indent="0">
              <a:buNone/>
              <a:defRPr sz="1600" b="1" i="0">
                <a:solidFill>
                  <a:schemeClr val="tx2"/>
                </a:solidFill>
                <a:latin typeface="Montserrat" pitchFamily="2" charset="77"/>
              </a:defRPr>
            </a:lvl1pPr>
            <a:lvl2pPr marL="11113" indent="0">
              <a:buNone/>
              <a:tabLst/>
              <a:defRPr sz="1600" b="1" i="0">
                <a:solidFill>
                  <a:schemeClr val="tx2"/>
                </a:solidFill>
                <a:latin typeface="Montserrat" pitchFamily="2" charset="77"/>
              </a:defRPr>
            </a:lvl2pPr>
          </a:lstStyle>
          <a:p>
            <a:pPr lvl="0"/>
            <a:r>
              <a:rPr lang="en-GB"/>
              <a:t>First Name Last Name</a:t>
            </a:r>
          </a:p>
          <a:p>
            <a:pPr lvl="1"/>
            <a:r>
              <a:rPr lang="en-GB"/>
              <a:t>Function </a:t>
            </a:r>
          </a:p>
          <a:p>
            <a:pPr lvl="1"/>
            <a:r>
              <a:rPr lang="en-GB"/>
              <a:t>Date</a:t>
            </a:r>
          </a:p>
        </p:txBody>
      </p:sp>
      <p:sp>
        <p:nvSpPr>
          <p:cNvPr id="8" name="Picture Placeholder 7">
            <a:extLst>
              <a:ext uri="{FF2B5EF4-FFF2-40B4-BE49-F238E27FC236}">
                <a16:creationId xmlns:a16="http://schemas.microsoft.com/office/drawing/2014/main" id="{D262D819-2817-B6A2-9775-38FB38F02FDD}"/>
              </a:ext>
            </a:extLst>
          </p:cNvPr>
          <p:cNvSpPr>
            <a:spLocks noGrp="1"/>
          </p:cNvSpPr>
          <p:nvPr>
            <p:ph type="pic" sz="quarter" idx="15"/>
          </p:nvPr>
        </p:nvSpPr>
        <p:spPr>
          <a:xfrm>
            <a:off x="9787729" y="952910"/>
            <a:ext cx="3530976" cy="5363310"/>
          </a:xfrm>
          <a:custGeom>
            <a:avLst/>
            <a:gdLst>
              <a:gd name="connsiteX0" fmla="*/ 1852731 w 3530976"/>
              <a:gd name="connsiteY0" fmla="*/ 0 h 5363310"/>
              <a:gd name="connsiteX1" fmla="*/ 3530976 w 3530976"/>
              <a:gd name="connsiteY1" fmla="*/ 0 h 5363310"/>
              <a:gd name="connsiteX2" fmla="*/ 1678245 w 3530976"/>
              <a:gd name="connsiteY2" fmla="*/ 5355952 h 5363310"/>
              <a:gd name="connsiteX3" fmla="*/ 0 w 3530976"/>
              <a:gd name="connsiteY3" fmla="*/ 5363310 h 5363310"/>
            </a:gdLst>
            <a:ahLst/>
            <a:cxnLst>
              <a:cxn ang="0">
                <a:pos x="connsiteX0" y="connsiteY0"/>
              </a:cxn>
              <a:cxn ang="0">
                <a:pos x="connsiteX1" y="connsiteY1"/>
              </a:cxn>
              <a:cxn ang="0">
                <a:pos x="connsiteX2" y="connsiteY2"/>
              </a:cxn>
              <a:cxn ang="0">
                <a:pos x="connsiteX3" y="connsiteY3"/>
              </a:cxn>
            </a:cxnLst>
            <a:rect l="l" t="t" r="r" b="b"/>
            <a:pathLst>
              <a:path w="3530976" h="5363310">
                <a:moveTo>
                  <a:pt x="1852731" y="0"/>
                </a:moveTo>
                <a:lnTo>
                  <a:pt x="3530976" y="0"/>
                </a:lnTo>
                <a:lnTo>
                  <a:pt x="1678245" y="5355952"/>
                </a:lnTo>
                <a:lnTo>
                  <a:pt x="0" y="5363310"/>
                </a:lnTo>
                <a:close/>
              </a:path>
            </a:pathLst>
          </a:custGeom>
          <a:solidFill>
            <a:schemeClr val="accent1"/>
          </a:solidFill>
        </p:spPr>
        <p:txBody>
          <a:bodyPr wrap="square" anchor="ctr">
            <a:noAutofit/>
          </a:bodyPr>
          <a:lstStyle>
            <a:lvl1pPr algn="ctr">
              <a:defRPr sz="100">
                <a:solidFill>
                  <a:schemeClr val="accent1"/>
                </a:solidFill>
              </a:defRPr>
            </a:lvl1pPr>
          </a:lstStyle>
          <a:p>
            <a:r>
              <a:rPr lang="en-GB"/>
              <a:t>Click icon to add picture</a:t>
            </a:r>
            <a:endParaRPr lang="en-BE"/>
          </a:p>
        </p:txBody>
      </p:sp>
      <p:sp>
        <p:nvSpPr>
          <p:cNvPr id="5" name="Picture Placeholder 6">
            <a:extLst>
              <a:ext uri="{FF2B5EF4-FFF2-40B4-BE49-F238E27FC236}">
                <a16:creationId xmlns:a16="http://schemas.microsoft.com/office/drawing/2014/main" id="{95510EBA-0699-78D2-E924-A803D80554FB}"/>
              </a:ext>
            </a:extLst>
          </p:cNvPr>
          <p:cNvSpPr>
            <a:spLocks noGrp="1"/>
          </p:cNvSpPr>
          <p:nvPr>
            <p:ph type="pic" sz="quarter" idx="14"/>
          </p:nvPr>
        </p:nvSpPr>
        <p:spPr>
          <a:xfrm>
            <a:off x="10346729" y="961926"/>
            <a:ext cx="3791344" cy="5345121"/>
          </a:xfrm>
          <a:custGeom>
            <a:avLst/>
            <a:gdLst>
              <a:gd name="connsiteX0" fmla="*/ 0 w 4983163"/>
              <a:gd name="connsiteY0" fmla="*/ 5440363 h 5440363"/>
              <a:gd name="connsiteX1" fmla="*/ 1245791 w 4983163"/>
              <a:gd name="connsiteY1" fmla="*/ 0 h 5440363"/>
              <a:gd name="connsiteX2" fmla="*/ 4983163 w 4983163"/>
              <a:gd name="connsiteY2" fmla="*/ 0 h 5440363"/>
              <a:gd name="connsiteX3" fmla="*/ 3737372 w 4983163"/>
              <a:gd name="connsiteY3" fmla="*/ 5440363 h 5440363"/>
              <a:gd name="connsiteX4" fmla="*/ 0 w 4983163"/>
              <a:gd name="connsiteY4" fmla="*/ 5440363 h 5440363"/>
              <a:gd name="connsiteX0" fmla="*/ 0 w 4983163"/>
              <a:gd name="connsiteY0" fmla="*/ 5440363 h 5440363"/>
              <a:gd name="connsiteX1" fmla="*/ 3015975 w 4983163"/>
              <a:gd name="connsiteY1" fmla="*/ 11723 h 5440363"/>
              <a:gd name="connsiteX2" fmla="*/ 4983163 w 4983163"/>
              <a:gd name="connsiteY2" fmla="*/ 0 h 5440363"/>
              <a:gd name="connsiteX3" fmla="*/ 3737372 w 4983163"/>
              <a:gd name="connsiteY3" fmla="*/ 5440363 h 5440363"/>
              <a:gd name="connsiteX4" fmla="*/ 0 w 4983163"/>
              <a:gd name="connsiteY4" fmla="*/ 5440363 h 5440363"/>
              <a:gd name="connsiteX0" fmla="*/ 0 w 3810855"/>
              <a:gd name="connsiteY0" fmla="*/ 5428639 h 5440363"/>
              <a:gd name="connsiteX1" fmla="*/ 1843667 w 3810855"/>
              <a:gd name="connsiteY1" fmla="*/ 11723 h 5440363"/>
              <a:gd name="connsiteX2" fmla="*/ 3810855 w 3810855"/>
              <a:gd name="connsiteY2" fmla="*/ 0 h 5440363"/>
              <a:gd name="connsiteX3" fmla="*/ 2565064 w 3810855"/>
              <a:gd name="connsiteY3" fmla="*/ 5440363 h 5440363"/>
              <a:gd name="connsiteX4" fmla="*/ 0 w 3810855"/>
              <a:gd name="connsiteY4" fmla="*/ 5428639 h 5440363"/>
              <a:gd name="connsiteX0" fmla="*/ 0 w 3810855"/>
              <a:gd name="connsiteY0" fmla="*/ 5428639 h 5452086"/>
              <a:gd name="connsiteX1" fmla="*/ 1843667 w 3810855"/>
              <a:gd name="connsiteY1" fmla="*/ 11723 h 5452086"/>
              <a:gd name="connsiteX2" fmla="*/ 3810855 w 3810855"/>
              <a:gd name="connsiteY2" fmla="*/ 0 h 5452086"/>
              <a:gd name="connsiteX3" fmla="*/ 1990633 w 3810855"/>
              <a:gd name="connsiteY3" fmla="*/ 5452086 h 5452086"/>
              <a:gd name="connsiteX4" fmla="*/ 0 w 3810855"/>
              <a:gd name="connsiteY4" fmla="*/ 5428639 h 5452086"/>
              <a:gd name="connsiteX0" fmla="*/ 0 w 3846024"/>
              <a:gd name="connsiteY0" fmla="*/ 5416916 h 5440363"/>
              <a:gd name="connsiteX1" fmla="*/ 1843667 w 3846024"/>
              <a:gd name="connsiteY1" fmla="*/ 0 h 5440363"/>
              <a:gd name="connsiteX2" fmla="*/ 3846024 w 3846024"/>
              <a:gd name="connsiteY2" fmla="*/ 11723 h 5440363"/>
              <a:gd name="connsiteX3" fmla="*/ 1990633 w 3846024"/>
              <a:gd name="connsiteY3" fmla="*/ 5440363 h 5440363"/>
              <a:gd name="connsiteX4" fmla="*/ 0 w 3846024"/>
              <a:gd name="connsiteY4" fmla="*/ 5416916 h 5440363"/>
              <a:gd name="connsiteX0" fmla="*/ 0 w 3846024"/>
              <a:gd name="connsiteY0" fmla="*/ 5413169 h 5436616"/>
              <a:gd name="connsiteX1" fmla="*/ 1877395 w 3846024"/>
              <a:gd name="connsiteY1" fmla="*/ 0 h 5436616"/>
              <a:gd name="connsiteX2" fmla="*/ 3846024 w 3846024"/>
              <a:gd name="connsiteY2" fmla="*/ 7976 h 5436616"/>
              <a:gd name="connsiteX3" fmla="*/ 1990633 w 3846024"/>
              <a:gd name="connsiteY3" fmla="*/ 5436616 h 5436616"/>
              <a:gd name="connsiteX4" fmla="*/ 0 w 3846024"/>
              <a:gd name="connsiteY4" fmla="*/ 5413169 h 5436616"/>
              <a:gd name="connsiteX0" fmla="*/ 0 w 3853519"/>
              <a:gd name="connsiteY0" fmla="*/ 5413169 h 5436616"/>
              <a:gd name="connsiteX1" fmla="*/ 1877395 w 3853519"/>
              <a:gd name="connsiteY1" fmla="*/ 0 h 5436616"/>
              <a:gd name="connsiteX2" fmla="*/ 3853519 w 3853519"/>
              <a:gd name="connsiteY2" fmla="*/ 7976 h 5436616"/>
              <a:gd name="connsiteX3" fmla="*/ 1990633 w 3853519"/>
              <a:gd name="connsiteY3" fmla="*/ 5436616 h 5436616"/>
              <a:gd name="connsiteX4" fmla="*/ 0 w 3853519"/>
              <a:gd name="connsiteY4" fmla="*/ 5413169 h 5436616"/>
              <a:gd name="connsiteX0" fmla="*/ 0 w 3864762"/>
              <a:gd name="connsiteY0" fmla="*/ 5420183 h 5443630"/>
              <a:gd name="connsiteX1" fmla="*/ 1877395 w 3864762"/>
              <a:gd name="connsiteY1" fmla="*/ 7014 h 5443630"/>
              <a:gd name="connsiteX2" fmla="*/ 3864762 w 3864762"/>
              <a:gd name="connsiteY2" fmla="*/ 0 h 5443630"/>
              <a:gd name="connsiteX3" fmla="*/ 1990633 w 3864762"/>
              <a:gd name="connsiteY3" fmla="*/ 5443630 h 5443630"/>
              <a:gd name="connsiteX4" fmla="*/ 0 w 3864762"/>
              <a:gd name="connsiteY4" fmla="*/ 5420183 h 5443630"/>
              <a:gd name="connsiteX0" fmla="*/ 0 w 3861015"/>
              <a:gd name="connsiteY0" fmla="*/ 5453911 h 5453911"/>
              <a:gd name="connsiteX1" fmla="*/ 1873648 w 3861015"/>
              <a:gd name="connsiteY1" fmla="*/ 7014 h 5453911"/>
              <a:gd name="connsiteX2" fmla="*/ 3861015 w 3861015"/>
              <a:gd name="connsiteY2" fmla="*/ 0 h 5453911"/>
              <a:gd name="connsiteX3" fmla="*/ 1986886 w 3861015"/>
              <a:gd name="connsiteY3" fmla="*/ 5443630 h 5453911"/>
              <a:gd name="connsiteX4" fmla="*/ 0 w 3861015"/>
              <a:gd name="connsiteY4" fmla="*/ 5453911 h 5453911"/>
              <a:gd name="connsiteX0" fmla="*/ 0 w 3868510"/>
              <a:gd name="connsiteY0" fmla="*/ 5453911 h 5453911"/>
              <a:gd name="connsiteX1" fmla="*/ 1881143 w 3868510"/>
              <a:gd name="connsiteY1" fmla="*/ 7014 h 5453911"/>
              <a:gd name="connsiteX2" fmla="*/ 3868510 w 3868510"/>
              <a:gd name="connsiteY2" fmla="*/ 0 h 5453911"/>
              <a:gd name="connsiteX3" fmla="*/ 1994381 w 3868510"/>
              <a:gd name="connsiteY3" fmla="*/ 5443630 h 5453911"/>
              <a:gd name="connsiteX4" fmla="*/ 0 w 3868510"/>
              <a:gd name="connsiteY4" fmla="*/ 5453911 h 545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0" h="5453911">
                <a:moveTo>
                  <a:pt x="0" y="5453911"/>
                </a:moveTo>
                <a:lnTo>
                  <a:pt x="1881143" y="7014"/>
                </a:lnTo>
                <a:lnTo>
                  <a:pt x="3868510" y="0"/>
                </a:lnTo>
                <a:lnTo>
                  <a:pt x="1994381" y="5443630"/>
                </a:lnTo>
                <a:lnTo>
                  <a:pt x="0" y="5453911"/>
                </a:lnTo>
                <a:close/>
              </a:path>
            </a:pathLst>
          </a:custGeom>
          <a:solidFill>
            <a:schemeClr val="bg1"/>
          </a:solidFill>
        </p:spPr>
        <p:txBody>
          <a:bodyPr anchor="ctr">
            <a:normAutofit/>
          </a:bodyPr>
          <a:lstStyle>
            <a:lvl1pPr algn="ctr">
              <a:defRPr sz="100" b="1" i="0">
                <a:solidFill>
                  <a:schemeClr val="bg1"/>
                </a:solidFill>
                <a:latin typeface="Montserrat" pitchFamily="2" charset="77"/>
              </a:defRPr>
            </a:lvl1pPr>
          </a:lstStyle>
          <a:p>
            <a:r>
              <a:rPr lang="en-GB"/>
              <a:t>Click icon to add picture</a:t>
            </a:r>
            <a:endParaRPr lang="en-BE"/>
          </a:p>
        </p:txBody>
      </p:sp>
      <p:pic>
        <p:nvPicPr>
          <p:cNvPr id="3" name="Graphic 2">
            <a:extLst>
              <a:ext uri="{FF2B5EF4-FFF2-40B4-BE49-F238E27FC236}">
                <a16:creationId xmlns:a16="http://schemas.microsoft.com/office/drawing/2014/main" id="{A07AD1BE-9786-376E-ED51-49557494625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0863" y="425317"/>
            <a:ext cx="2192154" cy="658733"/>
          </a:xfrm>
          <a:prstGeom prst="rect">
            <a:avLst/>
          </a:prstGeom>
        </p:spPr>
      </p:pic>
    </p:spTree>
    <p:extLst>
      <p:ext uri="{BB962C8B-B14F-4D97-AF65-F5344CB8AC3E}">
        <p14:creationId xmlns:p14="http://schemas.microsoft.com/office/powerpoint/2010/main" val="3955881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blue">
    <p:bg>
      <p:bgPr>
        <a:solidFill>
          <a:schemeClr val="tx2"/>
        </a:solidFill>
        <a:effectLst/>
      </p:bgPr>
    </p:bg>
    <p:spTree>
      <p:nvGrpSpPr>
        <p:cNvPr id="1" name=""/>
        <p:cNvGrpSpPr/>
        <p:nvPr/>
      </p:nvGrpSpPr>
      <p:grpSpPr>
        <a:xfrm>
          <a:off x="0" y="0"/>
          <a:ext cx="0" cy="0"/>
          <a:chOff x="0" y="0"/>
          <a:chExt cx="0" cy="0"/>
        </a:xfrm>
      </p:grpSpPr>
      <p:sp>
        <p:nvSpPr>
          <p:cNvPr id="4" name="Picture Placeholder 43">
            <a:extLst>
              <a:ext uri="{FF2B5EF4-FFF2-40B4-BE49-F238E27FC236}">
                <a16:creationId xmlns:a16="http://schemas.microsoft.com/office/drawing/2014/main" id="{EDC70DC5-5E6A-E0EB-5EDC-0B08D912CB15}"/>
              </a:ext>
            </a:extLst>
          </p:cNvPr>
          <p:cNvSpPr>
            <a:spLocks noGrp="1"/>
          </p:cNvSpPr>
          <p:nvPr>
            <p:ph type="pic" sz="quarter" idx="13"/>
          </p:nvPr>
        </p:nvSpPr>
        <p:spPr>
          <a:xfrm>
            <a:off x="2743690" y="-24294"/>
            <a:ext cx="9448310" cy="6882294"/>
          </a:xfrm>
          <a:custGeom>
            <a:avLst/>
            <a:gdLst>
              <a:gd name="connsiteX0" fmla="*/ 2370056 w 9448310"/>
              <a:gd name="connsiteY0" fmla="*/ 0 h 6882294"/>
              <a:gd name="connsiteX1" fmla="*/ 9448310 w 9448310"/>
              <a:gd name="connsiteY1" fmla="*/ 0 h 6882294"/>
              <a:gd name="connsiteX2" fmla="*/ 9448310 w 9448310"/>
              <a:gd name="connsiteY2" fmla="*/ 6875754 h 6882294"/>
              <a:gd name="connsiteX3" fmla="*/ 9446058 w 9448310"/>
              <a:gd name="connsiteY3" fmla="*/ 6882294 h 6882294"/>
              <a:gd name="connsiteX4" fmla="*/ 0 w 9448310"/>
              <a:gd name="connsiteY4" fmla="*/ 6882294 h 6882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310" h="6882294">
                <a:moveTo>
                  <a:pt x="2370056" y="0"/>
                </a:moveTo>
                <a:lnTo>
                  <a:pt x="9448310" y="0"/>
                </a:lnTo>
                <a:lnTo>
                  <a:pt x="9448310" y="6875754"/>
                </a:lnTo>
                <a:lnTo>
                  <a:pt x="9446058" y="6882294"/>
                </a:lnTo>
                <a:lnTo>
                  <a:pt x="0" y="6882294"/>
                </a:lnTo>
                <a:close/>
              </a:path>
            </a:pathLst>
          </a:custGeom>
          <a:solidFill>
            <a:schemeClr val="accent3"/>
          </a:solidFill>
        </p:spPr>
        <p:txBody>
          <a:bodyPr wrap="square" rIns="540000" anchor="ctr">
            <a:noAutofit/>
          </a:bodyPr>
          <a:lstStyle>
            <a:lvl1pPr marL="0" indent="0" algn="ctr">
              <a:buNone/>
              <a:defRPr b="1" i="0">
                <a:solidFill>
                  <a:schemeClr val="bg1"/>
                </a:solidFill>
                <a:latin typeface="Montserrat" pitchFamily="2" charset="77"/>
              </a:defRPr>
            </a:lvl1pPr>
          </a:lstStyle>
          <a:p>
            <a:r>
              <a:rPr lang="en-GB"/>
              <a:t>Click icon to add picture</a:t>
            </a:r>
            <a:endParaRPr lang="nl-NL"/>
          </a:p>
        </p:txBody>
      </p:sp>
      <p:sp>
        <p:nvSpPr>
          <p:cNvPr id="44" name="Picture Placeholder 43">
            <a:extLst>
              <a:ext uri="{FF2B5EF4-FFF2-40B4-BE49-F238E27FC236}">
                <a16:creationId xmlns:a16="http://schemas.microsoft.com/office/drawing/2014/main" id="{A72E9E17-E098-CAD0-3669-7A2409FFBD4F}"/>
              </a:ext>
            </a:extLst>
          </p:cNvPr>
          <p:cNvSpPr>
            <a:spLocks noGrp="1"/>
          </p:cNvSpPr>
          <p:nvPr>
            <p:ph type="pic" sz="quarter" idx="11"/>
          </p:nvPr>
        </p:nvSpPr>
        <p:spPr>
          <a:xfrm>
            <a:off x="2743017" y="-12147"/>
            <a:ext cx="9448310" cy="6882294"/>
          </a:xfrm>
          <a:custGeom>
            <a:avLst/>
            <a:gdLst>
              <a:gd name="connsiteX0" fmla="*/ 2370056 w 9448310"/>
              <a:gd name="connsiteY0" fmla="*/ 0 h 6882294"/>
              <a:gd name="connsiteX1" fmla="*/ 9448310 w 9448310"/>
              <a:gd name="connsiteY1" fmla="*/ 0 h 6882294"/>
              <a:gd name="connsiteX2" fmla="*/ 9448310 w 9448310"/>
              <a:gd name="connsiteY2" fmla="*/ 6875754 h 6882294"/>
              <a:gd name="connsiteX3" fmla="*/ 9446058 w 9448310"/>
              <a:gd name="connsiteY3" fmla="*/ 6882294 h 6882294"/>
              <a:gd name="connsiteX4" fmla="*/ 0 w 9448310"/>
              <a:gd name="connsiteY4" fmla="*/ 6882294 h 6882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310" h="6882294">
                <a:moveTo>
                  <a:pt x="2370056" y="0"/>
                </a:moveTo>
                <a:lnTo>
                  <a:pt x="9448310" y="0"/>
                </a:lnTo>
                <a:lnTo>
                  <a:pt x="9448310" y="6875754"/>
                </a:lnTo>
                <a:lnTo>
                  <a:pt x="9446058" y="6882294"/>
                </a:lnTo>
                <a:lnTo>
                  <a:pt x="0" y="6882294"/>
                </a:lnTo>
                <a:close/>
              </a:path>
            </a:pathLst>
          </a:custGeom>
          <a:blipFill>
            <a:blip r:embed="rId2"/>
            <a:stretch>
              <a:fillRect/>
            </a:stretch>
          </a:blipFill>
        </p:spPr>
        <p:txBody>
          <a:bodyPr wrap="square" rIns="540000" anchor="ctr">
            <a:noAutofit/>
          </a:bodyPr>
          <a:lstStyle>
            <a:lvl1pPr marL="0" indent="0" algn="ctr">
              <a:buNone/>
              <a:defRPr b="0" i="0">
                <a:solidFill>
                  <a:schemeClr val="bg1"/>
                </a:solidFill>
                <a:latin typeface="Montserrat" pitchFamily="2" charset="77"/>
              </a:defRPr>
            </a:lvl1pPr>
          </a:lstStyle>
          <a:p>
            <a:r>
              <a:rPr lang="en-GB"/>
              <a:t>Click icon to add picture</a:t>
            </a:r>
            <a:endParaRPr lang="nl-NL"/>
          </a:p>
        </p:txBody>
      </p:sp>
      <p:sp>
        <p:nvSpPr>
          <p:cNvPr id="2" name="Title 1">
            <a:extLst>
              <a:ext uri="{FF2B5EF4-FFF2-40B4-BE49-F238E27FC236}">
                <a16:creationId xmlns:a16="http://schemas.microsoft.com/office/drawing/2014/main" id="{44A2AD35-5A83-402C-6E31-D4825C357B43}"/>
              </a:ext>
            </a:extLst>
          </p:cNvPr>
          <p:cNvSpPr>
            <a:spLocks noGrp="1"/>
          </p:cNvSpPr>
          <p:nvPr>
            <p:ph type="title"/>
          </p:nvPr>
        </p:nvSpPr>
        <p:spPr>
          <a:xfrm>
            <a:off x="550863" y="2299809"/>
            <a:ext cx="6616893" cy="2258382"/>
          </a:xfrm>
        </p:spPr>
        <p:txBody>
          <a:bodyPr>
            <a:normAutofit/>
          </a:bodyPr>
          <a:lstStyle>
            <a:lvl1pPr>
              <a:defRPr sz="4400" b="1" i="0">
                <a:solidFill>
                  <a:schemeClr val="accent2"/>
                </a:solidFill>
                <a:latin typeface="Montserrat" pitchFamily="2" charset="77"/>
              </a:defRPr>
            </a:lvl1pPr>
          </a:lstStyle>
          <a:p>
            <a:r>
              <a:rPr lang="en-GB"/>
              <a:t>Click to edit Master title style</a:t>
            </a:r>
            <a:endParaRPr lang="nl-NL"/>
          </a:p>
        </p:txBody>
      </p:sp>
      <p:sp>
        <p:nvSpPr>
          <p:cNvPr id="46" name="Text Placeholder 45">
            <a:extLst>
              <a:ext uri="{FF2B5EF4-FFF2-40B4-BE49-F238E27FC236}">
                <a16:creationId xmlns:a16="http://schemas.microsoft.com/office/drawing/2014/main" id="{CB450BB5-9120-806B-5FE2-0CF22049605F}"/>
              </a:ext>
            </a:extLst>
          </p:cNvPr>
          <p:cNvSpPr>
            <a:spLocks noGrp="1"/>
          </p:cNvSpPr>
          <p:nvPr userDrawn="1">
            <p:ph type="body" sz="quarter" idx="12" hasCustomPrompt="1"/>
          </p:nvPr>
        </p:nvSpPr>
        <p:spPr>
          <a:xfrm>
            <a:off x="550863" y="4558190"/>
            <a:ext cx="2989262" cy="1750535"/>
          </a:xfrm>
        </p:spPr>
        <p:txBody>
          <a:bodyPr>
            <a:noAutofit/>
          </a:bodyPr>
          <a:lstStyle>
            <a:lvl1pPr marL="0" indent="0">
              <a:buNone/>
              <a:defRPr sz="1600" b="1" i="0">
                <a:solidFill>
                  <a:schemeClr val="bg1"/>
                </a:solidFill>
                <a:latin typeface="Montserrat" pitchFamily="2" charset="77"/>
              </a:defRPr>
            </a:lvl1pPr>
            <a:lvl2pPr marL="11113" indent="0">
              <a:buNone/>
              <a:tabLst/>
              <a:defRPr sz="1600" b="1" i="0">
                <a:solidFill>
                  <a:schemeClr val="bg1"/>
                </a:solidFill>
                <a:latin typeface="Montserrat" pitchFamily="2" charset="77"/>
              </a:defRPr>
            </a:lvl2pPr>
          </a:lstStyle>
          <a:p>
            <a:pPr lvl="0"/>
            <a:r>
              <a:rPr lang="en-GB"/>
              <a:t>First Name Last Name</a:t>
            </a:r>
          </a:p>
          <a:p>
            <a:pPr lvl="1"/>
            <a:r>
              <a:rPr lang="en-GB"/>
              <a:t>Function </a:t>
            </a:r>
          </a:p>
          <a:p>
            <a:pPr lvl="1"/>
            <a:r>
              <a:rPr lang="en-GB"/>
              <a:t>Date</a:t>
            </a:r>
          </a:p>
        </p:txBody>
      </p:sp>
      <p:sp>
        <p:nvSpPr>
          <p:cNvPr id="6" name="Picture Placeholder 5">
            <a:extLst>
              <a:ext uri="{FF2B5EF4-FFF2-40B4-BE49-F238E27FC236}">
                <a16:creationId xmlns:a16="http://schemas.microsoft.com/office/drawing/2014/main" id="{742D4772-D704-919E-3929-A8931DB55F3F}"/>
              </a:ext>
            </a:extLst>
          </p:cNvPr>
          <p:cNvSpPr>
            <a:spLocks noGrp="1"/>
          </p:cNvSpPr>
          <p:nvPr>
            <p:ph type="pic" sz="quarter" idx="15"/>
          </p:nvPr>
        </p:nvSpPr>
        <p:spPr>
          <a:xfrm>
            <a:off x="9787729" y="952910"/>
            <a:ext cx="3530976" cy="5363310"/>
          </a:xfrm>
          <a:custGeom>
            <a:avLst/>
            <a:gdLst>
              <a:gd name="connsiteX0" fmla="*/ 1852731 w 3530976"/>
              <a:gd name="connsiteY0" fmla="*/ 0 h 5363310"/>
              <a:gd name="connsiteX1" fmla="*/ 3530976 w 3530976"/>
              <a:gd name="connsiteY1" fmla="*/ 0 h 5363310"/>
              <a:gd name="connsiteX2" fmla="*/ 1678245 w 3530976"/>
              <a:gd name="connsiteY2" fmla="*/ 5355952 h 5363310"/>
              <a:gd name="connsiteX3" fmla="*/ 0 w 3530976"/>
              <a:gd name="connsiteY3" fmla="*/ 5363310 h 5363310"/>
            </a:gdLst>
            <a:ahLst/>
            <a:cxnLst>
              <a:cxn ang="0">
                <a:pos x="connsiteX0" y="connsiteY0"/>
              </a:cxn>
              <a:cxn ang="0">
                <a:pos x="connsiteX1" y="connsiteY1"/>
              </a:cxn>
              <a:cxn ang="0">
                <a:pos x="connsiteX2" y="connsiteY2"/>
              </a:cxn>
              <a:cxn ang="0">
                <a:pos x="connsiteX3" y="connsiteY3"/>
              </a:cxn>
            </a:cxnLst>
            <a:rect l="l" t="t" r="r" b="b"/>
            <a:pathLst>
              <a:path w="3530976" h="5363310">
                <a:moveTo>
                  <a:pt x="1852731" y="0"/>
                </a:moveTo>
                <a:lnTo>
                  <a:pt x="3530976" y="0"/>
                </a:lnTo>
                <a:lnTo>
                  <a:pt x="1678245" y="5355952"/>
                </a:lnTo>
                <a:lnTo>
                  <a:pt x="0" y="5363310"/>
                </a:lnTo>
                <a:close/>
              </a:path>
            </a:pathLst>
          </a:custGeom>
          <a:solidFill>
            <a:schemeClr val="accent2"/>
          </a:solidFill>
        </p:spPr>
        <p:txBody>
          <a:bodyPr wrap="square" anchor="ctr">
            <a:noAutofit/>
          </a:bodyPr>
          <a:lstStyle>
            <a:lvl1pPr algn="ctr">
              <a:defRPr sz="100">
                <a:solidFill>
                  <a:schemeClr val="accent2"/>
                </a:solidFill>
              </a:defRPr>
            </a:lvl1pPr>
          </a:lstStyle>
          <a:p>
            <a:r>
              <a:rPr lang="en-GB"/>
              <a:t>Click icon to add picture</a:t>
            </a:r>
            <a:endParaRPr lang="en-BE"/>
          </a:p>
        </p:txBody>
      </p:sp>
      <p:sp>
        <p:nvSpPr>
          <p:cNvPr id="7" name="Picture Placeholder 6">
            <a:extLst>
              <a:ext uri="{FF2B5EF4-FFF2-40B4-BE49-F238E27FC236}">
                <a16:creationId xmlns:a16="http://schemas.microsoft.com/office/drawing/2014/main" id="{33E8804E-046C-16C5-1CA0-DD12DE95ABFC}"/>
              </a:ext>
            </a:extLst>
          </p:cNvPr>
          <p:cNvSpPr>
            <a:spLocks noGrp="1"/>
          </p:cNvSpPr>
          <p:nvPr>
            <p:ph type="pic" sz="quarter" idx="14"/>
          </p:nvPr>
        </p:nvSpPr>
        <p:spPr>
          <a:xfrm>
            <a:off x="10346729" y="961926"/>
            <a:ext cx="3791344" cy="5345121"/>
          </a:xfrm>
          <a:custGeom>
            <a:avLst/>
            <a:gdLst>
              <a:gd name="connsiteX0" fmla="*/ 0 w 4983163"/>
              <a:gd name="connsiteY0" fmla="*/ 5440363 h 5440363"/>
              <a:gd name="connsiteX1" fmla="*/ 1245791 w 4983163"/>
              <a:gd name="connsiteY1" fmla="*/ 0 h 5440363"/>
              <a:gd name="connsiteX2" fmla="*/ 4983163 w 4983163"/>
              <a:gd name="connsiteY2" fmla="*/ 0 h 5440363"/>
              <a:gd name="connsiteX3" fmla="*/ 3737372 w 4983163"/>
              <a:gd name="connsiteY3" fmla="*/ 5440363 h 5440363"/>
              <a:gd name="connsiteX4" fmla="*/ 0 w 4983163"/>
              <a:gd name="connsiteY4" fmla="*/ 5440363 h 5440363"/>
              <a:gd name="connsiteX0" fmla="*/ 0 w 4983163"/>
              <a:gd name="connsiteY0" fmla="*/ 5440363 h 5440363"/>
              <a:gd name="connsiteX1" fmla="*/ 3015975 w 4983163"/>
              <a:gd name="connsiteY1" fmla="*/ 11723 h 5440363"/>
              <a:gd name="connsiteX2" fmla="*/ 4983163 w 4983163"/>
              <a:gd name="connsiteY2" fmla="*/ 0 h 5440363"/>
              <a:gd name="connsiteX3" fmla="*/ 3737372 w 4983163"/>
              <a:gd name="connsiteY3" fmla="*/ 5440363 h 5440363"/>
              <a:gd name="connsiteX4" fmla="*/ 0 w 4983163"/>
              <a:gd name="connsiteY4" fmla="*/ 5440363 h 5440363"/>
              <a:gd name="connsiteX0" fmla="*/ 0 w 3810855"/>
              <a:gd name="connsiteY0" fmla="*/ 5428639 h 5440363"/>
              <a:gd name="connsiteX1" fmla="*/ 1843667 w 3810855"/>
              <a:gd name="connsiteY1" fmla="*/ 11723 h 5440363"/>
              <a:gd name="connsiteX2" fmla="*/ 3810855 w 3810855"/>
              <a:gd name="connsiteY2" fmla="*/ 0 h 5440363"/>
              <a:gd name="connsiteX3" fmla="*/ 2565064 w 3810855"/>
              <a:gd name="connsiteY3" fmla="*/ 5440363 h 5440363"/>
              <a:gd name="connsiteX4" fmla="*/ 0 w 3810855"/>
              <a:gd name="connsiteY4" fmla="*/ 5428639 h 5440363"/>
              <a:gd name="connsiteX0" fmla="*/ 0 w 3810855"/>
              <a:gd name="connsiteY0" fmla="*/ 5428639 h 5452086"/>
              <a:gd name="connsiteX1" fmla="*/ 1843667 w 3810855"/>
              <a:gd name="connsiteY1" fmla="*/ 11723 h 5452086"/>
              <a:gd name="connsiteX2" fmla="*/ 3810855 w 3810855"/>
              <a:gd name="connsiteY2" fmla="*/ 0 h 5452086"/>
              <a:gd name="connsiteX3" fmla="*/ 1990633 w 3810855"/>
              <a:gd name="connsiteY3" fmla="*/ 5452086 h 5452086"/>
              <a:gd name="connsiteX4" fmla="*/ 0 w 3810855"/>
              <a:gd name="connsiteY4" fmla="*/ 5428639 h 5452086"/>
              <a:gd name="connsiteX0" fmla="*/ 0 w 3846024"/>
              <a:gd name="connsiteY0" fmla="*/ 5416916 h 5440363"/>
              <a:gd name="connsiteX1" fmla="*/ 1843667 w 3846024"/>
              <a:gd name="connsiteY1" fmla="*/ 0 h 5440363"/>
              <a:gd name="connsiteX2" fmla="*/ 3846024 w 3846024"/>
              <a:gd name="connsiteY2" fmla="*/ 11723 h 5440363"/>
              <a:gd name="connsiteX3" fmla="*/ 1990633 w 3846024"/>
              <a:gd name="connsiteY3" fmla="*/ 5440363 h 5440363"/>
              <a:gd name="connsiteX4" fmla="*/ 0 w 3846024"/>
              <a:gd name="connsiteY4" fmla="*/ 5416916 h 5440363"/>
              <a:gd name="connsiteX0" fmla="*/ 0 w 3846024"/>
              <a:gd name="connsiteY0" fmla="*/ 5413169 h 5436616"/>
              <a:gd name="connsiteX1" fmla="*/ 1877395 w 3846024"/>
              <a:gd name="connsiteY1" fmla="*/ 0 h 5436616"/>
              <a:gd name="connsiteX2" fmla="*/ 3846024 w 3846024"/>
              <a:gd name="connsiteY2" fmla="*/ 7976 h 5436616"/>
              <a:gd name="connsiteX3" fmla="*/ 1990633 w 3846024"/>
              <a:gd name="connsiteY3" fmla="*/ 5436616 h 5436616"/>
              <a:gd name="connsiteX4" fmla="*/ 0 w 3846024"/>
              <a:gd name="connsiteY4" fmla="*/ 5413169 h 5436616"/>
              <a:gd name="connsiteX0" fmla="*/ 0 w 3853519"/>
              <a:gd name="connsiteY0" fmla="*/ 5413169 h 5436616"/>
              <a:gd name="connsiteX1" fmla="*/ 1877395 w 3853519"/>
              <a:gd name="connsiteY1" fmla="*/ 0 h 5436616"/>
              <a:gd name="connsiteX2" fmla="*/ 3853519 w 3853519"/>
              <a:gd name="connsiteY2" fmla="*/ 7976 h 5436616"/>
              <a:gd name="connsiteX3" fmla="*/ 1990633 w 3853519"/>
              <a:gd name="connsiteY3" fmla="*/ 5436616 h 5436616"/>
              <a:gd name="connsiteX4" fmla="*/ 0 w 3853519"/>
              <a:gd name="connsiteY4" fmla="*/ 5413169 h 5436616"/>
              <a:gd name="connsiteX0" fmla="*/ 0 w 3864762"/>
              <a:gd name="connsiteY0" fmla="*/ 5420183 h 5443630"/>
              <a:gd name="connsiteX1" fmla="*/ 1877395 w 3864762"/>
              <a:gd name="connsiteY1" fmla="*/ 7014 h 5443630"/>
              <a:gd name="connsiteX2" fmla="*/ 3864762 w 3864762"/>
              <a:gd name="connsiteY2" fmla="*/ 0 h 5443630"/>
              <a:gd name="connsiteX3" fmla="*/ 1990633 w 3864762"/>
              <a:gd name="connsiteY3" fmla="*/ 5443630 h 5443630"/>
              <a:gd name="connsiteX4" fmla="*/ 0 w 3864762"/>
              <a:gd name="connsiteY4" fmla="*/ 5420183 h 5443630"/>
              <a:gd name="connsiteX0" fmla="*/ 0 w 3861015"/>
              <a:gd name="connsiteY0" fmla="*/ 5453911 h 5453911"/>
              <a:gd name="connsiteX1" fmla="*/ 1873648 w 3861015"/>
              <a:gd name="connsiteY1" fmla="*/ 7014 h 5453911"/>
              <a:gd name="connsiteX2" fmla="*/ 3861015 w 3861015"/>
              <a:gd name="connsiteY2" fmla="*/ 0 h 5453911"/>
              <a:gd name="connsiteX3" fmla="*/ 1986886 w 3861015"/>
              <a:gd name="connsiteY3" fmla="*/ 5443630 h 5453911"/>
              <a:gd name="connsiteX4" fmla="*/ 0 w 3861015"/>
              <a:gd name="connsiteY4" fmla="*/ 5453911 h 5453911"/>
              <a:gd name="connsiteX0" fmla="*/ 0 w 3868510"/>
              <a:gd name="connsiteY0" fmla="*/ 5453911 h 5453911"/>
              <a:gd name="connsiteX1" fmla="*/ 1881143 w 3868510"/>
              <a:gd name="connsiteY1" fmla="*/ 7014 h 5453911"/>
              <a:gd name="connsiteX2" fmla="*/ 3868510 w 3868510"/>
              <a:gd name="connsiteY2" fmla="*/ 0 h 5453911"/>
              <a:gd name="connsiteX3" fmla="*/ 1994381 w 3868510"/>
              <a:gd name="connsiteY3" fmla="*/ 5443630 h 5453911"/>
              <a:gd name="connsiteX4" fmla="*/ 0 w 3868510"/>
              <a:gd name="connsiteY4" fmla="*/ 5453911 h 545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0" h="5453911">
                <a:moveTo>
                  <a:pt x="0" y="5453911"/>
                </a:moveTo>
                <a:lnTo>
                  <a:pt x="1881143" y="7014"/>
                </a:lnTo>
                <a:lnTo>
                  <a:pt x="3868510" y="0"/>
                </a:lnTo>
                <a:lnTo>
                  <a:pt x="1994381" y="5443630"/>
                </a:lnTo>
                <a:lnTo>
                  <a:pt x="0" y="5453911"/>
                </a:lnTo>
                <a:close/>
              </a:path>
            </a:pathLst>
          </a:custGeom>
          <a:solidFill>
            <a:schemeClr val="bg1"/>
          </a:solidFill>
        </p:spPr>
        <p:txBody>
          <a:bodyPr anchor="ctr">
            <a:normAutofit/>
          </a:bodyPr>
          <a:lstStyle>
            <a:lvl1pPr algn="ctr">
              <a:defRPr sz="100" b="1" i="0">
                <a:solidFill>
                  <a:schemeClr val="bg1"/>
                </a:solidFill>
                <a:latin typeface="Montserrat" pitchFamily="2" charset="77"/>
              </a:defRPr>
            </a:lvl1pPr>
          </a:lstStyle>
          <a:p>
            <a:r>
              <a:rPr lang="en-GB"/>
              <a:t>Click icon to add picture</a:t>
            </a:r>
            <a:endParaRPr lang="en-BE"/>
          </a:p>
        </p:txBody>
      </p:sp>
      <p:pic>
        <p:nvPicPr>
          <p:cNvPr id="8" name="Graphic 7">
            <a:extLst>
              <a:ext uri="{FF2B5EF4-FFF2-40B4-BE49-F238E27FC236}">
                <a16:creationId xmlns:a16="http://schemas.microsoft.com/office/drawing/2014/main" id="{65B37C4B-EEB2-51EB-8370-B1C4BA251F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0863" y="425317"/>
            <a:ext cx="2192154" cy="658733"/>
          </a:xfrm>
          <a:prstGeom prst="rect">
            <a:avLst/>
          </a:prstGeom>
        </p:spPr>
      </p:pic>
    </p:spTree>
    <p:extLst>
      <p:ext uri="{BB962C8B-B14F-4D97-AF65-F5344CB8AC3E}">
        <p14:creationId xmlns:p14="http://schemas.microsoft.com/office/powerpoint/2010/main" val="2562355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75D86F-CDE1-743A-308B-EFECC262E383}"/>
              </a:ext>
            </a:extLst>
          </p:cNvPr>
          <p:cNvSpPr>
            <a:spLocks noGrp="1"/>
          </p:cNvSpPr>
          <p:nvPr>
            <p:ph type="title"/>
          </p:nvPr>
        </p:nvSpPr>
        <p:spPr>
          <a:xfrm>
            <a:off x="550863" y="549275"/>
            <a:ext cx="2344737" cy="5403850"/>
          </a:xfrm>
        </p:spPr>
        <p:txBody>
          <a:bodyPr/>
          <a:lstStyle>
            <a:lvl1pPr>
              <a:defRPr>
                <a:solidFill>
                  <a:schemeClr val="bg1"/>
                </a:solidFill>
              </a:defRPr>
            </a:lvl1pPr>
          </a:lstStyle>
          <a:p>
            <a:r>
              <a:rPr lang="en-GB"/>
              <a:t>Click to edit Master title style</a:t>
            </a:r>
            <a:endParaRPr lang="en-BE"/>
          </a:p>
        </p:txBody>
      </p:sp>
      <p:sp>
        <p:nvSpPr>
          <p:cNvPr id="2" name="Text Placeholder 3">
            <a:extLst>
              <a:ext uri="{FF2B5EF4-FFF2-40B4-BE49-F238E27FC236}">
                <a16:creationId xmlns:a16="http://schemas.microsoft.com/office/drawing/2014/main" id="{25EC4798-C473-4C04-7DE7-DDFF6CDACA59}"/>
              </a:ext>
            </a:extLst>
          </p:cNvPr>
          <p:cNvSpPr>
            <a:spLocks noGrp="1"/>
          </p:cNvSpPr>
          <p:nvPr>
            <p:ph type="body" sz="quarter" idx="11" hasCustomPrompt="1"/>
          </p:nvPr>
        </p:nvSpPr>
        <p:spPr>
          <a:xfrm>
            <a:off x="3262067" y="1294840"/>
            <a:ext cx="519671" cy="519671"/>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bg1"/>
          </a:solidFill>
        </p:spPr>
        <p:txBody>
          <a:bodyPr wrap="square" anchor="ctr">
            <a:noAutofit/>
          </a:bodyPr>
          <a:lstStyle>
            <a:lvl1pPr marL="0" indent="0" algn="ctr">
              <a:lnSpc>
                <a:spcPct val="100000"/>
              </a:lnSpc>
              <a:buNone/>
              <a:defRPr sz="2400" b="1" i="0">
                <a:solidFill>
                  <a:schemeClr val="accent1"/>
                </a:solidFill>
                <a:latin typeface="Montserrat" pitchFamily="2" charset="77"/>
              </a:defRPr>
            </a:lvl1pPr>
            <a:lvl2pPr algn="ctr">
              <a:defRPr sz="1000"/>
            </a:lvl2pPr>
            <a:lvl3pPr algn="ctr">
              <a:defRPr sz="1000"/>
            </a:lvl3pPr>
            <a:lvl4pPr algn="ctr">
              <a:defRPr sz="1000"/>
            </a:lvl4pPr>
            <a:lvl5pPr algn="ctr">
              <a:defRPr sz="1000"/>
            </a:lvl5pPr>
          </a:lstStyle>
          <a:p>
            <a:pPr lvl="0"/>
            <a:r>
              <a:rPr lang="en-BE"/>
              <a:t>X</a:t>
            </a:r>
          </a:p>
        </p:txBody>
      </p:sp>
      <p:sp>
        <p:nvSpPr>
          <p:cNvPr id="4" name="Text Placeholder 4">
            <a:extLst>
              <a:ext uri="{FF2B5EF4-FFF2-40B4-BE49-F238E27FC236}">
                <a16:creationId xmlns:a16="http://schemas.microsoft.com/office/drawing/2014/main" id="{100CCD8E-6113-6CF9-2489-0D02660219A4}"/>
              </a:ext>
            </a:extLst>
          </p:cNvPr>
          <p:cNvSpPr>
            <a:spLocks noGrp="1"/>
          </p:cNvSpPr>
          <p:nvPr>
            <p:ph type="body" sz="quarter" idx="12" hasCustomPrompt="1"/>
          </p:nvPr>
        </p:nvSpPr>
        <p:spPr>
          <a:xfrm>
            <a:off x="3262067" y="1975940"/>
            <a:ext cx="519671" cy="519671"/>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bg1"/>
          </a:solidFill>
        </p:spPr>
        <p:txBody>
          <a:bodyPr wrap="square" anchor="ctr">
            <a:noAutofit/>
          </a:bodyPr>
          <a:lstStyle>
            <a:lvl1pPr marL="0" indent="0" algn="ctr">
              <a:lnSpc>
                <a:spcPct val="100000"/>
              </a:lnSpc>
              <a:buNone/>
              <a:defRPr sz="2400" b="1" i="0">
                <a:solidFill>
                  <a:schemeClr val="accent1"/>
                </a:solidFill>
                <a:latin typeface="Montserrat" pitchFamily="2" charset="77"/>
              </a:defRPr>
            </a:lvl1pPr>
            <a:lvl2pPr algn="ctr">
              <a:defRPr sz="1000"/>
            </a:lvl2pPr>
            <a:lvl3pPr algn="ctr">
              <a:defRPr sz="1000"/>
            </a:lvl3pPr>
            <a:lvl4pPr algn="ctr">
              <a:defRPr sz="1000"/>
            </a:lvl4pPr>
            <a:lvl5pPr algn="ctr">
              <a:defRPr sz="1000"/>
            </a:lvl5pPr>
          </a:lstStyle>
          <a:p>
            <a:pPr lvl="0"/>
            <a:r>
              <a:rPr lang="en-GB"/>
              <a:t>X</a:t>
            </a:r>
            <a:endParaRPr lang="en-BE"/>
          </a:p>
        </p:txBody>
      </p:sp>
      <p:sp>
        <p:nvSpPr>
          <p:cNvPr id="6" name="Text Placeholder 5">
            <a:extLst>
              <a:ext uri="{FF2B5EF4-FFF2-40B4-BE49-F238E27FC236}">
                <a16:creationId xmlns:a16="http://schemas.microsoft.com/office/drawing/2014/main" id="{6A16EA95-8638-A1C2-1A19-5E64F3AD4189}"/>
              </a:ext>
            </a:extLst>
          </p:cNvPr>
          <p:cNvSpPr>
            <a:spLocks noGrp="1"/>
          </p:cNvSpPr>
          <p:nvPr>
            <p:ph type="body" sz="quarter" idx="13" hasCustomPrompt="1"/>
          </p:nvPr>
        </p:nvSpPr>
        <p:spPr>
          <a:xfrm>
            <a:off x="3262067" y="2657040"/>
            <a:ext cx="519671" cy="519671"/>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bg1"/>
          </a:solidFill>
        </p:spPr>
        <p:txBody>
          <a:bodyPr wrap="square" anchor="ctr">
            <a:noAutofit/>
          </a:bodyPr>
          <a:lstStyle>
            <a:lvl1pPr marL="0" indent="0" algn="ctr">
              <a:lnSpc>
                <a:spcPct val="100000"/>
              </a:lnSpc>
              <a:buNone/>
              <a:defRPr sz="2400" b="1" i="0">
                <a:solidFill>
                  <a:schemeClr val="accent1"/>
                </a:solidFill>
                <a:latin typeface="Montserrat" pitchFamily="2" charset="77"/>
              </a:defRPr>
            </a:lvl1pPr>
            <a:lvl2pPr algn="ctr">
              <a:defRPr sz="1000"/>
            </a:lvl2pPr>
            <a:lvl3pPr algn="ctr">
              <a:defRPr sz="1000"/>
            </a:lvl3pPr>
            <a:lvl4pPr algn="ctr">
              <a:defRPr sz="1000"/>
            </a:lvl4pPr>
            <a:lvl5pPr algn="ctr">
              <a:defRPr sz="1000"/>
            </a:lvl5pPr>
          </a:lstStyle>
          <a:p>
            <a:pPr lvl="0"/>
            <a:r>
              <a:rPr lang="en-GB"/>
              <a:t>X</a:t>
            </a:r>
            <a:endParaRPr lang="en-BE"/>
          </a:p>
        </p:txBody>
      </p:sp>
      <p:sp>
        <p:nvSpPr>
          <p:cNvPr id="7" name="Text Placeholder 6">
            <a:extLst>
              <a:ext uri="{FF2B5EF4-FFF2-40B4-BE49-F238E27FC236}">
                <a16:creationId xmlns:a16="http://schemas.microsoft.com/office/drawing/2014/main" id="{042EA7C6-D6F9-9316-9BE2-09D767F93785}"/>
              </a:ext>
            </a:extLst>
          </p:cNvPr>
          <p:cNvSpPr>
            <a:spLocks noGrp="1"/>
          </p:cNvSpPr>
          <p:nvPr>
            <p:ph type="body" sz="quarter" idx="14" hasCustomPrompt="1"/>
          </p:nvPr>
        </p:nvSpPr>
        <p:spPr>
          <a:xfrm>
            <a:off x="3254130" y="3338140"/>
            <a:ext cx="519671" cy="519671"/>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bg1"/>
          </a:solidFill>
        </p:spPr>
        <p:txBody>
          <a:bodyPr wrap="square" anchor="ctr">
            <a:noAutofit/>
          </a:bodyPr>
          <a:lstStyle>
            <a:lvl1pPr marL="0" indent="0" algn="ctr">
              <a:lnSpc>
                <a:spcPct val="100000"/>
              </a:lnSpc>
              <a:buNone/>
              <a:defRPr sz="2400" b="1" i="0">
                <a:solidFill>
                  <a:schemeClr val="accent1"/>
                </a:solidFill>
                <a:latin typeface="Montserrat" pitchFamily="2" charset="77"/>
              </a:defRPr>
            </a:lvl1pPr>
            <a:lvl2pPr algn="ctr">
              <a:defRPr sz="1000"/>
            </a:lvl2pPr>
            <a:lvl3pPr algn="ctr">
              <a:defRPr sz="1000"/>
            </a:lvl3pPr>
            <a:lvl4pPr algn="ctr">
              <a:defRPr sz="1000"/>
            </a:lvl4pPr>
            <a:lvl5pPr algn="ctr">
              <a:defRPr sz="1000"/>
            </a:lvl5pPr>
          </a:lstStyle>
          <a:p>
            <a:pPr lvl="0"/>
            <a:r>
              <a:rPr lang="en-GB"/>
              <a:t>X</a:t>
            </a:r>
            <a:endParaRPr lang="en-BE"/>
          </a:p>
        </p:txBody>
      </p:sp>
      <p:sp>
        <p:nvSpPr>
          <p:cNvPr id="8" name="Text Placeholder 7">
            <a:extLst>
              <a:ext uri="{FF2B5EF4-FFF2-40B4-BE49-F238E27FC236}">
                <a16:creationId xmlns:a16="http://schemas.microsoft.com/office/drawing/2014/main" id="{56787409-1EB4-D5FC-56DA-0522CDF67C78}"/>
              </a:ext>
            </a:extLst>
          </p:cNvPr>
          <p:cNvSpPr>
            <a:spLocks noGrp="1"/>
          </p:cNvSpPr>
          <p:nvPr>
            <p:ph type="body" sz="quarter" idx="15" hasCustomPrompt="1"/>
          </p:nvPr>
        </p:nvSpPr>
        <p:spPr>
          <a:xfrm>
            <a:off x="3254130" y="4019240"/>
            <a:ext cx="519671" cy="519671"/>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bg1"/>
          </a:solidFill>
        </p:spPr>
        <p:txBody>
          <a:bodyPr wrap="square" anchor="ctr">
            <a:noAutofit/>
          </a:bodyPr>
          <a:lstStyle>
            <a:lvl1pPr marL="0" indent="0" algn="ctr">
              <a:lnSpc>
                <a:spcPct val="100000"/>
              </a:lnSpc>
              <a:buNone/>
              <a:defRPr sz="2400" b="1" i="0">
                <a:solidFill>
                  <a:schemeClr val="accent1"/>
                </a:solidFill>
                <a:latin typeface="Montserrat" pitchFamily="2" charset="77"/>
              </a:defRPr>
            </a:lvl1pPr>
            <a:lvl2pPr algn="ctr">
              <a:defRPr sz="1000"/>
            </a:lvl2pPr>
            <a:lvl3pPr algn="ctr">
              <a:defRPr sz="1000"/>
            </a:lvl3pPr>
            <a:lvl4pPr algn="ctr">
              <a:defRPr sz="1000"/>
            </a:lvl4pPr>
            <a:lvl5pPr algn="ctr">
              <a:defRPr sz="1000"/>
            </a:lvl5pPr>
          </a:lstStyle>
          <a:p>
            <a:pPr lvl="0"/>
            <a:r>
              <a:rPr lang="en-GB"/>
              <a:t>X</a:t>
            </a:r>
            <a:endParaRPr lang="en-BE"/>
          </a:p>
        </p:txBody>
      </p:sp>
      <p:sp>
        <p:nvSpPr>
          <p:cNvPr id="9" name="Text Placeholder 8">
            <a:extLst>
              <a:ext uri="{FF2B5EF4-FFF2-40B4-BE49-F238E27FC236}">
                <a16:creationId xmlns:a16="http://schemas.microsoft.com/office/drawing/2014/main" id="{A187D70F-9EEC-9D0B-CC3A-9178B5D87638}"/>
              </a:ext>
            </a:extLst>
          </p:cNvPr>
          <p:cNvSpPr>
            <a:spLocks noGrp="1"/>
          </p:cNvSpPr>
          <p:nvPr>
            <p:ph type="body" sz="quarter" idx="16" hasCustomPrompt="1"/>
          </p:nvPr>
        </p:nvSpPr>
        <p:spPr>
          <a:xfrm>
            <a:off x="3254130" y="4700342"/>
            <a:ext cx="519671" cy="519671"/>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bg1"/>
          </a:solidFill>
        </p:spPr>
        <p:txBody>
          <a:bodyPr wrap="square" anchor="ctr">
            <a:noAutofit/>
          </a:bodyPr>
          <a:lstStyle>
            <a:lvl1pPr marL="0" indent="0" algn="ctr">
              <a:lnSpc>
                <a:spcPct val="100000"/>
              </a:lnSpc>
              <a:buNone/>
              <a:defRPr sz="2400" b="1" i="0">
                <a:solidFill>
                  <a:schemeClr val="accent1"/>
                </a:solidFill>
                <a:latin typeface="Montserrat" pitchFamily="2" charset="77"/>
              </a:defRPr>
            </a:lvl1pPr>
            <a:lvl2pPr algn="ctr">
              <a:defRPr sz="1000"/>
            </a:lvl2pPr>
            <a:lvl3pPr algn="ctr">
              <a:defRPr sz="1000"/>
            </a:lvl3pPr>
            <a:lvl4pPr algn="ctr">
              <a:defRPr sz="1000"/>
            </a:lvl4pPr>
            <a:lvl5pPr algn="ctr">
              <a:defRPr sz="1000"/>
            </a:lvl5pPr>
          </a:lstStyle>
          <a:p>
            <a:pPr lvl="0"/>
            <a:r>
              <a:rPr lang="en-GB"/>
              <a:t>X</a:t>
            </a:r>
            <a:endParaRPr lang="en-BE"/>
          </a:p>
        </p:txBody>
      </p:sp>
      <p:sp>
        <p:nvSpPr>
          <p:cNvPr id="10" name="Text Placeholder 42">
            <a:extLst>
              <a:ext uri="{FF2B5EF4-FFF2-40B4-BE49-F238E27FC236}">
                <a16:creationId xmlns:a16="http://schemas.microsoft.com/office/drawing/2014/main" id="{CE28B136-FFCB-3900-8843-046B925EDF61}"/>
              </a:ext>
            </a:extLst>
          </p:cNvPr>
          <p:cNvSpPr>
            <a:spLocks noGrp="1"/>
          </p:cNvSpPr>
          <p:nvPr>
            <p:ph type="body" sz="quarter" idx="33" hasCustomPrompt="1"/>
          </p:nvPr>
        </p:nvSpPr>
        <p:spPr>
          <a:xfrm>
            <a:off x="3982343" y="1285260"/>
            <a:ext cx="7658795" cy="550851"/>
          </a:xfrm>
          <a:custGeom>
            <a:avLst/>
            <a:gdLst>
              <a:gd name="connsiteX0" fmla="*/ 0 w 1145437"/>
              <a:gd name="connsiteY0" fmla="*/ 0 h 812648"/>
              <a:gd name="connsiteX1" fmla="*/ 1145437 w 1145437"/>
              <a:gd name="connsiteY1" fmla="*/ 0 h 812648"/>
              <a:gd name="connsiteX2" fmla="*/ 1145437 w 1145437"/>
              <a:gd name="connsiteY2" fmla="*/ 812648 h 812648"/>
              <a:gd name="connsiteX3" fmla="*/ 0 w 1145437"/>
              <a:gd name="connsiteY3" fmla="*/ 812648 h 812648"/>
            </a:gdLst>
            <a:ahLst/>
            <a:cxnLst>
              <a:cxn ang="0">
                <a:pos x="connsiteX0" y="connsiteY0"/>
              </a:cxn>
              <a:cxn ang="0">
                <a:pos x="connsiteX1" y="connsiteY1"/>
              </a:cxn>
              <a:cxn ang="0">
                <a:pos x="connsiteX2" y="connsiteY2"/>
              </a:cxn>
              <a:cxn ang="0">
                <a:pos x="connsiteX3" y="connsiteY3"/>
              </a:cxn>
            </a:cxnLst>
            <a:rect l="l" t="t" r="r" b="b"/>
            <a:pathLst>
              <a:path w="1145437" h="812648">
                <a:moveTo>
                  <a:pt x="0" y="0"/>
                </a:moveTo>
                <a:lnTo>
                  <a:pt x="1145437" y="0"/>
                </a:lnTo>
                <a:lnTo>
                  <a:pt x="1145437" y="812648"/>
                </a:lnTo>
                <a:lnTo>
                  <a:pt x="0" y="812648"/>
                </a:lnTo>
                <a:close/>
              </a:path>
            </a:pathLst>
          </a:custGeom>
        </p:spPr>
        <p:txBody>
          <a:bodyPr wrap="square" anchor="ctr">
            <a:noAutofit/>
          </a:bodyPr>
          <a:lstStyle>
            <a:lvl1pPr marL="0" indent="0" algn="l">
              <a:lnSpc>
                <a:spcPct val="100000"/>
              </a:lnSpc>
              <a:spcAft>
                <a:spcPts val="600"/>
              </a:spcAft>
              <a:buNone/>
              <a:defRPr sz="1800" b="1" i="0">
                <a:solidFill>
                  <a:schemeClr val="bg1"/>
                </a:solidFill>
                <a:latin typeface="Montserrat" pitchFamily="2" charset="77"/>
              </a:defRPr>
            </a:lvl1pPr>
            <a:lvl2pPr marL="4763" indent="0" algn="ctr">
              <a:lnSpc>
                <a:spcPct val="100000"/>
              </a:lnSpc>
              <a:spcAft>
                <a:spcPts val="600"/>
              </a:spcAft>
              <a:buNone/>
              <a:tabLst/>
              <a:defRPr sz="1000" b="0" i="0">
                <a:solidFill>
                  <a:schemeClr val="tx1"/>
                </a:solidFill>
                <a:latin typeface="Montserrat" pitchFamily="2" charset="77"/>
              </a:defRPr>
            </a:lvl2pPr>
            <a:lvl3pPr algn="ctr">
              <a:lnSpc>
                <a:spcPct val="100000"/>
              </a:lnSpc>
              <a:spcAft>
                <a:spcPts val="600"/>
              </a:spcAft>
              <a:defRPr sz="1000">
                <a:solidFill>
                  <a:schemeClr val="bg1">
                    <a:lumMod val="40000"/>
                    <a:lumOff val="60000"/>
                  </a:schemeClr>
                </a:solidFill>
              </a:defRPr>
            </a:lvl3pPr>
            <a:lvl4pPr algn="ctr">
              <a:lnSpc>
                <a:spcPct val="100000"/>
              </a:lnSpc>
              <a:spcAft>
                <a:spcPts val="600"/>
              </a:spcAft>
              <a:defRPr sz="1000">
                <a:solidFill>
                  <a:schemeClr val="bg1">
                    <a:lumMod val="40000"/>
                    <a:lumOff val="60000"/>
                  </a:schemeClr>
                </a:solidFill>
              </a:defRPr>
            </a:lvl4pPr>
            <a:lvl5pPr algn="ctr">
              <a:lnSpc>
                <a:spcPct val="100000"/>
              </a:lnSpc>
              <a:spcAft>
                <a:spcPts val="600"/>
              </a:spcAft>
              <a:defRPr sz="1000">
                <a:solidFill>
                  <a:schemeClr val="bg1">
                    <a:lumMod val="40000"/>
                    <a:lumOff val="60000"/>
                  </a:schemeClr>
                </a:solidFill>
              </a:defRPr>
            </a:lvl5pPr>
          </a:lstStyle>
          <a:p>
            <a:pPr lvl="0"/>
            <a:r>
              <a:rPr lang="en-GB"/>
              <a:t>Click to edit text</a:t>
            </a:r>
          </a:p>
        </p:txBody>
      </p:sp>
      <p:sp>
        <p:nvSpPr>
          <p:cNvPr id="11" name="Text Placeholder 42">
            <a:extLst>
              <a:ext uri="{FF2B5EF4-FFF2-40B4-BE49-F238E27FC236}">
                <a16:creationId xmlns:a16="http://schemas.microsoft.com/office/drawing/2014/main" id="{9392711B-3E9B-DB30-83C4-5149814B97A1}"/>
              </a:ext>
            </a:extLst>
          </p:cNvPr>
          <p:cNvSpPr>
            <a:spLocks noGrp="1"/>
          </p:cNvSpPr>
          <p:nvPr>
            <p:ph type="body" sz="quarter" idx="34" hasCustomPrompt="1"/>
          </p:nvPr>
        </p:nvSpPr>
        <p:spPr>
          <a:xfrm>
            <a:off x="3982343" y="1962040"/>
            <a:ext cx="7658795" cy="550851"/>
          </a:xfrm>
          <a:custGeom>
            <a:avLst/>
            <a:gdLst>
              <a:gd name="connsiteX0" fmla="*/ 0 w 1145437"/>
              <a:gd name="connsiteY0" fmla="*/ 0 h 812648"/>
              <a:gd name="connsiteX1" fmla="*/ 1145437 w 1145437"/>
              <a:gd name="connsiteY1" fmla="*/ 0 h 812648"/>
              <a:gd name="connsiteX2" fmla="*/ 1145437 w 1145437"/>
              <a:gd name="connsiteY2" fmla="*/ 812648 h 812648"/>
              <a:gd name="connsiteX3" fmla="*/ 0 w 1145437"/>
              <a:gd name="connsiteY3" fmla="*/ 812648 h 812648"/>
            </a:gdLst>
            <a:ahLst/>
            <a:cxnLst>
              <a:cxn ang="0">
                <a:pos x="connsiteX0" y="connsiteY0"/>
              </a:cxn>
              <a:cxn ang="0">
                <a:pos x="connsiteX1" y="connsiteY1"/>
              </a:cxn>
              <a:cxn ang="0">
                <a:pos x="connsiteX2" y="connsiteY2"/>
              </a:cxn>
              <a:cxn ang="0">
                <a:pos x="connsiteX3" y="connsiteY3"/>
              </a:cxn>
            </a:cxnLst>
            <a:rect l="l" t="t" r="r" b="b"/>
            <a:pathLst>
              <a:path w="1145437" h="812648">
                <a:moveTo>
                  <a:pt x="0" y="0"/>
                </a:moveTo>
                <a:lnTo>
                  <a:pt x="1145437" y="0"/>
                </a:lnTo>
                <a:lnTo>
                  <a:pt x="1145437" y="812648"/>
                </a:lnTo>
                <a:lnTo>
                  <a:pt x="0" y="812648"/>
                </a:lnTo>
                <a:close/>
              </a:path>
            </a:pathLst>
          </a:custGeom>
        </p:spPr>
        <p:txBody>
          <a:bodyPr wrap="square" anchor="ctr">
            <a:noAutofit/>
          </a:bodyPr>
          <a:lstStyle>
            <a:lvl1pPr marL="0" indent="0" algn="l">
              <a:lnSpc>
                <a:spcPct val="100000"/>
              </a:lnSpc>
              <a:spcAft>
                <a:spcPts val="600"/>
              </a:spcAft>
              <a:buNone/>
              <a:defRPr sz="1800" b="1" i="0">
                <a:solidFill>
                  <a:schemeClr val="bg1"/>
                </a:solidFill>
                <a:latin typeface="Montserrat" pitchFamily="2" charset="77"/>
              </a:defRPr>
            </a:lvl1pPr>
            <a:lvl2pPr marL="4763" indent="0" algn="ctr">
              <a:lnSpc>
                <a:spcPct val="100000"/>
              </a:lnSpc>
              <a:spcAft>
                <a:spcPts val="600"/>
              </a:spcAft>
              <a:buNone/>
              <a:tabLst/>
              <a:defRPr sz="1000" b="0" i="0">
                <a:solidFill>
                  <a:schemeClr val="tx1"/>
                </a:solidFill>
                <a:latin typeface="Montserrat" pitchFamily="2" charset="77"/>
              </a:defRPr>
            </a:lvl2pPr>
            <a:lvl3pPr algn="ctr">
              <a:lnSpc>
                <a:spcPct val="100000"/>
              </a:lnSpc>
              <a:spcAft>
                <a:spcPts val="600"/>
              </a:spcAft>
              <a:defRPr sz="1000">
                <a:solidFill>
                  <a:schemeClr val="bg1">
                    <a:lumMod val="40000"/>
                    <a:lumOff val="60000"/>
                  </a:schemeClr>
                </a:solidFill>
              </a:defRPr>
            </a:lvl3pPr>
            <a:lvl4pPr algn="ctr">
              <a:lnSpc>
                <a:spcPct val="100000"/>
              </a:lnSpc>
              <a:spcAft>
                <a:spcPts val="600"/>
              </a:spcAft>
              <a:defRPr sz="1000">
                <a:solidFill>
                  <a:schemeClr val="bg1">
                    <a:lumMod val="40000"/>
                    <a:lumOff val="60000"/>
                  </a:schemeClr>
                </a:solidFill>
              </a:defRPr>
            </a:lvl4pPr>
            <a:lvl5pPr algn="ctr">
              <a:lnSpc>
                <a:spcPct val="100000"/>
              </a:lnSpc>
              <a:spcAft>
                <a:spcPts val="600"/>
              </a:spcAft>
              <a:defRPr sz="1000">
                <a:solidFill>
                  <a:schemeClr val="bg1">
                    <a:lumMod val="40000"/>
                    <a:lumOff val="60000"/>
                  </a:schemeClr>
                </a:solidFill>
              </a:defRPr>
            </a:lvl5pPr>
          </a:lstStyle>
          <a:p>
            <a:pPr lvl="0"/>
            <a:r>
              <a:rPr lang="en-GB"/>
              <a:t>Click to edit text</a:t>
            </a:r>
          </a:p>
        </p:txBody>
      </p:sp>
      <p:sp>
        <p:nvSpPr>
          <p:cNvPr id="12" name="Text Placeholder 42">
            <a:extLst>
              <a:ext uri="{FF2B5EF4-FFF2-40B4-BE49-F238E27FC236}">
                <a16:creationId xmlns:a16="http://schemas.microsoft.com/office/drawing/2014/main" id="{05DC440D-29A4-D201-4110-072528BEA8E6}"/>
              </a:ext>
            </a:extLst>
          </p:cNvPr>
          <p:cNvSpPr>
            <a:spLocks noGrp="1"/>
          </p:cNvSpPr>
          <p:nvPr>
            <p:ph type="body" sz="quarter" idx="35" hasCustomPrompt="1"/>
          </p:nvPr>
        </p:nvSpPr>
        <p:spPr>
          <a:xfrm>
            <a:off x="3982343" y="2638820"/>
            <a:ext cx="7658795" cy="550851"/>
          </a:xfrm>
          <a:custGeom>
            <a:avLst/>
            <a:gdLst>
              <a:gd name="connsiteX0" fmla="*/ 0 w 1145437"/>
              <a:gd name="connsiteY0" fmla="*/ 0 h 812648"/>
              <a:gd name="connsiteX1" fmla="*/ 1145437 w 1145437"/>
              <a:gd name="connsiteY1" fmla="*/ 0 h 812648"/>
              <a:gd name="connsiteX2" fmla="*/ 1145437 w 1145437"/>
              <a:gd name="connsiteY2" fmla="*/ 812648 h 812648"/>
              <a:gd name="connsiteX3" fmla="*/ 0 w 1145437"/>
              <a:gd name="connsiteY3" fmla="*/ 812648 h 812648"/>
            </a:gdLst>
            <a:ahLst/>
            <a:cxnLst>
              <a:cxn ang="0">
                <a:pos x="connsiteX0" y="connsiteY0"/>
              </a:cxn>
              <a:cxn ang="0">
                <a:pos x="connsiteX1" y="connsiteY1"/>
              </a:cxn>
              <a:cxn ang="0">
                <a:pos x="connsiteX2" y="connsiteY2"/>
              </a:cxn>
              <a:cxn ang="0">
                <a:pos x="connsiteX3" y="connsiteY3"/>
              </a:cxn>
            </a:cxnLst>
            <a:rect l="l" t="t" r="r" b="b"/>
            <a:pathLst>
              <a:path w="1145437" h="812648">
                <a:moveTo>
                  <a:pt x="0" y="0"/>
                </a:moveTo>
                <a:lnTo>
                  <a:pt x="1145437" y="0"/>
                </a:lnTo>
                <a:lnTo>
                  <a:pt x="1145437" y="812648"/>
                </a:lnTo>
                <a:lnTo>
                  <a:pt x="0" y="812648"/>
                </a:lnTo>
                <a:close/>
              </a:path>
            </a:pathLst>
          </a:custGeom>
        </p:spPr>
        <p:txBody>
          <a:bodyPr wrap="square" anchor="ctr">
            <a:noAutofit/>
          </a:bodyPr>
          <a:lstStyle>
            <a:lvl1pPr marL="0" indent="0" algn="l">
              <a:lnSpc>
                <a:spcPct val="100000"/>
              </a:lnSpc>
              <a:spcAft>
                <a:spcPts val="600"/>
              </a:spcAft>
              <a:buNone/>
              <a:defRPr sz="1800" b="1" i="0">
                <a:solidFill>
                  <a:schemeClr val="bg1"/>
                </a:solidFill>
                <a:latin typeface="Montserrat" pitchFamily="2" charset="77"/>
              </a:defRPr>
            </a:lvl1pPr>
            <a:lvl2pPr marL="4763" indent="0" algn="ctr">
              <a:lnSpc>
                <a:spcPct val="100000"/>
              </a:lnSpc>
              <a:spcAft>
                <a:spcPts val="600"/>
              </a:spcAft>
              <a:buNone/>
              <a:tabLst/>
              <a:defRPr sz="1000" b="0" i="0">
                <a:solidFill>
                  <a:schemeClr val="tx1"/>
                </a:solidFill>
                <a:latin typeface="Montserrat" pitchFamily="2" charset="77"/>
              </a:defRPr>
            </a:lvl2pPr>
            <a:lvl3pPr algn="ctr">
              <a:lnSpc>
                <a:spcPct val="100000"/>
              </a:lnSpc>
              <a:spcAft>
                <a:spcPts val="600"/>
              </a:spcAft>
              <a:defRPr sz="1000">
                <a:solidFill>
                  <a:schemeClr val="bg1">
                    <a:lumMod val="40000"/>
                    <a:lumOff val="60000"/>
                  </a:schemeClr>
                </a:solidFill>
              </a:defRPr>
            </a:lvl3pPr>
            <a:lvl4pPr algn="ctr">
              <a:lnSpc>
                <a:spcPct val="100000"/>
              </a:lnSpc>
              <a:spcAft>
                <a:spcPts val="600"/>
              </a:spcAft>
              <a:defRPr sz="1000">
                <a:solidFill>
                  <a:schemeClr val="bg1">
                    <a:lumMod val="40000"/>
                    <a:lumOff val="60000"/>
                  </a:schemeClr>
                </a:solidFill>
              </a:defRPr>
            </a:lvl4pPr>
            <a:lvl5pPr algn="ctr">
              <a:lnSpc>
                <a:spcPct val="100000"/>
              </a:lnSpc>
              <a:spcAft>
                <a:spcPts val="600"/>
              </a:spcAft>
              <a:defRPr sz="1000">
                <a:solidFill>
                  <a:schemeClr val="bg1">
                    <a:lumMod val="40000"/>
                    <a:lumOff val="60000"/>
                  </a:schemeClr>
                </a:solidFill>
              </a:defRPr>
            </a:lvl5pPr>
          </a:lstStyle>
          <a:p>
            <a:pPr lvl="0"/>
            <a:r>
              <a:rPr lang="en-GB"/>
              <a:t>Click to edit text</a:t>
            </a:r>
          </a:p>
        </p:txBody>
      </p:sp>
      <p:sp>
        <p:nvSpPr>
          <p:cNvPr id="13" name="Text Placeholder 42">
            <a:extLst>
              <a:ext uri="{FF2B5EF4-FFF2-40B4-BE49-F238E27FC236}">
                <a16:creationId xmlns:a16="http://schemas.microsoft.com/office/drawing/2014/main" id="{1C891C25-FB5D-B49D-BD11-15FB712EF50C}"/>
              </a:ext>
            </a:extLst>
          </p:cNvPr>
          <p:cNvSpPr>
            <a:spLocks noGrp="1"/>
          </p:cNvSpPr>
          <p:nvPr>
            <p:ph type="body" sz="quarter" idx="36" hasCustomPrompt="1"/>
          </p:nvPr>
        </p:nvSpPr>
        <p:spPr>
          <a:xfrm>
            <a:off x="3982343" y="3315600"/>
            <a:ext cx="7658795" cy="550851"/>
          </a:xfrm>
          <a:custGeom>
            <a:avLst/>
            <a:gdLst>
              <a:gd name="connsiteX0" fmla="*/ 0 w 1145437"/>
              <a:gd name="connsiteY0" fmla="*/ 0 h 812648"/>
              <a:gd name="connsiteX1" fmla="*/ 1145437 w 1145437"/>
              <a:gd name="connsiteY1" fmla="*/ 0 h 812648"/>
              <a:gd name="connsiteX2" fmla="*/ 1145437 w 1145437"/>
              <a:gd name="connsiteY2" fmla="*/ 812648 h 812648"/>
              <a:gd name="connsiteX3" fmla="*/ 0 w 1145437"/>
              <a:gd name="connsiteY3" fmla="*/ 812648 h 812648"/>
            </a:gdLst>
            <a:ahLst/>
            <a:cxnLst>
              <a:cxn ang="0">
                <a:pos x="connsiteX0" y="connsiteY0"/>
              </a:cxn>
              <a:cxn ang="0">
                <a:pos x="connsiteX1" y="connsiteY1"/>
              </a:cxn>
              <a:cxn ang="0">
                <a:pos x="connsiteX2" y="connsiteY2"/>
              </a:cxn>
              <a:cxn ang="0">
                <a:pos x="connsiteX3" y="connsiteY3"/>
              </a:cxn>
            </a:cxnLst>
            <a:rect l="l" t="t" r="r" b="b"/>
            <a:pathLst>
              <a:path w="1145437" h="812648">
                <a:moveTo>
                  <a:pt x="0" y="0"/>
                </a:moveTo>
                <a:lnTo>
                  <a:pt x="1145437" y="0"/>
                </a:lnTo>
                <a:lnTo>
                  <a:pt x="1145437" y="812648"/>
                </a:lnTo>
                <a:lnTo>
                  <a:pt x="0" y="812648"/>
                </a:lnTo>
                <a:close/>
              </a:path>
            </a:pathLst>
          </a:custGeom>
        </p:spPr>
        <p:txBody>
          <a:bodyPr wrap="square" anchor="ctr">
            <a:noAutofit/>
          </a:bodyPr>
          <a:lstStyle>
            <a:lvl1pPr marL="0" indent="0" algn="l">
              <a:lnSpc>
                <a:spcPct val="100000"/>
              </a:lnSpc>
              <a:spcAft>
                <a:spcPts val="600"/>
              </a:spcAft>
              <a:buNone/>
              <a:defRPr sz="1800" b="1" i="0">
                <a:solidFill>
                  <a:schemeClr val="bg1"/>
                </a:solidFill>
                <a:latin typeface="Montserrat" pitchFamily="2" charset="77"/>
              </a:defRPr>
            </a:lvl1pPr>
            <a:lvl2pPr marL="4763" indent="0" algn="ctr">
              <a:lnSpc>
                <a:spcPct val="100000"/>
              </a:lnSpc>
              <a:spcAft>
                <a:spcPts val="600"/>
              </a:spcAft>
              <a:buNone/>
              <a:tabLst/>
              <a:defRPr sz="1000" b="0" i="0">
                <a:solidFill>
                  <a:schemeClr val="tx1"/>
                </a:solidFill>
                <a:latin typeface="Montserrat" pitchFamily="2" charset="77"/>
              </a:defRPr>
            </a:lvl2pPr>
            <a:lvl3pPr algn="ctr">
              <a:lnSpc>
                <a:spcPct val="100000"/>
              </a:lnSpc>
              <a:spcAft>
                <a:spcPts val="600"/>
              </a:spcAft>
              <a:defRPr sz="1000">
                <a:solidFill>
                  <a:schemeClr val="bg1">
                    <a:lumMod val="40000"/>
                    <a:lumOff val="60000"/>
                  </a:schemeClr>
                </a:solidFill>
              </a:defRPr>
            </a:lvl3pPr>
            <a:lvl4pPr algn="ctr">
              <a:lnSpc>
                <a:spcPct val="100000"/>
              </a:lnSpc>
              <a:spcAft>
                <a:spcPts val="600"/>
              </a:spcAft>
              <a:defRPr sz="1000">
                <a:solidFill>
                  <a:schemeClr val="bg1">
                    <a:lumMod val="40000"/>
                    <a:lumOff val="60000"/>
                  </a:schemeClr>
                </a:solidFill>
              </a:defRPr>
            </a:lvl4pPr>
            <a:lvl5pPr algn="ctr">
              <a:lnSpc>
                <a:spcPct val="100000"/>
              </a:lnSpc>
              <a:spcAft>
                <a:spcPts val="600"/>
              </a:spcAft>
              <a:defRPr sz="1000">
                <a:solidFill>
                  <a:schemeClr val="bg1">
                    <a:lumMod val="40000"/>
                    <a:lumOff val="60000"/>
                  </a:schemeClr>
                </a:solidFill>
              </a:defRPr>
            </a:lvl5pPr>
          </a:lstStyle>
          <a:p>
            <a:pPr lvl="0"/>
            <a:r>
              <a:rPr lang="en-GB"/>
              <a:t>Click to edit text</a:t>
            </a:r>
          </a:p>
        </p:txBody>
      </p:sp>
      <p:sp>
        <p:nvSpPr>
          <p:cNvPr id="14" name="Text Placeholder 42">
            <a:extLst>
              <a:ext uri="{FF2B5EF4-FFF2-40B4-BE49-F238E27FC236}">
                <a16:creationId xmlns:a16="http://schemas.microsoft.com/office/drawing/2014/main" id="{3D2E9E88-1349-9DEA-C29D-F0F9D3B48D57}"/>
              </a:ext>
            </a:extLst>
          </p:cNvPr>
          <p:cNvSpPr>
            <a:spLocks noGrp="1"/>
          </p:cNvSpPr>
          <p:nvPr>
            <p:ph type="body" sz="quarter" idx="37" hasCustomPrompt="1"/>
          </p:nvPr>
        </p:nvSpPr>
        <p:spPr>
          <a:xfrm>
            <a:off x="3982343" y="3992380"/>
            <a:ext cx="7658795" cy="550851"/>
          </a:xfrm>
          <a:custGeom>
            <a:avLst/>
            <a:gdLst>
              <a:gd name="connsiteX0" fmla="*/ 0 w 1145437"/>
              <a:gd name="connsiteY0" fmla="*/ 0 h 812648"/>
              <a:gd name="connsiteX1" fmla="*/ 1145437 w 1145437"/>
              <a:gd name="connsiteY1" fmla="*/ 0 h 812648"/>
              <a:gd name="connsiteX2" fmla="*/ 1145437 w 1145437"/>
              <a:gd name="connsiteY2" fmla="*/ 812648 h 812648"/>
              <a:gd name="connsiteX3" fmla="*/ 0 w 1145437"/>
              <a:gd name="connsiteY3" fmla="*/ 812648 h 812648"/>
            </a:gdLst>
            <a:ahLst/>
            <a:cxnLst>
              <a:cxn ang="0">
                <a:pos x="connsiteX0" y="connsiteY0"/>
              </a:cxn>
              <a:cxn ang="0">
                <a:pos x="connsiteX1" y="connsiteY1"/>
              </a:cxn>
              <a:cxn ang="0">
                <a:pos x="connsiteX2" y="connsiteY2"/>
              </a:cxn>
              <a:cxn ang="0">
                <a:pos x="connsiteX3" y="connsiteY3"/>
              </a:cxn>
            </a:cxnLst>
            <a:rect l="l" t="t" r="r" b="b"/>
            <a:pathLst>
              <a:path w="1145437" h="812648">
                <a:moveTo>
                  <a:pt x="0" y="0"/>
                </a:moveTo>
                <a:lnTo>
                  <a:pt x="1145437" y="0"/>
                </a:lnTo>
                <a:lnTo>
                  <a:pt x="1145437" y="812648"/>
                </a:lnTo>
                <a:lnTo>
                  <a:pt x="0" y="812648"/>
                </a:lnTo>
                <a:close/>
              </a:path>
            </a:pathLst>
          </a:custGeom>
        </p:spPr>
        <p:txBody>
          <a:bodyPr wrap="square" anchor="ctr">
            <a:noAutofit/>
          </a:bodyPr>
          <a:lstStyle>
            <a:lvl1pPr marL="0" indent="0" algn="l">
              <a:lnSpc>
                <a:spcPct val="100000"/>
              </a:lnSpc>
              <a:spcAft>
                <a:spcPts val="600"/>
              </a:spcAft>
              <a:buNone/>
              <a:defRPr sz="1800" b="1" i="0">
                <a:solidFill>
                  <a:schemeClr val="bg1"/>
                </a:solidFill>
                <a:latin typeface="Montserrat" pitchFamily="2" charset="77"/>
              </a:defRPr>
            </a:lvl1pPr>
            <a:lvl2pPr marL="4763" indent="0" algn="ctr">
              <a:lnSpc>
                <a:spcPct val="100000"/>
              </a:lnSpc>
              <a:spcAft>
                <a:spcPts val="600"/>
              </a:spcAft>
              <a:buNone/>
              <a:tabLst/>
              <a:defRPr sz="1000" b="0" i="0">
                <a:solidFill>
                  <a:schemeClr val="tx1"/>
                </a:solidFill>
                <a:latin typeface="Montserrat" pitchFamily="2" charset="77"/>
              </a:defRPr>
            </a:lvl2pPr>
            <a:lvl3pPr algn="ctr">
              <a:lnSpc>
                <a:spcPct val="100000"/>
              </a:lnSpc>
              <a:spcAft>
                <a:spcPts val="600"/>
              </a:spcAft>
              <a:defRPr sz="1000">
                <a:solidFill>
                  <a:schemeClr val="bg1">
                    <a:lumMod val="40000"/>
                    <a:lumOff val="60000"/>
                  </a:schemeClr>
                </a:solidFill>
              </a:defRPr>
            </a:lvl3pPr>
            <a:lvl4pPr algn="ctr">
              <a:lnSpc>
                <a:spcPct val="100000"/>
              </a:lnSpc>
              <a:spcAft>
                <a:spcPts val="600"/>
              </a:spcAft>
              <a:defRPr sz="1000">
                <a:solidFill>
                  <a:schemeClr val="bg1">
                    <a:lumMod val="40000"/>
                    <a:lumOff val="60000"/>
                  </a:schemeClr>
                </a:solidFill>
              </a:defRPr>
            </a:lvl4pPr>
            <a:lvl5pPr algn="ctr">
              <a:lnSpc>
                <a:spcPct val="100000"/>
              </a:lnSpc>
              <a:spcAft>
                <a:spcPts val="600"/>
              </a:spcAft>
              <a:defRPr sz="1000">
                <a:solidFill>
                  <a:schemeClr val="bg1">
                    <a:lumMod val="40000"/>
                    <a:lumOff val="60000"/>
                  </a:schemeClr>
                </a:solidFill>
              </a:defRPr>
            </a:lvl5pPr>
          </a:lstStyle>
          <a:p>
            <a:pPr lvl="0"/>
            <a:r>
              <a:rPr lang="en-GB"/>
              <a:t>Click to edit text</a:t>
            </a:r>
          </a:p>
        </p:txBody>
      </p:sp>
      <p:sp>
        <p:nvSpPr>
          <p:cNvPr id="15" name="Text Placeholder 42">
            <a:extLst>
              <a:ext uri="{FF2B5EF4-FFF2-40B4-BE49-F238E27FC236}">
                <a16:creationId xmlns:a16="http://schemas.microsoft.com/office/drawing/2014/main" id="{E2244478-7C74-D85B-8862-613EA187C5EE}"/>
              </a:ext>
            </a:extLst>
          </p:cNvPr>
          <p:cNvSpPr>
            <a:spLocks noGrp="1"/>
          </p:cNvSpPr>
          <p:nvPr>
            <p:ph type="body" sz="quarter" idx="38" hasCustomPrompt="1"/>
          </p:nvPr>
        </p:nvSpPr>
        <p:spPr>
          <a:xfrm>
            <a:off x="3982343" y="4669162"/>
            <a:ext cx="7658795" cy="550851"/>
          </a:xfrm>
          <a:custGeom>
            <a:avLst/>
            <a:gdLst>
              <a:gd name="connsiteX0" fmla="*/ 0 w 1145437"/>
              <a:gd name="connsiteY0" fmla="*/ 0 h 812648"/>
              <a:gd name="connsiteX1" fmla="*/ 1145437 w 1145437"/>
              <a:gd name="connsiteY1" fmla="*/ 0 h 812648"/>
              <a:gd name="connsiteX2" fmla="*/ 1145437 w 1145437"/>
              <a:gd name="connsiteY2" fmla="*/ 812648 h 812648"/>
              <a:gd name="connsiteX3" fmla="*/ 0 w 1145437"/>
              <a:gd name="connsiteY3" fmla="*/ 812648 h 812648"/>
            </a:gdLst>
            <a:ahLst/>
            <a:cxnLst>
              <a:cxn ang="0">
                <a:pos x="connsiteX0" y="connsiteY0"/>
              </a:cxn>
              <a:cxn ang="0">
                <a:pos x="connsiteX1" y="connsiteY1"/>
              </a:cxn>
              <a:cxn ang="0">
                <a:pos x="connsiteX2" y="connsiteY2"/>
              </a:cxn>
              <a:cxn ang="0">
                <a:pos x="connsiteX3" y="connsiteY3"/>
              </a:cxn>
            </a:cxnLst>
            <a:rect l="l" t="t" r="r" b="b"/>
            <a:pathLst>
              <a:path w="1145437" h="812648">
                <a:moveTo>
                  <a:pt x="0" y="0"/>
                </a:moveTo>
                <a:lnTo>
                  <a:pt x="1145437" y="0"/>
                </a:lnTo>
                <a:lnTo>
                  <a:pt x="1145437" y="812648"/>
                </a:lnTo>
                <a:lnTo>
                  <a:pt x="0" y="812648"/>
                </a:lnTo>
                <a:close/>
              </a:path>
            </a:pathLst>
          </a:custGeom>
        </p:spPr>
        <p:txBody>
          <a:bodyPr wrap="square" anchor="ctr">
            <a:noAutofit/>
          </a:bodyPr>
          <a:lstStyle>
            <a:lvl1pPr marL="0" indent="0" algn="l">
              <a:lnSpc>
                <a:spcPct val="100000"/>
              </a:lnSpc>
              <a:spcAft>
                <a:spcPts val="600"/>
              </a:spcAft>
              <a:buNone/>
              <a:defRPr sz="1800" b="1" i="0">
                <a:solidFill>
                  <a:schemeClr val="bg1"/>
                </a:solidFill>
                <a:latin typeface="Montserrat" pitchFamily="2" charset="77"/>
              </a:defRPr>
            </a:lvl1pPr>
            <a:lvl2pPr marL="4763" indent="0" algn="ctr">
              <a:lnSpc>
                <a:spcPct val="100000"/>
              </a:lnSpc>
              <a:spcAft>
                <a:spcPts val="600"/>
              </a:spcAft>
              <a:buNone/>
              <a:tabLst/>
              <a:defRPr sz="1000" b="0" i="0">
                <a:solidFill>
                  <a:schemeClr val="tx1"/>
                </a:solidFill>
                <a:latin typeface="Montserrat" pitchFamily="2" charset="77"/>
              </a:defRPr>
            </a:lvl2pPr>
            <a:lvl3pPr algn="ctr">
              <a:lnSpc>
                <a:spcPct val="100000"/>
              </a:lnSpc>
              <a:spcAft>
                <a:spcPts val="600"/>
              </a:spcAft>
              <a:defRPr sz="1000">
                <a:solidFill>
                  <a:schemeClr val="bg1">
                    <a:lumMod val="40000"/>
                    <a:lumOff val="60000"/>
                  </a:schemeClr>
                </a:solidFill>
              </a:defRPr>
            </a:lvl3pPr>
            <a:lvl4pPr algn="ctr">
              <a:lnSpc>
                <a:spcPct val="100000"/>
              </a:lnSpc>
              <a:spcAft>
                <a:spcPts val="600"/>
              </a:spcAft>
              <a:defRPr sz="1000">
                <a:solidFill>
                  <a:schemeClr val="bg1">
                    <a:lumMod val="40000"/>
                    <a:lumOff val="60000"/>
                  </a:schemeClr>
                </a:solidFill>
              </a:defRPr>
            </a:lvl4pPr>
            <a:lvl5pPr algn="ctr">
              <a:lnSpc>
                <a:spcPct val="100000"/>
              </a:lnSpc>
              <a:spcAft>
                <a:spcPts val="600"/>
              </a:spcAft>
              <a:defRPr sz="1000">
                <a:solidFill>
                  <a:schemeClr val="bg1">
                    <a:lumMod val="40000"/>
                    <a:lumOff val="60000"/>
                  </a:schemeClr>
                </a:solidFill>
              </a:defRPr>
            </a:lvl5pPr>
          </a:lstStyle>
          <a:p>
            <a:pPr lvl="0"/>
            <a:r>
              <a:rPr lang="en-GB"/>
              <a:t>Click to edit text</a:t>
            </a:r>
          </a:p>
        </p:txBody>
      </p:sp>
    </p:spTree>
    <p:extLst>
      <p:ext uri="{BB962C8B-B14F-4D97-AF65-F5344CB8AC3E}">
        <p14:creationId xmlns:p14="http://schemas.microsoft.com/office/powerpoint/2010/main" val="1675498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B36A9-0FB5-3469-6F30-42BE4698B296}"/>
              </a:ext>
            </a:extLst>
          </p:cNvPr>
          <p:cNvSpPr>
            <a:spLocks noGrp="1"/>
          </p:cNvSpPr>
          <p:nvPr>
            <p:ph type="title"/>
          </p:nvPr>
        </p:nvSpPr>
        <p:spPr/>
        <p:txBody>
          <a:bodyPr/>
          <a:lstStyle/>
          <a:p>
            <a:r>
              <a:rPr lang="en-GB"/>
              <a:t>Click to edit Master title style</a:t>
            </a:r>
            <a:endParaRPr lang="nl-NL"/>
          </a:p>
        </p:txBody>
      </p:sp>
      <p:sp>
        <p:nvSpPr>
          <p:cNvPr id="5" name="Content Placeholder 4">
            <a:extLst>
              <a:ext uri="{FF2B5EF4-FFF2-40B4-BE49-F238E27FC236}">
                <a16:creationId xmlns:a16="http://schemas.microsoft.com/office/drawing/2014/main" id="{465C2C99-B7E7-D178-3F88-F5887FBEA78D}"/>
              </a:ext>
            </a:extLst>
          </p:cNvPr>
          <p:cNvSpPr>
            <a:spLocks noGrp="1"/>
          </p:cNvSpPr>
          <p:nvPr>
            <p:ph sz="quarter" idx="10"/>
          </p:nvPr>
        </p:nvSpPr>
        <p:spPr>
          <a:xfrm>
            <a:off x="550863" y="1423989"/>
            <a:ext cx="11079162" cy="4632038"/>
          </a:xfrm>
        </p:spPr>
        <p:txBody>
          <a:bodyPr/>
          <a:lstStyle>
            <a:lvl1pPr>
              <a:defRPr b="0"/>
            </a:lvl1pPr>
            <a:lvl2pPr>
              <a:defRPr b="0"/>
            </a:lvl2pPr>
            <a:lvl3pPr>
              <a:defRPr b="0"/>
            </a:lvl3pPr>
            <a:lvl4pPr>
              <a:defRPr b="0"/>
            </a:lvl4pPr>
            <a:lvl5pPr>
              <a:defRPr b="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Tree>
    <p:extLst>
      <p:ext uri="{BB962C8B-B14F-4D97-AF65-F5344CB8AC3E}">
        <p14:creationId xmlns:p14="http://schemas.microsoft.com/office/powerpoint/2010/main" val="26024296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B36A9-0FB5-3469-6F30-42BE4698B296}"/>
              </a:ext>
            </a:extLst>
          </p:cNvPr>
          <p:cNvSpPr>
            <a:spLocks noGrp="1"/>
          </p:cNvSpPr>
          <p:nvPr>
            <p:ph type="title"/>
          </p:nvPr>
        </p:nvSpPr>
        <p:spPr/>
        <p:txBody>
          <a:bodyPr/>
          <a:lstStyle/>
          <a:p>
            <a:r>
              <a:rPr lang="en-GB"/>
              <a:t>Click to edit Master title style</a:t>
            </a:r>
            <a:endParaRPr lang="nl-NL"/>
          </a:p>
        </p:txBody>
      </p:sp>
      <p:sp>
        <p:nvSpPr>
          <p:cNvPr id="7" name="Table Placeholder 6">
            <a:extLst>
              <a:ext uri="{FF2B5EF4-FFF2-40B4-BE49-F238E27FC236}">
                <a16:creationId xmlns:a16="http://schemas.microsoft.com/office/drawing/2014/main" id="{417A25EF-CCA6-3189-383C-B16B60411ADC}"/>
              </a:ext>
            </a:extLst>
          </p:cNvPr>
          <p:cNvSpPr>
            <a:spLocks noGrp="1"/>
          </p:cNvSpPr>
          <p:nvPr>
            <p:ph type="tbl" sz="quarter" idx="12"/>
          </p:nvPr>
        </p:nvSpPr>
        <p:spPr>
          <a:xfrm>
            <a:off x="550862" y="1423988"/>
            <a:ext cx="11079889" cy="4632325"/>
          </a:xfrm>
        </p:spPr>
        <p:txBody>
          <a:bodyPr anchor="ctr"/>
          <a:lstStyle>
            <a:lvl1pPr algn="l">
              <a:defRPr/>
            </a:lvl1pPr>
          </a:lstStyle>
          <a:p>
            <a:r>
              <a:rPr lang="en-GB"/>
              <a:t>Click icon to add table</a:t>
            </a:r>
            <a:endParaRPr lang="en-BE"/>
          </a:p>
        </p:txBody>
      </p:sp>
    </p:spTree>
    <p:extLst>
      <p:ext uri="{BB962C8B-B14F-4D97-AF65-F5344CB8AC3E}">
        <p14:creationId xmlns:p14="http://schemas.microsoft.com/office/powerpoint/2010/main" val="25680891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mp;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B36A9-0FB5-3469-6F30-42BE4698B296}"/>
              </a:ext>
            </a:extLst>
          </p:cNvPr>
          <p:cNvSpPr>
            <a:spLocks noGrp="1"/>
          </p:cNvSpPr>
          <p:nvPr>
            <p:ph type="title"/>
          </p:nvPr>
        </p:nvSpPr>
        <p:spPr/>
        <p:txBody>
          <a:bodyPr/>
          <a:lstStyle/>
          <a:p>
            <a:r>
              <a:rPr lang="en-GB"/>
              <a:t>Click to edit Master title style</a:t>
            </a:r>
            <a:endParaRPr lang="nl-NL"/>
          </a:p>
        </p:txBody>
      </p:sp>
      <p:sp>
        <p:nvSpPr>
          <p:cNvPr id="4" name="Chart Placeholder 3">
            <a:extLst>
              <a:ext uri="{FF2B5EF4-FFF2-40B4-BE49-F238E27FC236}">
                <a16:creationId xmlns:a16="http://schemas.microsoft.com/office/drawing/2014/main" id="{5BDC4B98-1CBE-6100-8030-392AD8579EB4}"/>
              </a:ext>
            </a:extLst>
          </p:cNvPr>
          <p:cNvSpPr>
            <a:spLocks noGrp="1"/>
          </p:cNvSpPr>
          <p:nvPr>
            <p:ph type="chart" sz="quarter" idx="11"/>
          </p:nvPr>
        </p:nvSpPr>
        <p:spPr>
          <a:xfrm>
            <a:off x="550136" y="1423988"/>
            <a:ext cx="11079889" cy="4632039"/>
          </a:xfrm>
        </p:spPr>
        <p:txBody>
          <a:bodyPr anchor="ctr"/>
          <a:lstStyle>
            <a:lvl1pPr algn="ctr">
              <a:defRPr/>
            </a:lvl1pPr>
          </a:lstStyle>
          <a:p>
            <a:r>
              <a:rPr lang="en-GB"/>
              <a:t>Click icon to add chart</a:t>
            </a:r>
            <a:endParaRPr lang="en-BE"/>
          </a:p>
        </p:txBody>
      </p:sp>
    </p:spTree>
    <p:extLst>
      <p:ext uri="{BB962C8B-B14F-4D97-AF65-F5344CB8AC3E}">
        <p14:creationId xmlns:p14="http://schemas.microsoft.com/office/powerpoint/2010/main" val="28081133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content 2 col">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637D963-2B56-1348-92CF-7C50CC760C1C}"/>
              </a:ext>
            </a:extLst>
          </p:cNvPr>
          <p:cNvSpPr>
            <a:spLocks noGrp="1"/>
          </p:cNvSpPr>
          <p:nvPr>
            <p:ph sz="half" idx="2"/>
          </p:nvPr>
        </p:nvSpPr>
        <p:spPr>
          <a:xfrm>
            <a:off x="6193257" y="1423988"/>
            <a:ext cx="5447881" cy="4587068"/>
          </a:xfrm>
          <a:prstGeom prst="rect">
            <a:avLst/>
          </a:prstGeom>
        </p:spPr>
        <p:txBody>
          <a:bodyPr/>
          <a:lstStyle>
            <a:lvl1pPr marL="0" indent="0">
              <a:buClr>
                <a:schemeClr val="accent1"/>
              </a:buClr>
              <a:buFont typeface="Arial" panose="020B0604020202020204" pitchFamily="34" charset="0"/>
              <a:buNone/>
              <a:defRPr sz="1400" b="0" i="0">
                <a:latin typeface="Montserrat" pitchFamily="2" charset="77"/>
              </a:defRPr>
            </a:lvl1pPr>
            <a:lvl2pPr>
              <a:buClr>
                <a:schemeClr val="accent1"/>
              </a:buClr>
              <a:defRPr sz="1400" b="0" i="0">
                <a:latin typeface="Montserrat" pitchFamily="2" charset="77"/>
              </a:defRPr>
            </a:lvl2pPr>
            <a:lvl3pPr>
              <a:buClr>
                <a:schemeClr val="accent1"/>
              </a:buClr>
              <a:defRPr sz="1400" b="0" i="0">
                <a:latin typeface="Montserrat" pitchFamily="2" charset="77"/>
              </a:defRPr>
            </a:lvl3pPr>
            <a:lvl4pPr>
              <a:buClr>
                <a:schemeClr val="accent1"/>
              </a:buClr>
              <a:defRPr sz="1400" b="0" i="0">
                <a:latin typeface="Montserrat" pitchFamily="2" charset="77"/>
              </a:defRPr>
            </a:lvl4pPr>
            <a:lvl5pPr>
              <a:buClr>
                <a:schemeClr val="accent1"/>
              </a:buClr>
              <a:defRPr sz="1400" b="0" i="0">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Content Placeholder 2">
            <a:extLst>
              <a:ext uri="{FF2B5EF4-FFF2-40B4-BE49-F238E27FC236}">
                <a16:creationId xmlns:a16="http://schemas.microsoft.com/office/drawing/2014/main" id="{D3E13B8C-9EB0-83C0-DE96-659F90300BD3}"/>
              </a:ext>
            </a:extLst>
          </p:cNvPr>
          <p:cNvSpPr>
            <a:spLocks noGrp="1"/>
          </p:cNvSpPr>
          <p:nvPr>
            <p:ph sz="half" idx="10"/>
          </p:nvPr>
        </p:nvSpPr>
        <p:spPr>
          <a:xfrm>
            <a:off x="550863" y="1423988"/>
            <a:ext cx="5447882" cy="4587068"/>
          </a:xfrm>
          <a:prstGeom prst="rect">
            <a:avLst/>
          </a:prstGeom>
        </p:spPr>
        <p:txBody>
          <a:bodyPr/>
          <a:lstStyle>
            <a:lvl1pPr marL="0" indent="0">
              <a:buClr>
                <a:schemeClr val="accent1"/>
              </a:buClr>
              <a:buFont typeface="Arial" panose="020B0604020202020204" pitchFamily="34" charset="0"/>
              <a:buNone/>
              <a:defRPr sz="1400" b="0" i="0">
                <a:latin typeface="Montserrat" pitchFamily="2" charset="77"/>
              </a:defRPr>
            </a:lvl1pPr>
            <a:lvl2pPr marL="742950" indent="-285750">
              <a:buClr>
                <a:schemeClr val="accent1"/>
              </a:buClr>
              <a:buFont typeface="Arial" panose="020B0604020202020204" pitchFamily="34" charset="0"/>
              <a:buChar char="•"/>
              <a:defRPr sz="1400" b="0" i="0">
                <a:latin typeface="Montserrat" pitchFamily="2" charset="77"/>
              </a:defRPr>
            </a:lvl2pPr>
            <a:lvl3pPr marL="1200150" indent="-285750">
              <a:buClr>
                <a:schemeClr val="accent1"/>
              </a:buClr>
              <a:buFont typeface="Arial" panose="020B0604020202020204" pitchFamily="34" charset="0"/>
              <a:buChar char="•"/>
              <a:defRPr sz="1400" b="0" i="0">
                <a:latin typeface="Montserrat" pitchFamily="2" charset="77"/>
              </a:defRPr>
            </a:lvl3pPr>
            <a:lvl4pPr marL="1657350" indent="-285750">
              <a:buClr>
                <a:schemeClr val="accent1"/>
              </a:buClr>
              <a:buFont typeface="Arial" panose="020B0604020202020204" pitchFamily="34" charset="0"/>
              <a:buChar char="•"/>
              <a:defRPr sz="1400" b="0" i="0">
                <a:latin typeface="Montserrat" pitchFamily="2" charset="77"/>
              </a:defRPr>
            </a:lvl4pPr>
            <a:lvl5pPr marL="2114550" indent="-285750">
              <a:buClr>
                <a:schemeClr val="accent1"/>
              </a:buClr>
              <a:buFont typeface="Arial" panose="020B0604020202020204" pitchFamily="34" charset="0"/>
              <a:buChar char="•"/>
              <a:defRPr sz="1400" b="0" i="0">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itle 2">
            <a:extLst>
              <a:ext uri="{FF2B5EF4-FFF2-40B4-BE49-F238E27FC236}">
                <a16:creationId xmlns:a16="http://schemas.microsoft.com/office/drawing/2014/main" id="{C4F7D3E9-C928-A1C1-8599-41F018F5C5D0}"/>
              </a:ext>
            </a:extLst>
          </p:cNvPr>
          <p:cNvSpPr>
            <a:spLocks noGrp="1"/>
          </p:cNvSpPr>
          <p:nvPr>
            <p:ph type="title"/>
          </p:nvPr>
        </p:nvSpPr>
        <p:spPr/>
        <p:txBody>
          <a:bodyPr/>
          <a:lstStyle/>
          <a:p>
            <a:r>
              <a:rPr lang="en-GB"/>
              <a:t>Click to edit Master title style</a:t>
            </a:r>
            <a:endParaRPr lang="nl-NL"/>
          </a:p>
        </p:txBody>
      </p:sp>
    </p:spTree>
    <p:extLst>
      <p:ext uri="{BB962C8B-B14F-4D97-AF65-F5344CB8AC3E}">
        <p14:creationId xmlns:p14="http://schemas.microsoft.com/office/powerpoint/2010/main" val="1603981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content 2 col txt +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C5AD128-D377-6E35-D6EA-F453423B43EA}"/>
              </a:ext>
            </a:extLst>
          </p:cNvPr>
          <p:cNvSpPr>
            <a:spLocks noGrp="1"/>
          </p:cNvSpPr>
          <p:nvPr>
            <p:ph type="pic" sz="quarter" idx="10"/>
          </p:nvPr>
        </p:nvSpPr>
        <p:spPr>
          <a:xfrm>
            <a:off x="6543207" y="1423988"/>
            <a:ext cx="5097931" cy="4617048"/>
          </a:xfrm>
        </p:spPr>
        <p:txBody>
          <a:bodyPr anchor="ctr"/>
          <a:lstStyle>
            <a:lvl1pPr marL="0" indent="0" algn="ctr">
              <a:buNone/>
              <a:defRPr b="0" i="0">
                <a:latin typeface="Montserrat" pitchFamily="2" charset="77"/>
              </a:defRPr>
            </a:lvl1pPr>
          </a:lstStyle>
          <a:p>
            <a:r>
              <a:rPr lang="en-GB"/>
              <a:t>Click icon to add picture</a:t>
            </a:r>
            <a:endParaRPr lang="en-BE"/>
          </a:p>
        </p:txBody>
      </p:sp>
      <p:sp>
        <p:nvSpPr>
          <p:cNvPr id="8" name="Content Placeholder 2">
            <a:extLst>
              <a:ext uri="{FF2B5EF4-FFF2-40B4-BE49-F238E27FC236}">
                <a16:creationId xmlns:a16="http://schemas.microsoft.com/office/drawing/2014/main" id="{40F2E5C5-B453-A65E-5E14-FEB48928C666}"/>
              </a:ext>
            </a:extLst>
          </p:cNvPr>
          <p:cNvSpPr>
            <a:spLocks noGrp="1"/>
          </p:cNvSpPr>
          <p:nvPr>
            <p:ph sz="half" idx="11"/>
          </p:nvPr>
        </p:nvSpPr>
        <p:spPr>
          <a:xfrm>
            <a:off x="550862" y="1423988"/>
            <a:ext cx="5545137" cy="4617048"/>
          </a:xfrm>
          <a:prstGeom prst="rect">
            <a:avLst/>
          </a:prstGeom>
        </p:spPr>
        <p:txBody>
          <a:bodyPr/>
          <a:lstStyle>
            <a:lvl1pPr marL="0" indent="0">
              <a:buClr>
                <a:schemeClr val="accent1"/>
              </a:buClr>
              <a:buFont typeface="Arial" panose="020B0604020202020204" pitchFamily="34" charset="0"/>
              <a:buNone/>
              <a:defRPr sz="1400" b="0" i="0">
                <a:latin typeface="Montserrat" pitchFamily="2" charset="77"/>
              </a:defRPr>
            </a:lvl1pPr>
            <a:lvl2pPr marL="742950" indent="-285750">
              <a:buClr>
                <a:schemeClr val="accent1"/>
              </a:buClr>
              <a:buFont typeface="Arial" panose="020B0604020202020204" pitchFamily="34" charset="0"/>
              <a:buChar char="•"/>
              <a:defRPr sz="1400" b="0" i="0">
                <a:latin typeface="Montserrat" pitchFamily="2" charset="77"/>
              </a:defRPr>
            </a:lvl2pPr>
            <a:lvl3pPr marL="1200150" indent="-285750">
              <a:buClr>
                <a:schemeClr val="accent1"/>
              </a:buClr>
              <a:buFont typeface="Montserrat" panose="020B0604020202020204" pitchFamily="34" charset="0"/>
              <a:buChar char="•"/>
              <a:defRPr sz="1400" b="0" i="0">
                <a:latin typeface="Montserrat" pitchFamily="2" charset="77"/>
              </a:defRPr>
            </a:lvl3pPr>
            <a:lvl4pPr marL="1657350" indent="-285750">
              <a:buClr>
                <a:schemeClr val="accent1"/>
              </a:buClr>
              <a:buFont typeface="Montserrat" panose="020B0604020202020204" pitchFamily="34" charset="0"/>
              <a:buChar char="•"/>
              <a:defRPr sz="1400" b="0" i="0">
                <a:latin typeface="Montserrat" pitchFamily="2" charset="77"/>
              </a:defRPr>
            </a:lvl4pPr>
            <a:lvl5pPr marL="2114550" indent="-285750">
              <a:buClr>
                <a:schemeClr val="accent1"/>
              </a:buClr>
              <a:buFont typeface="Montserrat" panose="020B0604020202020204" pitchFamily="34" charset="0"/>
              <a:buChar char="•"/>
              <a:defRPr sz="1400" b="0" i="0">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050F56CD-DF6D-8A65-2CBF-39D94FA2C739}"/>
              </a:ext>
            </a:extLst>
          </p:cNvPr>
          <p:cNvSpPr>
            <a:spLocks noGrp="1"/>
          </p:cNvSpPr>
          <p:nvPr>
            <p:ph type="title"/>
          </p:nvPr>
        </p:nvSpPr>
        <p:spPr/>
        <p:txBody>
          <a:bodyPr/>
          <a:lstStyle/>
          <a:p>
            <a:r>
              <a:rPr lang="en-GB"/>
              <a:t>Click to edit Master title style</a:t>
            </a:r>
            <a:endParaRPr lang="nl-NL"/>
          </a:p>
        </p:txBody>
      </p:sp>
    </p:spTree>
    <p:extLst>
      <p:ext uri="{BB962C8B-B14F-4D97-AF65-F5344CB8AC3E}">
        <p14:creationId xmlns:p14="http://schemas.microsoft.com/office/powerpoint/2010/main" val="600654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mp; content 2 col image + t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EFCC9A-8CA9-294B-9997-4953AAF6E905}"/>
              </a:ext>
            </a:extLst>
          </p:cNvPr>
          <p:cNvSpPr>
            <a:spLocks noGrp="1"/>
          </p:cNvSpPr>
          <p:nvPr>
            <p:ph idx="1"/>
          </p:nvPr>
        </p:nvSpPr>
        <p:spPr>
          <a:xfrm>
            <a:off x="3642610" y="1423987"/>
            <a:ext cx="7968480" cy="4662019"/>
          </a:xfrm>
          <a:prstGeom prst="rect">
            <a:avLst/>
          </a:prstGeom>
        </p:spPr>
        <p:txBody>
          <a:bodyPr/>
          <a:lstStyle>
            <a:lvl1pPr marL="0" indent="0">
              <a:buClr>
                <a:schemeClr val="accent1"/>
              </a:buClr>
              <a:buFont typeface="Arial" panose="020B0604020202020204" pitchFamily="34" charset="0"/>
              <a:buNone/>
              <a:defRPr sz="1400" b="0" i="0">
                <a:latin typeface="Montserrat" pitchFamily="2" charset="77"/>
              </a:defRPr>
            </a:lvl1pPr>
            <a:lvl2pPr marL="742950" indent="-285750">
              <a:buClr>
                <a:schemeClr val="accent1"/>
              </a:buClr>
              <a:buFont typeface="Montserrat" panose="020B0604020202020204" pitchFamily="34" charset="0"/>
              <a:buChar char="•"/>
              <a:defRPr sz="1400" b="0" i="0">
                <a:latin typeface="Montserrat" pitchFamily="2" charset="77"/>
              </a:defRPr>
            </a:lvl2pPr>
            <a:lvl3pPr marL="1200150" indent="-285750">
              <a:buClr>
                <a:schemeClr val="accent1"/>
              </a:buClr>
              <a:buFont typeface="Montserrat" panose="020B0604020202020204" pitchFamily="34" charset="0"/>
              <a:buChar char="•"/>
              <a:defRPr sz="1400" b="0" i="0">
                <a:latin typeface="Montserrat" pitchFamily="2" charset="77"/>
              </a:defRPr>
            </a:lvl3pPr>
            <a:lvl4pPr marL="1657350" indent="-285750">
              <a:buClr>
                <a:schemeClr val="accent1"/>
              </a:buClr>
              <a:buFont typeface="Montserrat" panose="020B0604020202020204" pitchFamily="34" charset="0"/>
              <a:buChar char="•"/>
              <a:defRPr sz="1400" b="0" i="0">
                <a:latin typeface="Montserrat" pitchFamily="2" charset="77"/>
              </a:defRPr>
            </a:lvl4pPr>
            <a:lvl5pPr marL="2114550" indent="-285750">
              <a:buClr>
                <a:schemeClr val="accent1"/>
              </a:buClr>
              <a:buFont typeface="Montserrat" panose="020B0604020202020204" pitchFamily="34" charset="0"/>
              <a:buChar char="•"/>
              <a:defRPr sz="1400" b="0" i="0">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Picture Placeholder 4">
            <a:extLst>
              <a:ext uri="{FF2B5EF4-FFF2-40B4-BE49-F238E27FC236}">
                <a16:creationId xmlns:a16="http://schemas.microsoft.com/office/drawing/2014/main" id="{619B9F16-7F48-0877-7C0F-64B5D4C12169}"/>
              </a:ext>
            </a:extLst>
          </p:cNvPr>
          <p:cNvSpPr>
            <a:spLocks noGrp="1"/>
          </p:cNvSpPr>
          <p:nvPr>
            <p:ph type="pic" sz="quarter" idx="10"/>
          </p:nvPr>
        </p:nvSpPr>
        <p:spPr>
          <a:xfrm>
            <a:off x="552450" y="1423988"/>
            <a:ext cx="2849563" cy="4662019"/>
          </a:xfrm>
        </p:spPr>
        <p:txBody>
          <a:bodyPr anchor="ctr"/>
          <a:lstStyle>
            <a:lvl1pPr marL="0" indent="0" algn="ctr">
              <a:buNone/>
              <a:defRPr b="0" i="0">
                <a:latin typeface="Montserrat" pitchFamily="2" charset="77"/>
              </a:defRPr>
            </a:lvl1pPr>
          </a:lstStyle>
          <a:p>
            <a:r>
              <a:rPr lang="en-GB"/>
              <a:t>Click icon to add picture</a:t>
            </a:r>
            <a:endParaRPr lang="en-BE"/>
          </a:p>
        </p:txBody>
      </p:sp>
      <p:sp>
        <p:nvSpPr>
          <p:cNvPr id="2" name="Title 1">
            <a:extLst>
              <a:ext uri="{FF2B5EF4-FFF2-40B4-BE49-F238E27FC236}">
                <a16:creationId xmlns:a16="http://schemas.microsoft.com/office/drawing/2014/main" id="{4F2E58BC-E1AF-AB24-7E50-98CF03DB02C2}"/>
              </a:ext>
            </a:extLst>
          </p:cNvPr>
          <p:cNvSpPr>
            <a:spLocks noGrp="1"/>
          </p:cNvSpPr>
          <p:nvPr>
            <p:ph type="title"/>
          </p:nvPr>
        </p:nvSpPr>
        <p:spPr/>
        <p:txBody>
          <a:bodyPr/>
          <a:lstStyle/>
          <a:p>
            <a:r>
              <a:rPr lang="en-GB"/>
              <a:t>Click to edit Master title style</a:t>
            </a:r>
            <a:endParaRPr lang="nl-NL"/>
          </a:p>
        </p:txBody>
      </p:sp>
    </p:spTree>
    <p:extLst>
      <p:ext uri="{BB962C8B-B14F-4D97-AF65-F5344CB8AC3E}">
        <p14:creationId xmlns:p14="http://schemas.microsoft.com/office/powerpoint/2010/main" val="1635071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1FD278-58F8-235E-E605-FFB6761354B5}"/>
              </a:ext>
            </a:extLst>
          </p:cNvPr>
          <p:cNvSpPr>
            <a:spLocks noGrp="1"/>
          </p:cNvSpPr>
          <p:nvPr>
            <p:ph type="title"/>
          </p:nvPr>
        </p:nvSpPr>
        <p:spPr/>
        <p:txBody>
          <a:bodyPr/>
          <a:lstStyle/>
          <a:p>
            <a:r>
              <a:rPr lang="en-GB"/>
              <a:t>Click to edit Master title style</a:t>
            </a:r>
            <a:endParaRPr lang="nl-NL"/>
          </a:p>
        </p:txBody>
      </p:sp>
    </p:spTree>
    <p:extLst>
      <p:ext uri="{BB962C8B-B14F-4D97-AF65-F5344CB8AC3E}">
        <p14:creationId xmlns:p14="http://schemas.microsoft.com/office/powerpoint/2010/main" val="4613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blue">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211B7AC-448B-6F69-B19F-513D93791360}"/>
              </a:ext>
            </a:extLst>
          </p:cNvPr>
          <p:cNvSpPr>
            <a:spLocks noGrp="1"/>
          </p:cNvSpPr>
          <p:nvPr>
            <p:ph type="body" sz="quarter" idx="10"/>
          </p:nvPr>
        </p:nvSpPr>
        <p:spPr>
          <a:xfrm>
            <a:off x="550863" y="549276"/>
            <a:ext cx="11090275" cy="5170488"/>
          </a:xfrm>
        </p:spPr>
        <p:txBody>
          <a:bodyPr anchor="ctr">
            <a:normAutofit/>
          </a:bodyPr>
          <a:lstStyle>
            <a:lvl1pPr marL="0" indent="0" algn="l">
              <a:buFontTx/>
              <a:buNone/>
              <a:defRPr sz="3200" b="1" i="0">
                <a:solidFill>
                  <a:schemeClr val="bg1"/>
                </a:solidFill>
                <a:latin typeface="Montserrat" pitchFamily="2" charset="77"/>
              </a:defRPr>
            </a:lvl1pPr>
            <a:lvl2pPr algn="l">
              <a:defRPr sz="3200" b="1" i="0">
                <a:solidFill>
                  <a:schemeClr val="bg1"/>
                </a:solidFill>
                <a:latin typeface="Montserrat Black" pitchFamily="2" charset="77"/>
              </a:defRPr>
            </a:lvl2pPr>
            <a:lvl3pPr algn="l">
              <a:defRPr sz="3200" b="1" i="0">
                <a:solidFill>
                  <a:schemeClr val="bg1"/>
                </a:solidFill>
                <a:latin typeface="Montserrat Black" pitchFamily="2" charset="77"/>
              </a:defRPr>
            </a:lvl3pPr>
            <a:lvl4pPr algn="l">
              <a:defRPr sz="3200" b="1" i="0">
                <a:solidFill>
                  <a:schemeClr val="bg1"/>
                </a:solidFill>
                <a:latin typeface="Montserrat Black" pitchFamily="2" charset="77"/>
              </a:defRPr>
            </a:lvl4pPr>
            <a:lvl5pPr algn="l">
              <a:defRPr sz="3200" b="1" i="0">
                <a:solidFill>
                  <a:schemeClr val="bg1"/>
                </a:solidFill>
                <a:latin typeface="Montserrat Black" pitchFamily="2" charset="77"/>
              </a:defRPr>
            </a:lvl5pPr>
          </a:lstStyle>
          <a:p>
            <a:pPr lvl="0"/>
            <a:r>
              <a:rPr lang="en-GB"/>
              <a:t>Click to edit Master text styles</a:t>
            </a:r>
          </a:p>
        </p:txBody>
      </p:sp>
      <p:sp>
        <p:nvSpPr>
          <p:cNvPr id="6" name="Picture Placeholder 5">
            <a:extLst>
              <a:ext uri="{FF2B5EF4-FFF2-40B4-BE49-F238E27FC236}">
                <a16:creationId xmlns:a16="http://schemas.microsoft.com/office/drawing/2014/main" id="{23B9A48D-FAF4-4B13-6485-B2CF735A0ECA}"/>
              </a:ext>
            </a:extLst>
          </p:cNvPr>
          <p:cNvSpPr>
            <a:spLocks noGrp="1"/>
          </p:cNvSpPr>
          <p:nvPr>
            <p:ph type="pic" sz="quarter" idx="11"/>
          </p:nvPr>
        </p:nvSpPr>
        <p:spPr>
          <a:xfrm>
            <a:off x="7827967" y="1933994"/>
            <a:ext cx="1160820" cy="2401052"/>
          </a:xfrm>
          <a:custGeom>
            <a:avLst/>
            <a:gdLst>
              <a:gd name="connsiteX0" fmla="*/ 1160820 w 1160820"/>
              <a:gd name="connsiteY0" fmla="*/ 0 h 2401052"/>
              <a:gd name="connsiteX1" fmla="*/ 332811 w 1160820"/>
              <a:gd name="connsiteY1" fmla="*/ 2397562 h 2401052"/>
              <a:gd name="connsiteX2" fmla="*/ 0 w 1160820"/>
              <a:gd name="connsiteY2" fmla="*/ 2401052 h 2401052"/>
              <a:gd name="connsiteX3" fmla="*/ 825149 w 1160820"/>
              <a:gd name="connsiteY3" fmla="*/ 3175 h 2401052"/>
            </a:gdLst>
            <a:ahLst/>
            <a:cxnLst>
              <a:cxn ang="0">
                <a:pos x="connsiteX0" y="connsiteY0"/>
              </a:cxn>
              <a:cxn ang="0">
                <a:pos x="connsiteX1" y="connsiteY1"/>
              </a:cxn>
              <a:cxn ang="0">
                <a:pos x="connsiteX2" y="connsiteY2"/>
              </a:cxn>
              <a:cxn ang="0">
                <a:pos x="connsiteX3" y="connsiteY3"/>
              </a:cxn>
            </a:cxnLst>
            <a:rect l="l" t="t" r="r" b="b"/>
            <a:pathLst>
              <a:path w="1160820" h="2401052">
                <a:moveTo>
                  <a:pt x="1160820" y="0"/>
                </a:moveTo>
                <a:lnTo>
                  <a:pt x="332811" y="2397562"/>
                </a:lnTo>
                <a:lnTo>
                  <a:pt x="0" y="2401052"/>
                </a:lnTo>
                <a:lnTo>
                  <a:pt x="825149" y="3175"/>
                </a:lnTo>
                <a:close/>
              </a:path>
            </a:pathLst>
          </a:custGeom>
          <a:solidFill>
            <a:schemeClr val="accent2"/>
          </a:solidFill>
        </p:spPr>
        <p:txBody>
          <a:bodyPr wrap="square" anchor="ctr">
            <a:noAutofit/>
          </a:bodyPr>
          <a:lstStyle>
            <a:lvl1pPr algn="ctr">
              <a:defRPr sz="100">
                <a:solidFill>
                  <a:schemeClr val="accent2"/>
                </a:solidFill>
              </a:defRPr>
            </a:lvl1pPr>
          </a:lstStyle>
          <a:p>
            <a:r>
              <a:rPr lang="en-GB"/>
              <a:t>Click icon to add picture</a:t>
            </a:r>
            <a:endParaRPr lang="en-BE"/>
          </a:p>
        </p:txBody>
      </p:sp>
    </p:spTree>
    <p:extLst>
      <p:ext uri="{BB962C8B-B14F-4D97-AF65-F5344CB8AC3E}">
        <p14:creationId xmlns:p14="http://schemas.microsoft.com/office/powerpoint/2010/main" val="26465318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cean">
    <p:bg>
      <p:bgPr>
        <a:solidFill>
          <a:schemeClr val="accent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211B7AC-448B-6F69-B19F-513D93791360}"/>
              </a:ext>
            </a:extLst>
          </p:cNvPr>
          <p:cNvSpPr>
            <a:spLocks noGrp="1"/>
          </p:cNvSpPr>
          <p:nvPr>
            <p:ph type="body" sz="quarter" idx="10"/>
          </p:nvPr>
        </p:nvSpPr>
        <p:spPr>
          <a:xfrm>
            <a:off x="550863" y="549276"/>
            <a:ext cx="11090275" cy="5170488"/>
          </a:xfrm>
        </p:spPr>
        <p:txBody>
          <a:bodyPr anchor="ctr">
            <a:normAutofit/>
          </a:bodyPr>
          <a:lstStyle>
            <a:lvl1pPr marL="0" indent="0" algn="l">
              <a:buFontTx/>
              <a:buNone/>
              <a:defRPr sz="3200" b="1" i="0">
                <a:solidFill>
                  <a:schemeClr val="bg1"/>
                </a:solidFill>
                <a:latin typeface="Montserrat" pitchFamily="2" charset="77"/>
              </a:defRPr>
            </a:lvl1pPr>
            <a:lvl2pPr algn="l">
              <a:defRPr sz="3200" b="1" i="0">
                <a:solidFill>
                  <a:schemeClr val="bg1"/>
                </a:solidFill>
                <a:latin typeface="Montserrat Black" pitchFamily="2" charset="77"/>
              </a:defRPr>
            </a:lvl2pPr>
            <a:lvl3pPr algn="l">
              <a:defRPr sz="3200" b="1" i="0">
                <a:solidFill>
                  <a:schemeClr val="bg1"/>
                </a:solidFill>
                <a:latin typeface="Montserrat Black" pitchFamily="2" charset="77"/>
              </a:defRPr>
            </a:lvl3pPr>
            <a:lvl4pPr algn="l">
              <a:defRPr sz="3200" b="1" i="0">
                <a:solidFill>
                  <a:schemeClr val="bg1"/>
                </a:solidFill>
                <a:latin typeface="Montserrat Black" pitchFamily="2" charset="77"/>
              </a:defRPr>
            </a:lvl4pPr>
            <a:lvl5pPr algn="l">
              <a:defRPr sz="3200" b="1" i="0">
                <a:solidFill>
                  <a:schemeClr val="bg1"/>
                </a:solidFill>
                <a:latin typeface="Montserrat Black" pitchFamily="2" charset="77"/>
              </a:defRPr>
            </a:lvl5pPr>
          </a:lstStyle>
          <a:p>
            <a:pPr lvl="0"/>
            <a:r>
              <a:rPr lang="en-GB"/>
              <a:t>Click to edit Master text styles</a:t>
            </a:r>
          </a:p>
        </p:txBody>
      </p:sp>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0" i="0" u="none" strike="noStrike" kern="1200" cap="none" spc="0" normalizeH="0" baseline="0" noProof="0" smtClean="0">
                <a:ln>
                  <a:noFill/>
                </a:ln>
                <a:solidFill>
                  <a:srgbClr val="16BEC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16BECF"/>
              </a:solidFill>
              <a:effectLst/>
              <a:uLnTx/>
              <a:uFillTx/>
              <a:latin typeface="Montserrat" pitchFamily="2" charset="77"/>
              <a:ea typeface="+mn-ea"/>
              <a:cs typeface="+mn-cs"/>
            </a:endParaRPr>
          </a:p>
        </p:txBody>
      </p:sp>
      <p:sp>
        <p:nvSpPr>
          <p:cNvPr id="3" name="Picture Placeholder 2">
            <a:extLst>
              <a:ext uri="{FF2B5EF4-FFF2-40B4-BE49-F238E27FC236}">
                <a16:creationId xmlns:a16="http://schemas.microsoft.com/office/drawing/2014/main" id="{060B6ED8-5941-E635-E4D4-EDE2166B081A}"/>
              </a:ext>
            </a:extLst>
          </p:cNvPr>
          <p:cNvSpPr>
            <a:spLocks noGrp="1"/>
          </p:cNvSpPr>
          <p:nvPr>
            <p:ph type="pic" sz="quarter" idx="11"/>
          </p:nvPr>
        </p:nvSpPr>
        <p:spPr>
          <a:xfrm>
            <a:off x="7827967" y="1933994"/>
            <a:ext cx="1160820" cy="2401052"/>
          </a:xfrm>
          <a:custGeom>
            <a:avLst/>
            <a:gdLst>
              <a:gd name="connsiteX0" fmla="*/ 1160820 w 1160820"/>
              <a:gd name="connsiteY0" fmla="*/ 0 h 2401052"/>
              <a:gd name="connsiteX1" fmla="*/ 332811 w 1160820"/>
              <a:gd name="connsiteY1" fmla="*/ 2397562 h 2401052"/>
              <a:gd name="connsiteX2" fmla="*/ 0 w 1160820"/>
              <a:gd name="connsiteY2" fmla="*/ 2401052 h 2401052"/>
              <a:gd name="connsiteX3" fmla="*/ 825149 w 1160820"/>
              <a:gd name="connsiteY3" fmla="*/ 3175 h 2401052"/>
            </a:gdLst>
            <a:ahLst/>
            <a:cxnLst>
              <a:cxn ang="0">
                <a:pos x="connsiteX0" y="connsiteY0"/>
              </a:cxn>
              <a:cxn ang="0">
                <a:pos x="connsiteX1" y="connsiteY1"/>
              </a:cxn>
              <a:cxn ang="0">
                <a:pos x="connsiteX2" y="connsiteY2"/>
              </a:cxn>
              <a:cxn ang="0">
                <a:pos x="connsiteX3" y="connsiteY3"/>
              </a:cxn>
            </a:cxnLst>
            <a:rect l="l" t="t" r="r" b="b"/>
            <a:pathLst>
              <a:path w="1160820" h="2401052">
                <a:moveTo>
                  <a:pt x="1160820" y="0"/>
                </a:moveTo>
                <a:lnTo>
                  <a:pt x="332811" y="2397562"/>
                </a:lnTo>
                <a:lnTo>
                  <a:pt x="0" y="2401052"/>
                </a:lnTo>
                <a:lnTo>
                  <a:pt x="825149" y="3175"/>
                </a:lnTo>
                <a:close/>
              </a:path>
            </a:pathLst>
          </a:custGeom>
          <a:solidFill>
            <a:schemeClr val="accent2"/>
          </a:solidFill>
        </p:spPr>
        <p:txBody>
          <a:bodyPr wrap="square" anchor="ctr">
            <a:noAutofit/>
          </a:bodyPr>
          <a:lstStyle>
            <a:lvl1pPr algn="ctr">
              <a:defRPr sz="100">
                <a:solidFill>
                  <a:schemeClr val="accent2"/>
                </a:solidFill>
              </a:defRPr>
            </a:lvl1pPr>
          </a:lstStyle>
          <a:p>
            <a:r>
              <a:rPr lang="en-GB"/>
              <a:t>Click icon to add picture</a:t>
            </a:r>
            <a:endParaRPr lang="en-BE"/>
          </a:p>
        </p:txBody>
      </p:sp>
    </p:spTree>
    <p:extLst>
      <p:ext uri="{BB962C8B-B14F-4D97-AF65-F5344CB8AC3E}">
        <p14:creationId xmlns:p14="http://schemas.microsoft.com/office/powerpoint/2010/main" val="38765453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lime">
    <p:bg>
      <p:bgPr>
        <a:solidFill>
          <a:schemeClr val="accent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211B7AC-448B-6F69-B19F-513D93791360}"/>
              </a:ext>
            </a:extLst>
          </p:cNvPr>
          <p:cNvSpPr>
            <a:spLocks noGrp="1"/>
          </p:cNvSpPr>
          <p:nvPr>
            <p:ph type="body" sz="quarter" idx="10"/>
          </p:nvPr>
        </p:nvSpPr>
        <p:spPr>
          <a:xfrm>
            <a:off x="550863" y="549276"/>
            <a:ext cx="11090275" cy="5170488"/>
          </a:xfrm>
        </p:spPr>
        <p:txBody>
          <a:bodyPr anchor="ctr">
            <a:normAutofit/>
          </a:bodyPr>
          <a:lstStyle>
            <a:lvl1pPr marL="0" indent="0" algn="l">
              <a:buFontTx/>
              <a:buNone/>
              <a:defRPr sz="3200" b="1" i="0">
                <a:solidFill>
                  <a:schemeClr val="tx2"/>
                </a:solidFill>
                <a:latin typeface="Montserrat" pitchFamily="2" charset="77"/>
              </a:defRPr>
            </a:lvl1pPr>
            <a:lvl2pPr algn="l">
              <a:defRPr sz="3200" b="1" i="0">
                <a:solidFill>
                  <a:schemeClr val="bg1"/>
                </a:solidFill>
                <a:latin typeface="Montserrat Black" pitchFamily="2" charset="77"/>
              </a:defRPr>
            </a:lvl2pPr>
            <a:lvl3pPr algn="l">
              <a:defRPr sz="3200" b="1" i="0">
                <a:solidFill>
                  <a:schemeClr val="bg1"/>
                </a:solidFill>
                <a:latin typeface="Montserrat Black" pitchFamily="2" charset="77"/>
              </a:defRPr>
            </a:lvl3pPr>
            <a:lvl4pPr algn="l">
              <a:defRPr sz="3200" b="1" i="0">
                <a:solidFill>
                  <a:schemeClr val="bg1"/>
                </a:solidFill>
                <a:latin typeface="Montserrat Black" pitchFamily="2" charset="77"/>
              </a:defRPr>
            </a:lvl4pPr>
            <a:lvl5pPr algn="l">
              <a:defRPr sz="3200" b="1" i="0">
                <a:solidFill>
                  <a:schemeClr val="bg1"/>
                </a:solidFill>
                <a:latin typeface="Montserrat Black" pitchFamily="2" charset="77"/>
              </a:defRPr>
            </a:lvl5pPr>
          </a:lstStyle>
          <a:p>
            <a:pPr lvl="0"/>
            <a:r>
              <a:rPr lang="en-GB"/>
              <a:t>Click to edit Master text styles</a:t>
            </a:r>
          </a:p>
        </p:txBody>
      </p:sp>
      <p:sp>
        <p:nvSpPr>
          <p:cNvPr id="2" name="Picture Placeholder 1">
            <a:extLst>
              <a:ext uri="{FF2B5EF4-FFF2-40B4-BE49-F238E27FC236}">
                <a16:creationId xmlns:a16="http://schemas.microsoft.com/office/drawing/2014/main" id="{697833DD-79DD-310A-7FD2-98ED08524436}"/>
              </a:ext>
            </a:extLst>
          </p:cNvPr>
          <p:cNvSpPr>
            <a:spLocks noGrp="1"/>
          </p:cNvSpPr>
          <p:nvPr>
            <p:ph type="pic" sz="quarter" idx="11"/>
          </p:nvPr>
        </p:nvSpPr>
        <p:spPr>
          <a:xfrm>
            <a:off x="7827967" y="1933994"/>
            <a:ext cx="1160820" cy="2401052"/>
          </a:xfrm>
          <a:custGeom>
            <a:avLst/>
            <a:gdLst>
              <a:gd name="connsiteX0" fmla="*/ 1160820 w 1160820"/>
              <a:gd name="connsiteY0" fmla="*/ 0 h 2401052"/>
              <a:gd name="connsiteX1" fmla="*/ 332811 w 1160820"/>
              <a:gd name="connsiteY1" fmla="*/ 2397562 h 2401052"/>
              <a:gd name="connsiteX2" fmla="*/ 0 w 1160820"/>
              <a:gd name="connsiteY2" fmla="*/ 2401052 h 2401052"/>
              <a:gd name="connsiteX3" fmla="*/ 825149 w 1160820"/>
              <a:gd name="connsiteY3" fmla="*/ 3175 h 2401052"/>
            </a:gdLst>
            <a:ahLst/>
            <a:cxnLst>
              <a:cxn ang="0">
                <a:pos x="connsiteX0" y="connsiteY0"/>
              </a:cxn>
              <a:cxn ang="0">
                <a:pos x="connsiteX1" y="connsiteY1"/>
              </a:cxn>
              <a:cxn ang="0">
                <a:pos x="connsiteX2" y="connsiteY2"/>
              </a:cxn>
              <a:cxn ang="0">
                <a:pos x="connsiteX3" y="connsiteY3"/>
              </a:cxn>
            </a:cxnLst>
            <a:rect l="l" t="t" r="r" b="b"/>
            <a:pathLst>
              <a:path w="1160820" h="2401052">
                <a:moveTo>
                  <a:pt x="1160820" y="0"/>
                </a:moveTo>
                <a:lnTo>
                  <a:pt x="332811" y="2397562"/>
                </a:lnTo>
                <a:lnTo>
                  <a:pt x="0" y="2401052"/>
                </a:lnTo>
                <a:lnTo>
                  <a:pt x="825149" y="3175"/>
                </a:lnTo>
                <a:close/>
              </a:path>
            </a:pathLst>
          </a:custGeom>
          <a:solidFill>
            <a:schemeClr val="accent1"/>
          </a:solidFill>
        </p:spPr>
        <p:txBody>
          <a:bodyPr wrap="square" anchor="ctr">
            <a:noAutofit/>
          </a:bodyPr>
          <a:lstStyle>
            <a:lvl1pPr algn="ctr">
              <a:defRPr sz="100">
                <a:solidFill>
                  <a:schemeClr val="accent1"/>
                </a:solidFill>
              </a:defRPr>
            </a:lvl1pPr>
          </a:lstStyle>
          <a:p>
            <a:r>
              <a:rPr lang="en-GB"/>
              <a:t>Click icon to add picture</a:t>
            </a:r>
            <a:endParaRPr lang="en-BE"/>
          </a:p>
        </p:txBody>
      </p:sp>
    </p:spTree>
    <p:extLst>
      <p:ext uri="{BB962C8B-B14F-4D97-AF65-F5344CB8AC3E}">
        <p14:creationId xmlns:p14="http://schemas.microsoft.com/office/powerpoint/2010/main" val="3360550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hapter ocean image">
    <p:bg>
      <p:bgPr>
        <a:solidFill>
          <a:schemeClr val="accent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4A8E3F6E-BF01-DCED-4EEA-1ABFE5B32D5A}"/>
              </a:ext>
            </a:extLst>
          </p:cNvPr>
          <p:cNvSpPr>
            <a:spLocks noGrp="1"/>
          </p:cNvSpPr>
          <p:nvPr>
            <p:ph type="pic" sz="quarter" idx="11"/>
          </p:nvPr>
        </p:nvSpPr>
        <p:spPr>
          <a:xfrm>
            <a:off x="6096000" y="-2720"/>
            <a:ext cx="6096000" cy="6320872"/>
          </a:xfrm>
          <a:custGeom>
            <a:avLst/>
            <a:gdLst>
              <a:gd name="connsiteX0" fmla="*/ 2176719 w 6096000"/>
              <a:gd name="connsiteY0" fmla="*/ 0 h 6320872"/>
              <a:gd name="connsiteX1" fmla="*/ 6096000 w 6096000"/>
              <a:gd name="connsiteY1" fmla="*/ 0 h 6320872"/>
              <a:gd name="connsiteX2" fmla="*/ 6096000 w 6096000"/>
              <a:gd name="connsiteY2" fmla="*/ 6320872 h 6320872"/>
              <a:gd name="connsiteX3" fmla="*/ 0 w 6096000"/>
              <a:gd name="connsiteY3" fmla="*/ 6320872 h 6320872"/>
            </a:gdLst>
            <a:ahLst/>
            <a:cxnLst>
              <a:cxn ang="0">
                <a:pos x="connsiteX0" y="connsiteY0"/>
              </a:cxn>
              <a:cxn ang="0">
                <a:pos x="connsiteX1" y="connsiteY1"/>
              </a:cxn>
              <a:cxn ang="0">
                <a:pos x="connsiteX2" y="connsiteY2"/>
              </a:cxn>
              <a:cxn ang="0">
                <a:pos x="connsiteX3" y="connsiteY3"/>
              </a:cxn>
            </a:cxnLst>
            <a:rect l="l" t="t" r="r" b="b"/>
            <a:pathLst>
              <a:path w="6096000" h="6320872">
                <a:moveTo>
                  <a:pt x="2176719" y="0"/>
                </a:moveTo>
                <a:lnTo>
                  <a:pt x="6096000" y="0"/>
                </a:lnTo>
                <a:lnTo>
                  <a:pt x="6096000" y="6320872"/>
                </a:lnTo>
                <a:lnTo>
                  <a:pt x="0" y="6320872"/>
                </a:lnTo>
                <a:close/>
              </a:path>
            </a:pathLst>
          </a:custGeom>
          <a:blipFill>
            <a:blip r:embed="rId2"/>
            <a:stretch>
              <a:fillRect/>
            </a:stretch>
          </a:blipFill>
        </p:spPr>
        <p:txBody>
          <a:bodyPr wrap="square" rIns="540000" anchor="ctr">
            <a:noAutofit/>
          </a:bodyPr>
          <a:lstStyle>
            <a:lvl1pPr marL="0" indent="0" algn="r">
              <a:buNone/>
              <a:defRPr b="0" i="0">
                <a:solidFill>
                  <a:schemeClr val="bg1"/>
                </a:solidFill>
                <a:latin typeface="Montserrat" pitchFamily="2" charset="77"/>
              </a:defRPr>
            </a:lvl1pPr>
          </a:lstStyle>
          <a:p>
            <a:r>
              <a:rPr lang="en-GB"/>
              <a:t>Click icon to add picture</a:t>
            </a:r>
            <a:endParaRPr lang="nl-NL"/>
          </a:p>
        </p:txBody>
      </p:sp>
      <p:sp>
        <p:nvSpPr>
          <p:cNvPr id="2" name="Title 1">
            <a:extLst>
              <a:ext uri="{FF2B5EF4-FFF2-40B4-BE49-F238E27FC236}">
                <a16:creationId xmlns:a16="http://schemas.microsoft.com/office/drawing/2014/main" id="{44A2AD35-5A83-402C-6E31-D4825C357B43}"/>
              </a:ext>
            </a:extLst>
          </p:cNvPr>
          <p:cNvSpPr>
            <a:spLocks noGrp="1"/>
          </p:cNvSpPr>
          <p:nvPr>
            <p:ph type="title"/>
          </p:nvPr>
        </p:nvSpPr>
        <p:spPr>
          <a:xfrm>
            <a:off x="550863" y="2299809"/>
            <a:ext cx="6616893" cy="2258382"/>
          </a:xfrm>
        </p:spPr>
        <p:txBody>
          <a:bodyPr>
            <a:normAutofit/>
          </a:bodyPr>
          <a:lstStyle>
            <a:lvl1pPr>
              <a:defRPr sz="4400" b="1" i="0">
                <a:solidFill>
                  <a:schemeClr val="tx2"/>
                </a:solidFill>
                <a:latin typeface="Montserrat" pitchFamily="2" charset="77"/>
              </a:defRPr>
            </a:lvl1pPr>
          </a:lstStyle>
          <a:p>
            <a:r>
              <a:rPr lang="en-GB"/>
              <a:t>Click to edit Master title style</a:t>
            </a:r>
            <a:endParaRPr lang="nl-NL"/>
          </a:p>
        </p:txBody>
      </p:sp>
      <p:sp>
        <p:nvSpPr>
          <p:cNvPr id="3" name="Freeform 2">
            <a:extLst>
              <a:ext uri="{FF2B5EF4-FFF2-40B4-BE49-F238E27FC236}">
                <a16:creationId xmlns:a16="http://schemas.microsoft.com/office/drawing/2014/main" id="{B3703325-6044-77A4-DC01-FA1C75B413E7}"/>
              </a:ext>
            </a:extLst>
          </p:cNvPr>
          <p:cNvSpPr/>
          <p:nvPr userDrawn="1"/>
        </p:nvSpPr>
        <p:spPr>
          <a:xfrm flipV="1">
            <a:off x="0" y="6308723"/>
            <a:ext cx="11189456" cy="549276"/>
          </a:xfrm>
          <a:custGeom>
            <a:avLst/>
            <a:gdLst>
              <a:gd name="connsiteX0" fmla="*/ 1444497 w 11189456"/>
              <a:gd name="connsiteY0" fmla="*/ 0 h 549276"/>
              <a:gd name="connsiteX1" fmla="*/ 10995520 w 11189456"/>
              <a:gd name="connsiteY1" fmla="*/ 0 h 549276"/>
              <a:gd name="connsiteX2" fmla="*/ 11189456 w 11189456"/>
              <a:gd name="connsiteY2" fmla="*/ 546102 h 549276"/>
              <a:gd name="connsiteX3" fmla="*/ 1739900 w 11189456"/>
              <a:gd name="connsiteY3" fmla="*/ 546102 h 549276"/>
              <a:gd name="connsiteX4" fmla="*/ 1739900 w 11189456"/>
              <a:gd name="connsiteY4" fmla="*/ 549276 h 549276"/>
              <a:gd name="connsiteX5" fmla="*/ 0 w 11189456"/>
              <a:gd name="connsiteY5" fmla="*/ 549276 h 549276"/>
              <a:gd name="connsiteX6" fmla="*/ 0 w 11189456"/>
              <a:gd name="connsiteY6" fmla="*/ 1 h 549276"/>
              <a:gd name="connsiteX7" fmla="*/ 1444497 w 11189456"/>
              <a:gd name="connsiteY7" fmla="*/ 1 h 54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89456" h="549276">
                <a:moveTo>
                  <a:pt x="1444497" y="0"/>
                </a:moveTo>
                <a:lnTo>
                  <a:pt x="10995520" y="0"/>
                </a:lnTo>
                <a:lnTo>
                  <a:pt x="11189456" y="546102"/>
                </a:lnTo>
                <a:lnTo>
                  <a:pt x="1739900" y="546102"/>
                </a:lnTo>
                <a:lnTo>
                  <a:pt x="1739900" y="549276"/>
                </a:lnTo>
                <a:lnTo>
                  <a:pt x="0" y="549276"/>
                </a:lnTo>
                <a:lnTo>
                  <a:pt x="0" y="1"/>
                </a:lnTo>
                <a:lnTo>
                  <a:pt x="1444497" y="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FFFFFF"/>
              </a:solidFill>
              <a:effectLst/>
              <a:uLnTx/>
              <a:uFillTx/>
              <a:latin typeface="Montserrat" pitchFamily="2" charset="77"/>
              <a:ea typeface="+mn-ea"/>
              <a:cs typeface="+mn-cs"/>
            </a:endParaRPr>
          </a:p>
        </p:txBody>
      </p:sp>
      <p:sp>
        <p:nvSpPr>
          <p:cNvPr id="4" name="Slide Number Placeholder 5">
            <a:extLst>
              <a:ext uri="{FF2B5EF4-FFF2-40B4-BE49-F238E27FC236}">
                <a16:creationId xmlns:a16="http://schemas.microsoft.com/office/drawing/2014/main" id="{9EF7336B-C028-DBEC-120D-15F56BC518AB}"/>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0" i="0" u="none" strike="noStrike" kern="1200" cap="none" spc="0" normalizeH="0" baseline="0" noProof="0" smtClean="0">
                <a:ln>
                  <a:noFill/>
                </a:ln>
                <a:solidFill>
                  <a:srgbClr val="FFFFF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FFFFFF"/>
              </a:solidFill>
              <a:effectLst/>
              <a:uLnTx/>
              <a:uFillTx/>
              <a:latin typeface="Montserrat" pitchFamily="2" charset="77"/>
              <a:ea typeface="+mn-ea"/>
              <a:cs typeface="+mn-cs"/>
            </a:endParaRPr>
          </a:p>
        </p:txBody>
      </p:sp>
      <p:grpSp>
        <p:nvGrpSpPr>
          <p:cNvPr id="5" name="Group 4">
            <a:extLst>
              <a:ext uri="{FF2B5EF4-FFF2-40B4-BE49-F238E27FC236}">
                <a16:creationId xmlns:a16="http://schemas.microsoft.com/office/drawing/2014/main" id="{E5A816D0-4388-450F-7B49-BF0BBA0330D7}"/>
              </a:ext>
            </a:extLst>
          </p:cNvPr>
          <p:cNvGrpSpPr>
            <a:grpSpLocks noChangeAspect="1"/>
          </p:cNvGrpSpPr>
          <p:nvPr userDrawn="1"/>
        </p:nvGrpSpPr>
        <p:grpSpPr>
          <a:xfrm>
            <a:off x="561768" y="6418386"/>
            <a:ext cx="819357" cy="311600"/>
            <a:chOff x="681150" y="489466"/>
            <a:chExt cx="3767564" cy="1433325"/>
          </a:xfrm>
        </p:grpSpPr>
        <p:sp>
          <p:nvSpPr>
            <p:cNvPr id="7" name="Freeform 6">
              <a:extLst>
                <a:ext uri="{FF2B5EF4-FFF2-40B4-BE49-F238E27FC236}">
                  <a16:creationId xmlns:a16="http://schemas.microsoft.com/office/drawing/2014/main" id="{B98A819D-B2EF-FE04-5396-4749FFC018D0}"/>
                </a:ext>
              </a:extLst>
            </p:cNvPr>
            <p:cNvSpPr/>
            <p:nvPr/>
          </p:nvSpPr>
          <p:spPr>
            <a:xfrm>
              <a:off x="681150" y="767546"/>
              <a:ext cx="592711" cy="877163"/>
            </a:xfrm>
            <a:custGeom>
              <a:avLst/>
              <a:gdLst>
                <a:gd name="connsiteX0" fmla="*/ 0 w 221118"/>
                <a:gd name="connsiteY0" fmla="*/ 11 h 327236"/>
                <a:gd name="connsiteX1" fmla="*/ 0 w 221118"/>
                <a:gd name="connsiteY1" fmla="*/ 327247 h 327236"/>
                <a:gd name="connsiteX2" fmla="*/ 184142 w 221118"/>
                <a:gd name="connsiteY2" fmla="*/ 327247 h 327236"/>
                <a:gd name="connsiteX3" fmla="*/ 221118 w 221118"/>
                <a:gd name="connsiteY3" fmla="*/ 221821 h 327236"/>
                <a:gd name="connsiteX4" fmla="*/ 120344 w 221118"/>
                <a:gd name="connsiteY4" fmla="*/ 221821 h 327236"/>
                <a:gd name="connsiteX5" fmla="*/ 120344 w 221118"/>
                <a:gd name="connsiteY5" fmla="*/ 11 h 327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1118" h="327236">
                  <a:moveTo>
                    <a:pt x="0" y="11"/>
                  </a:moveTo>
                  <a:lnTo>
                    <a:pt x="0" y="327247"/>
                  </a:lnTo>
                  <a:lnTo>
                    <a:pt x="184142" y="327247"/>
                  </a:lnTo>
                  <a:lnTo>
                    <a:pt x="221118" y="221821"/>
                  </a:lnTo>
                  <a:lnTo>
                    <a:pt x="120344" y="221821"/>
                  </a:lnTo>
                  <a:lnTo>
                    <a:pt x="120344" y="11"/>
                  </a:lnTo>
                  <a:close/>
                </a:path>
              </a:pathLst>
            </a:custGeom>
            <a:solidFill>
              <a:schemeClr val="accent3"/>
            </a:solidFill>
            <a:ln w="94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8" name="Freeform 7">
              <a:extLst>
                <a:ext uri="{FF2B5EF4-FFF2-40B4-BE49-F238E27FC236}">
                  <a16:creationId xmlns:a16="http://schemas.microsoft.com/office/drawing/2014/main" id="{FDDC655B-59FF-7291-4B70-F01413116BDE}"/>
                </a:ext>
              </a:extLst>
            </p:cNvPr>
            <p:cNvSpPr/>
            <p:nvPr/>
          </p:nvSpPr>
          <p:spPr>
            <a:xfrm>
              <a:off x="1290558" y="767597"/>
              <a:ext cx="977636" cy="877163"/>
            </a:xfrm>
            <a:custGeom>
              <a:avLst/>
              <a:gdLst>
                <a:gd name="connsiteX0" fmla="*/ 136237 w 364719"/>
                <a:gd name="connsiteY0" fmla="*/ 286557 h 327236"/>
                <a:gd name="connsiteX1" fmla="*/ 127286 w 364719"/>
                <a:gd name="connsiteY1" fmla="*/ 327282 h 327236"/>
                <a:gd name="connsiteX2" fmla="*/ 40 w 364719"/>
                <a:gd name="connsiteY2" fmla="*/ 327282 h 327236"/>
                <a:gd name="connsiteX3" fmla="*/ 114857 w 364719"/>
                <a:gd name="connsiteY3" fmla="*/ 46 h 327236"/>
                <a:gd name="connsiteX4" fmla="*/ 249943 w 364719"/>
                <a:gd name="connsiteY4" fmla="*/ 46 h 327236"/>
                <a:gd name="connsiteX5" fmla="*/ 364760 w 364719"/>
                <a:gd name="connsiteY5" fmla="*/ 327282 h 327236"/>
                <a:gd name="connsiteX6" fmla="*/ 238632 w 364719"/>
                <a:gd name="connsiteY6" fmla="*/ 327282 h 327236"/>
                <a:gd name="connsiteX7" fmla="*/ 227701 w 364719"/>
                <a:gd name="connsiteY7" fmla="*/ 286557 h 327236"/>
                <a:gd name="connsiteX8" fmla="*/ 184950 w 364719"/>
                <a:gd name="connsiteY8" fmla="*/ 109449 h 327236"/>
                <a:gd name="connsiteX9" fmla="*/ 180475 w 364719"/>
                <a:gd name="connsiteY9" fmla="*/ 109449 h 327236"/>
                <a:gd name="connsiteX10" fmla="*/ 175014 w 364719"/>
                <a:gd name="connsiteY10" fmla="*/ 146245 h 327236"/>
                <a:gd name="connsiteX11" fmla="*/ 158602 w 364719"/>
                <a:gd name="connsiteY11" fmla="*/ 209045 h 327236"/>
                <a:gd name="connsiteX12" fmla="*/ 206814 w 364719"/>
                <a:gd name="connsiteY12" fmla="*/ 209045 h 327236"/>
                <a:gd name="connsiteX13" fmla="*/ 191407 w 364719"/>
                <a:gd name="connsiteY13" fmla="*/ 146245 h 327236"/>
                <a:gd name="connsiteX14" fmla="*/ 184950 w 364719"/>
                <a:gd name="connsiteY14" fmla="*/ 109449 h 327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4719" h="327236">
                  <a:moveTo>
                    <a:pt x="136237" y="286557"/>
                  </a:moveTo>
                  <a:lnTo>
                    <a:pt x="127286" y="327282"/>
                  </a:lnTo>
                  <a:lnTo>
                    <a:pt x="40" y="327282"/>
                  </a:lnTo>
                  <a:lnTo>
                    <a:pt x="114857" y="46"/>
                  </a:lnTo>
                  <a:lnTo>
                    <a:pt x="249943" y="46"/>
                  </a:lnTo>
                  <a:lnTo>
                    <a:pt x="364760" y="327282"/>
                  </a:lnTo>
                  <a:lnTo>
                    <a:pt x="238632" y="327282"/>
                  </a:lnTo>
                  <a:lnTo>
                    <a:pt x="227701" y="286557"/>
                  </a:lnTo>
                  <a:close/>
                  <a:moveTo>
                    <a:pt x="184950" y="109449"/>
                  </a:moveTo>
                  <a:lnTo>
                    <a:pt x="180475" y="109449"/>
                  </a:lnTo>
                  <a:cubicBezTo>
                    <a:pt x="180021" y="121875"/>
                    <a:pt x="178190" y="134213"/>
                    <a:pt x="175014" y="146245"/>
                  </a:cubicBezTo>
                  <a:lnTo>
                    <a:pt x="158602" y="209045"/>
                  </a:lnTo>
                  <a:lnTo>
                    <a:pt x="206814" y="209045"/>
                  </a:lnTo>
                  <a:lnTo>
                    <a:pt x="191407" y="146245"/>
                  </a:lnTo>
                  <a:cubicBezTo>
                    <a:pt x="188619" y="134096"/>
                    <a:pt x="186464" y="121815"/>
                    <a:pt x="184950" y="109449"/>
                  </a:cubicBezTo>
                </a:path>
              </a:pathLst>
            </a:custGeom>
            <a:solidFill>
              <a:schemeClr val="accent3"/>
            </a:solidFill>
            <a:ln w="94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9" name="Freeform 8">
              <a:extLst>
                <a:ext uri="{FF2B5EF4-FFF2-40B4-BE49-F238E27FC236}">
                  <a16:creationId xmlns:a16="http://schemas.microsoft.com/office/drawing/2014/main" id="{9F0B8CD1-337E-65DD-C919-C62A77859275}"/>
                </a:ext>
              </a:extLst>
            </p:cNvPr>
            <p:cNvSpPr/>
            <p:nvPr/>
          </p:nvSpPr>
          <p:spPr>
            <a:xfrm>
              <a:off x="2993715" y="747804"/>
              <a:ext cx="986262" cy="916644"/>
            </a:xfrm>
            <a:custGeom>
              <a:avLst/>
              <a:gdLst>
                <a:gd name="connsiteX0" fmla="*/ 321788 w 367937"/>
                <a:gd name="connsiteY0" fmla="*/ 289513 h 341965"/>
                <a:gd name="connsiteX1" fmla="*/ 184094 w 367937"/>
                <a:gd name="connsiteY1" fmla="*/ 342011 h 341965"/>
                <a:gd name="connsiteX2" fmla="*/ 46409 w 367937"/>
                <a:gd name="connsiteY2" fmla="*/ 289513 h 341965"/>
                <a:gd name="connsiteX3" fmla="*/ 180 w 367937"/>
                <a:gd name="connsiteY3" fmla="*/ 170781 h 341965"/>
                <a:gd name="connsiteX4" fmla="*/ 46409 w 367937"/>
                <a:gd name="connsiteY4" fmla="*/ 52544 h 341965"/>
                <a:gd name="connsiteX5" fmla="*/ 184094 w 367937"/>
                <a:gd name="connsiteY5" fmla="*/ 46 h 341965"/>
                <a:gd name="connsiteX6" fmla="*/ 321788 w 367937"/>
                <a:gd name="connsiteY6" fmla="*/ 52544 h 341965"/>
                <a:gd name="connsiteX7" fmla="*/ 368018 w 367937"/>
                <a:gd name="connsiteY7" fmla="*/ 170781 h 341965"/>
                <a:gd name="connsiteX8" fmla="*/ 321788 w 367937"/>
                <a:gd name="connsiteY8" fmla="*/ 289513 h 341965"/>
                <a:gd name="connsiteX9" fmla="*/ 140870 w 367937"/>
                <a:gd name="connsiteY9" fmla="*/ 122213 h 341965"/>
                <a:gd name="connsiteX10" fmla="*/ 121974 w 367937"/>
                <a:gd name="connsiteY10" fmla="*/ 171267 h 341965"/>
                <a:gd name="connsiteX11" fmla="*/ 140870 w 367937"/>
                <a:gd name="connsiteY11" fmla="*/ 219844 h 341965"/>
                <a:gd name="connsiteX12" fmla="*/ 184113 w 367937"/>
                <a:gd name="connsiteY12" fmla="*/ 236529 h 341965"/>
                <a:gd name="connsiteX13" fmla="*/ 227366 w 367937"/>
                <a:gd name="connsiteY13" fmla="*/ 219844 h 341965"/>
                <a:gd name="connsiteX14" fmla="*/ 246243 w 367937"/>
                <a:gd name="connsiteY14" fmla="*/ 171267 h 341965"/>
                <a:gd name="connsiteX15" fmla="*/ 227366 w 367937"/>
                <a:gd name="connsiteY15" fmla="*/ 122213 h 341965"/>
                <a:gd name="connsiteX16" fmla="*/ 184113 w 367937"/>
                <a:gd name="connsiteY16" fmla="*/ 105528 h 341965"/>
                <a:gd name="connsiteX17" fmla="*/ 140870 w 367937"/>
                <a:gd name="connsiteY17" fmla="*/ 122213 h 3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7937" h="341965">
                  <a:moveTo>
                    <a:pt x="321788" y="289513"/>
                  </a:moveTo>
                  <a:cubicBezTo>
                    <a:pt x="293449" y="317971"/>
                    <a:pt x="247219" y="342011"/>
                    <a:pt x="184094" y="342011"/>
                  </a:cubicBezTo>
                  <a:cubicBezTo>
                    <a:pt x="120969" y="342011"/>
                    <a:pt x="74739" y="317971"/>
                    <a:pt x="46409" y="289513"/>
                  </a:cubicBezTo>
                  <a:cubicBezTo>
                    <a:pt x="15717" y="257515"/>
                    <a:pt x="-902" y="214831"/>
                    <a:pt x="180" y="170781"/>
                  </a:cubicBezTo>
                  <a:cubicBezTo>
                    <a:pt x="-807" y="126894"/>
                    <a:pt x="15809" y="84399"/>
                    <a:pt x="46409" y="52544"/>
                  </a:cubicBezTo>
                  <a:cubicBezTo>
                    <a:pt x="74739" y="24096"/>
                    <a:pt x="120959" y="46"/>
                    <a:pt x="184094" y="46"/>
                  </a:cubicBezTo>
                  <a:cubicBezTo>
                    <a:pt x="247229" y="46"/>
                    <a:pt x="293449" y="24086"/>
                    <a:pt x="321788" y="52544"/>
                  </a:cubicBezTo>
                  <a:cubicBezTo>
                    <a:pt x="352386" y="84401"/>
                    <a:pt x="369001" y="126895"/>
                    <a:pt x="368018" y="170781"/>
                  </a:cubicBezTo>
                  <a:cubicBezTo>
                    <a:pt x="369097" y="214831"/>
                    <a:pt x="352478" y="257513"/>
                    <a:pt x="321788" y="289513"/>
                  </a:cubicBezTo>
                  <a:moveTo>
                    <a:pt x="140870" y="122213"/>
                  </a:moveTo>
                  <a:cubicBezTo>
                    <a:pt x="128664" y="135708"/>
                    <a:pt x="121935" y="153176"/>
                    <a:pt x="121974" y="171267"/>
                  </a:cubicBezTo>
                  <a:cubicBezTo>
                    <a:pt x="121663" y="189263"/>
                    <a:pt x="128437" y="206677"/>
                    <a:pt x="140870" y="219844"/>
                  </a:cubicBezTo>
                  <a:cubicBezTo>
                    <a:pt x="152449" y="230882"/>
                    <a:pt x="168020" y="236889"/>
                    <a:pt x="184113" y="236529"/>
                  </a:cubicBezTo>
                  <a:cubicBezTo>
                    <a:pt x="200209" y="236887"/>
                    <a:pt x="215782" y="230880"/>
                    <a:pt x="227366" y="219844"/>
                  </a:cubicBezTo>
                  <a:cubicBezTo>
                    <a:pt x="239878" y="206727"/>
                    <a:pt x="246659" y="189278"/>
                    <a:pt x="246243" y="171267"/>
                  </a:cubicBezTo>
                  <a:cubicBezTo>
                    <a:pt x="247021" y="153055"/>
                    <a:pt x="240198" y="135323"/>
                    <a:pt x="227366" y="122213"/>
                  </a:cubicBezTo>
                  <a:cubicBezTo>
                    <a:pt x="215801" y="111148"/>
                    <a:pt x="200215" y="105136"/>
                    <a:pt x="184113" y="105528"/>
                  </a:cubicBezTo>
                  <a:cubicBezTo>
                    <a:pt x="167963" y="104843"/>
                    <a:pt x="152267" y="110899"/>
                    <a:pt x="140870" y="122213"/>
                  </a:cubicBezTo>
                </a:path>
              </a:pathLst>
            </a:custGeom>
            <a:solidFill>
              <a:schemeClr val="accent1"/>
            </a:solidFill>
            <a:ln w="94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10" name="Freeform 9">
              <a:extLst>
                <a:ext uri="{FF2B5EF4-FFF2-40B4-BE49-F238E27FC236}">
                  <a16:creationId xmlns:a16="http://schemas.microsoft.com/office/drawing/2014/main" id="{B89BD8A4-E05F-295C-21A8-BF3A82C65967}"/>
                </a:ext>
              </a:extLst>
            </p:cNvPr>
            <p:cNvSpPr/>
            <p:nvPr/>
          </p:nvSpPr>
          <p:spPr>
            <a:xfrm>
              <a:off x="2259577" y="747790"/>
              <a:ext cx="731935" cy="916749"/>
            </a:xfrm>
            <a:custGeom>
              <a:avLst/>
              <a:gdLst>
                <a:gd name="connsiteX0" fmla="*/ 234028 w 273057"/>
                <a:gd name="connsiteY0" fmla="*/ 211858 h 342004"/>
                <a:gd name="connsiteX1" fmla="*/ 227306 w 273057"/>
                <a:gd name="connsiteY1" fmla="*/ 219831 h 342004"/>
                <a:gd name="connsiteX2" fmla="*/ 184072 w 273057"/>
                <a:gd name="connsiteY2" fmla="*/ 236506 h 342004"/>
                <a:gd name="connsiteX3" fmla="*/ 140839 w 273057"/>
                <a:gd name="connsiteY3" fmla="*/ 219831 h 342004"/>
                <a:gd name="connsiteX4" fmla="*/ 121924 w 273057"/>
                <a:gd name="connsiteY4" fmla="*/ 171254 h 342004"/>
                <a:gd name="connsiteX5" fmla="*/ 140829 w 273057"/>
                <a:gd name="connsiteY5" fmla="*/ 122209 h 342004"/>
                <a:gd name="connsiteX6" fmla="*/ 184063 w 273057"/>
                <a:gd name="connsiteY6" fmla="*/ 105524 h 342004"/>
                <a:gd name="connsiteX7" fmla="*/ 227297 w 273057"/>
                <a:gd name="connsiteY7" fmla="*/ 122209 h 342004"/>
                <a:gd name="connsiteX8" fmla="*/ 234066 w 273057"/>
                <a:gd name="connsiteY8" fmla="*/ 130014 h 342004"/>
                <a:gd name="connsiteX9" fmla="*/ 273062 w 273057"/>
                <a:gd name="connsiteY9" fmla="*/ 18767 h 342004"/>
                <a:gd name="connsiteX10" fmla="*/ 184072 w 273057"/>
                <a:gd name="connsiteY10" fmla="*/ 51 h 342004"/>
                <a:gd name="connsiteX11" fmla="*/ 46388 w 273057"/>
                <a:gd name="connsiteY11" fmla="*/ 52549 h 342004"/>
                <a:gd name="connsiteX12" fmla="*/ 139 w 273057"/>
                <a:gd name="connsiteY12" fmla="*/ 170777 h 342004"/>
                <a:gd name="connsiteX13" fmla="*/ 46388 w 273057"/>
                <a:gd name="connsiteY13" fmla="*/ 289528 h 342004"/>
                <a:gd name="connsiteX14" fmla="*/ 184072 w 273057"/>
                <a:gd name="connsiteY14" fmla="*/ 342026 h 342004"/>
                <a:gd name="connsiteX15" fmla="*/ 273147 w 273057"/>
                <a:gd name="connsiteY15" fmla="*/ 323226 h 34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3057" h="342004">
                  <a:moveTo>
                    <a:pt x="234028" y="211858"/>
                  </a:moveTo>
                  <a:cubicBezTo>
                    <a:pt x="232044" y="214716"/>
                    <a:pt x="229793" y="217385"/>
                    <a:pt x="227306" y="219831"/>
                  </a:cubicBezTo>
                  <a:cubicBezTo>
                    <a:pt x="215733" y="230870"/>
                    <a:pt x="200163" y="236876"/>
                    <a:pt x="184072" y="236506"/>
                  </a:cubicBezTo>
                  <a:cubicBezTo>
                    <a:pt x="167982" y="236875"/>
                    <a:pt x="152412" y="230870"/>
                    <a:pt x="140839" y="219831"/>
                  </a:cubicBezTo>
                  <a:cubicBezTo>
                    <a:pt x="128387" y="206674"/>
                    <a:pt x="121604" y="189255"/>
                    <a:pt x="121924" y="171254"/>
                  </a:cubicBezTo>
                  <a:cubicBezTo>
                    <a:pt x="121889" y="153165"/>
                    <a:pt x="128620" y="135700"/>
                    <a:pt x="140829" y="122209"/>
                  </a:cubicBezTo>
                  <a:cubicBezTo>
                    <a:pt x="152231" y="110908"/>
                    <a:pt x="167919" y="104854"/>
                    <a:pt x="184063" y="105524"/>
                  </a:cubicBezTo>
                  <a:cubicBezTo>
                    <a:pt x="200159" y="105132"/>
                    <a:pt x="215739" y="111144"/>
                    <a:pt x="227297" y="122209"/>
                  </a:cubicBezTo>
                  <a:cubicBezTo>
                    <a:pt x="229805" y="124587"/>
                    <a:pt x="232073" y="127201"/>
                    <a:pt x="234066" y="130014"/>
                  </a:cubicBezTo>
                  <a:lnTo>
                    <a:pt x="273062" y="18767"/>
                  </a:lnTo>
                  <a:cubicBezTo>
                    <a:pt x="245177" y="6079"/>
                    <a:pt x="214776" y="-316"/>
                    <a:pt x="184072" y="51"/>
                  </a:cubicBezTo>
                  <a:cubicBezTo>
                    <a:pt x="120928" y="51"/>
                    <a:pt x="74727" y="24064"/>
                    <a:pt x="46388" y="52549"/>
                  </a:cubicBezTo>
                  <a:cubicBezTo>
                    <a:pt x="15772" y="84393"/>
                    <a:pt x="-852" y="126888"/>
                    <a:pt x="139" y="170777"/>
                  </a:cubicBezTo>
                  <a:cubicBezTo>
                    <a:pt x="-931" y="214834"/>
                    <a:pt x="15694" y="257522"/>
                    <a:pt x="46388" y="289528"/>
                  </a:cubicBezTo>
                  <a:cubicBezTo>
                    <a:pt x="74727" y="317967"/>
                    <a:pt x="120928" y="342026"/>
                    <a:pt x="184072" y="342026"/>
                  </a:cubicBezTo>
                  <a:cubicBezTo>
                    <a:pt x="214812" y="342384"/>
                    <a:pt x="245245" y="335962"/>
                    <a:pt x="273147" y="323226"/>
                  </a:cubicBezTo>
                  <a:close/>
                </a:path>
              </a:pathLst>
            </a:custGeom>
            <a:solidFill>
              <a:schemeClr val="accent3"/>
            </a:solidFill>
            <a:ln w="94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11" name="Freeform 10">
              <a:extLst>
                <a:ext uri="{FF2B5EF4-FFF2-40B4-BE49-F238E27FC236}">
                  <a16:creationId xmlns:a16="http://schemas.microsoft.com/office/drawing/2014/main" id="{A39A447B-169C-7F45-3ADE-00DFAEA83311}"/>
                </a:ext>
              </a:extLst>
            </p:cNvPr>
            <p:cNvSpPr/>
            <p:nvPr/>
          </p:nvSpPr>
          <p:spPr>
            <a:xfrm>
              <a:off x="3874962" y="489466"/>
              <a:ext cx="573752" cy="1433325"/>
            </a:xfrm>
            <a:custGeom>
              <a:avLst/>
              <a:gdLst>
                <a:gd name="connsiteX0" fmla="*/ 187296 w 214045"/>
                <a:gd name="connsiteY0" fmla="*/ 0 h 534719"/>
                <a:gd name="connsiteX1" fmla="*/ 148 w 214045"/>
                <a:gd name="connsiteY1" fmla="*/ 534719 h 534719"/>
                <a:gd name="connsiteX2" fmla="*/ 27046 w 214045"/>
                <a:gd name="connsiteY2" fmla="*/ 534719 h 534719"/>
                <a:gd name="connsiteX3" fmla="*/ 214194 w 214045"/>
                <a:gd name="connsiteY3" fmla="*/ 0 h 534719"/>
              </a:gdLst>
              <a:ahLst/>
              <a:cxnLst>
                <a:cxn ang="0">
                  <a:pos x="connsiteX0" y="connsiteY0"/>
                </a:cxn>
                <a:cxn ang="0">
                  <a:pos x="connsiteX1" y="connsiteY1"/>
                </a:cxn>
                <a:cxn ang="0">
                  <a:pos x="connsiteX2" y="connsiteY2"/>
                </a:cxn>
                <a:cxn ang="0">
                  <a:pos x="connsiteX3" y="connsiteY3"/>
                </a:cxn>
              </a:cxnLst>
              <a:rect l="l" t="t" r="r" b="b"/>
              <a:pathLst>
                <a:path w="214045" h="534719">
                  <a:moveTo>
                    <a:pt x="187296" y="0"/>
                  </a:moveTo>
                  <a:lnTo>
                    <a:pt x="148" y="534719"/>
                  </a:lnTo>
                  <a:lnTo>
                    <a:pt x="27046" y="534719"/>
                  </a:lnTo>
                  <a:lnTo>
                    <a:pt x="214194" y="0"/>
                  </a:lnTo>
                  <a:close/>
                </a:path>
              </a:pathLst>
            </a:custGeom>
            <a:solidFill>
              <a:schemeClr val="accent1"/>
            </a:solidFill>
            <a:ln w="94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grpSp>
      <p:sp>
        <p:nvSpPr>
          <p:cNvPr id="13" name="Picture Placeholder 6">
            <a:extLst>
              <a:ext uri="{FF2B5EF4-FFF2-40B4-BE49-F238E27FC236}">
                <a16:creationId xmlns:a16="http://schemas.microsoft.com/office/drawing/2014/main" id="{0008DD52-B44A-9E2A-CA2B-33B80003A09E}"/>
              </a:ext>
            </a:extLst>
          </p:cNvPr>
          <p:cNvSpPr>
            <a:spLocks noGrp="1"/>
          </p:cNvSpPr>
          <p:nvPr>
            <p:ph type="pic" sz="quarter" idx="14"/>
          </p:nvPr>
        </p:nvSpPr>
        <p:spPr>
          <a:xfrm>
            <a:off x="6392665" y="-12148"/>
            <a:ext cx="2440837" cy="3441147"/>
          </a:xfrm>
          <a:custGeom>
            <a:avLst/>
            <a:gdLst>
              <a:gd name="connsiteX0" fmla="*/ 0 w 4983163"/>
              <a:gd name="connsiteY0" fmla="*/ 5440363 h 5440363"/>
              <a:gd name="connsiteX1" fmla="*/ 1245791 w 4983163"/>
              <a:gd name="connsiteY1" fmla="*/ 0 h 5440363"/>
              <a:gd name="connsiteX2" fmla="*/ 4983163 w 4983163"/>
              <a:gd name="connsiteY2" fmla="*/ 0 h 5440363"/>
              <a:gd name="connsiteX3" fmla="*/ 3737372 w 4983163"/>
              <a:gd name="connsiteY3" fmla="*/ 5440363 h 5440363"/>
              <a:gd name="connsiteX4" fmla="*/ 0 w 4983163"/>
              <a:gd name="connsiteY4" fmla="*/ 5440363 h 5440363"/>
              <a:gd name="connsiteX0" fmla="*/ 0 w 4983163"/>
              <a:gd name="connsiteY0" fmla="*/ 5440363 h 5440363"/>
              <a:gd name="connsiteX1" fmla="*/ 3015975 w 4983163"/>
              <a:gd name="connsiteY1" fmla="*/ 11723 h 5440363"/>
              <a:gd name="connsiteX2" fmla="*/ 4983163 w 4983163"/>
              <a:gd name="connsiteY2" fmla="*/ 0 h 5440363"/>
              <a:gd name="connsiteX3" fmla="*/ 3737372 w 4983163"/>
              <a:gd name="connsiteY3" fmla="*/ 5440363 h 5440363"/>
              <a:gd name="connsiteX4" fmla="*/ 0 w 4983163"/>
              <a:gd name="connsiteY4" fmla="*/ 5440363 h 5440363"/>
              <a:gd name="connsiteX0" fmla="*/ 0 w 3810855"/>
              <a:gd name="connsiteY0" fmla="*/ 5428639 h 5440363"/>
              <a:gd name="connsiteX1" fmla="*/ 1843667 w 3810855"/>
              <a:gd name="connsiteY1" fmla="*/ 11723 h 5440363"/>
              <a:gd name="connsiteX2" fmla="*/ 3810855 w 3810855"/>
              <a:gd name="connsiteY2" fmla="*/ 0 h 5440363"/>
              <a:gd name="connsiteX3" fmla="*/ 2565064 w 3810855"/>
              <a:gd name="connsiteY3" fmla="*/ 5440363 h 5440363"/>
              <a:gd name="connsiteX4" fmla="*/ 0 w 3810855"/>
              <a:gd name="connsiteY4" fmla="*/ 5428639 h 5440363"/>
              <a:gd name="connsiteX0" fmla="*/ 0 w 3810855"/>
              <a:gd name="connsiteY0" fmla="*/ 5428639 h 5452086"/>
              <a:gd name="connsiteX1" fmla="*/ 1843667 w 3810855"/>
              <a:gd name="connsiteY1" fmla="*/ 11723 h 5452086"/>
              <a:gd name="connsiteX2" fmla="*/ 3810855 w 3810855"/>
              <a:gd name="connsiteY2" fmla="*/ 0 h 5452086"/>
              <a:gd name="connsiteX3" fmla="*/ 1990633 w 3810855"/>
              <a:gd name="connsiteY3" fmla="*/ 5452086 h 5452086"/>
              <a:gd name="connsiteX4" fmla="*/ 0 w 3810855"/>
              <a:gd name="connsiteY4" fmla="*/ 5428639 h 5452086"/>
              <a:gd name="connsiteX0" fmla="*/ 0 w 3846024"/>
              <a:gd name="connsiteY0" fmla="*/ 5416916 h 5440363"/>
              <a:gd name="connsiteX1" fmla="*/ 1843667 w 3846024"/>
              <a:gd name="connsiteY1" fmla="*/ 0 h 5440363"/>
              <a:gd name="connsiteX2" fmla="*/ 3846024 w 3846024"/>
              <a:gd name="connsiteY2" fmla="*/ 11723 h 5440363"/>
              <a:gd name="connsiteX3" fmla="*/ 1990633 w 3846024"/>
              <a:gd name="connsiteY3" fmla="*/ 5440363 h 5440363"/>
              <a:gd name="connsiteX4" fmla="*/ 0 w 3846024"/>
              <a:gd name="connsiteY4" fmla="*/ 5416916 h 5440363"/>
              <a:gd name="connsiteX0" fmla="*/ 0 w 3846024"/>
              <a:gd name="connsiteY0" fmla="*/ 5413169 h 5436616"/>
              <a:gd name="connsiteX1" fmla="*/ 1877395 w 3846024"/>
              <a:gd name="connsiteY1" fmla="*/ 0 h 5436616"/>
              <a:gd name="connsiteX2" fmla="*/ 3846024 w 3846024"/>
              <a:gd name="connsiteY2" fmla="*/ 7976 h 5436616"/>
              <a:gd name="connsiteX3" fmla="*/ 1990633 w 3846024"/>
              <a:gd name="connsiteY3" fmla="*/ 5436616 h 5436616"/>
              <a:gd name="connsiteX4" fmla="*/ 0 w 3846024"/>
              <a:gd name="connsiteY4" fmla="*/ 5413169 h 5436616"/>
              <a:gd name="connsiteX0" fmla="*/ 0 w 3853519"/>
              <a:gd name="connsiteY0" fmla="*/ 5413169 h 5436616"/>
              <a:gd name="connsiteX1" fmla="*/ 1877395 w 3853519"/>
              <a:gd name="connsiteY1" fmla="*/ 0 h 5436616"/>
              <a:gd name="connsiteX2" fmla="*/ 3853519 w 3853519"/>
              <a:gd name="connsiteY2" fmla="*/ 7976 h 5436616"/>
              <a:gd name="connsiteX3" fmla="*/ 1990633 w 3853519"/>
              <a:gd name="connsiteY3" fmla="*/ 5436616 h 5436616"/>
              <a:gd name="connsiteX4" fmla="*/ 0 w 3853519"/>
              <a:gd name="connsiteY4" fmla="*/ 5413169 h 5436616"/>
              <a:gd name="connsiteX0" fmla="*/ 0 w 3864762"/>
              <a:gd name="connsiteY0" fmla="*/ 5420183 h 5443630"/>
              <a:gd name="connsiteX1" fmla="*/ 1877395 w 3864762"/>
              <a:gd name="connsiteY1" fmla="*/ 7014 h 5443630"/>
              <a:gd name="connsiteX2" fmla="*/ 3864762 w 3864762"/>
              <a:gd name="connsiteY2" fmla="*/ 0 h 5443630"/>
              <a:gd name="connsiteX3" fmla="*/ 1990633 w 3864762"/>
              <a:gd name="connsiteY3" fmla="*/ 5443630 h 5443630"/>
              <a:gd name="connsiteX4" fmla="*/ 0 w 3864762"/>
              <a:gd name="connsiteY4" fmla="*/ 5420183 h 5443630"/>
              <a:gd name="connsiteX0" fmla="*/ 0 w 3861015"/>
              <a:gd name="connsiteY0" fmla="*/ 5453911 h 5453911"/>
              <a:gd name="connsiteX1" fmla="*/ 1873648 w 3861015"/>
              <a:gd name="connsiteY1" fmla="*/ 7014 h 5453911"/>
              <a:gd name="connsiteX2" fmla="*/ 3861015 w 3861015"/>
              <a:gd name="connsiteY2" fmla="*/ 0 h 5453911"/>
              <a:gd name="connsiteX3" fmla="*/ 1986886 w 3861015"/>
              <a:gd name="connsiteY3" fmla="*/ 5443630 h 5453911"/>
              <a:gd name="connsiteX4" fmla="*/ 0 w 3861015"/>
              <a:gd name="connsiteY4" fmla="*/ 5453911 h 5453911"/>
              <a:gd name="connsiteX0" fmla="*/ 0 w 3868510"/>
              <a:gd name="connsiteY0" fmla="*/ 5453911 h 5453911"/>
              <a:gd name="connsiteX1" fmla="*/ 1881143 w 3868510"/>
              <a:gd name="connsiteY1" fmla="*/ 7014 h 5453911"/>
              <a:gd name="connsiteX2" fmla="*/ 3868510 w 3868510"/>
              <a:gd name="connsiteY2" fmla="*/ 0 h 5453911"/>
              <a:gd name="connsiteX3" fmla="*/ 1994381 w 3868510"/>
              <a:gd name="connsiteY3" fmla="*/ 5443630 h 5453911"/>
              <a:gd name="connsiteX4" fmla="*/ 0 w 3868510"/>
              <a:gd name="connsiteY4" fmla="*/ 5453911 h 545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0" h="5453911">
                <a:moveTo>
                  <a:pt x="0" y="5453911"/>
                </a:moveTo>
                <a:lnTo>
                  <a:pt x="1881143" y="7014"/>
                </a:lnTo>
                <a:lnTo>
                  <a:pt x="3868510" y="0"/>
                </a:lnTo>
                <a:lnTo>
                  <a:pt x="1994381" y="5443630"/>
                </a:lnTo>
                <a:lnTo>
                  <a:pt x="0" y="5453911"/>
                </a:lnTo>
                <a:close/>
              </a:path>
            </a:pathLst>
          </a:custGeom>
          <a:solidFill>
            <a:schemeClr val="accent2"/>
          </a:solidFill>
        </p:spPr>
        <p:txBody>
          <a:bodyPr anchor="ctr">
            <a:normAutofit/>
          </a:bodyPr>
          <a:lstStyle>
            <a:lvl1pPr algn="ctr">
              <a:defRPr sz="100" b="1" i="0">
                <a:solidFill>
                  <a:schemeClr val="accent2"/>
                </a:solidFill>
                <a:latin typeface="Montserrat" pitchFamily="2" charset="77"/>
              </a:defRPr>
            </a:lvl1pPr>
          </a:lstStyle>
          <a:p>
            <a:r>
              <a:rPr lang="en-GB"/>
              <a:t>Click icon to add picture</a:t>
            </a:r>
            <a:endParaRPr lang="en-BE"/>
          </a:p>
        </p:txBody>
      </p:sp>
    </p:spTree>
    <p:extLst>
      <p:ext uri="{BB962C8B-B14F-4D97-AF65-F5344CB8AC3E}">
        <p14:creationId xmlns:p14="http://schemas.microsoft.com/office/powerpoint/2010/main" val="23528667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hapter lime imag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4A8E3F6E-BF01-DCED-4EEA-1ABFE5B32D5A}"/>
              </a:ext>
            </a:extLst>
          </p:cNvPr>
          <p:cNvSpPr>
            <a:spLocks noGrp="1"/>
          </p:cNvSpPr>
          <p:nvPr>
            <p:ph type="pic" sz="quarter" idx="11"/>
          </p:nvPr>
        </p:nvSpPr>
        <p:spPr>
          <a:xfrm>
            <a:off x="6096000" y="-12147"/>
            <a:ext cx="6096000" cy="6320872"/>
          </a:xfrm>
          <a:custGeom>
            <a:avLst/>
            <a:gdLst>
              <a:gd name="connsiteX0" fmla="*/ 2176719 w 6096000"/>
              <a:gd name="connsiteY0" fmla="*/ 0 h 6320872"/>
              <a:gd name="connsiteX1" fmla="*/ 6096000 w 6096000"/>
              <a:gd name="connsiteY1" fmla="*/ 0 h 6320872"/>
              <a:gd name="connsiteX2" fmla="*/ 6096000 w 6096000"/>
              <a:gd name="connsiteY2" fmla="*/ 6320872 h 6320872"/>
              <a:gd name="connsiteX3" fmla="*/ 0 w 6096000"/>
              <a:gd name="connsiteY3" fmla="*/ 6320872 h 6320872"/>
            </a:gdLst>
            <a:ahLst/>
            <a:cxnLst>
              <a:cxn ang="0">
                <a:pos x="connsiteX0" y="connsiteY0"/>
              </a:cxn>
              <a:cxn ang="0">
                <a:pos x="connsiteX1" y="connsiteY1"/>
              </a:cxn>
              <a:cxn ang="0">
                <a:pos x="connsiteX2" y="connsiteY2"/>
              </a:cxn>
              <a:cxn ang="0">
                <a:pos x="connsiteX3" y="connsiteY3"/>
              </a:cxn>
            </a:cxnLst>
            <a:rect l="l" t="t" r="r" b="b"/>
            <a:pathLst>
              <a:path w="6096000" h="6320872">
                <a:moveTo>
                  <a:pt x="2176719" y="0"/>
                </a:moveTo>
                <a:lnTo>
                  <a:pt x="6096000" y="0"/>
                </a:lnTo>
                <a:lnTo>
                  <a:pt x="6096000" y="6320872"/>
                </a:lnTo>
                <a:lnTo>
                  <a:pt x="0" y="6320872"/>
                </a:lnTo>
                <a:close/>
              </a:path>
            </a:pathLst>
          </a:custGeom>
          <a:blipFill>
            <a:blip r:embed="rId2"/>
            <a:stretch>
              <a:fillRect/>
            </a:stretch>
          </a:blipFill>
        </p:spPr>
        <p:txBody>
          <a:bodyPr wrap="square" rIns="540000" anchor="ctr">
            <a:noAutofit/>
          </a:bodyPr>
          <a:lstStyle>
            <a:lvl1pPr marL="0" indent="0" algn="r">
              <a:buNone/>
              <a:defRPr b="0" i="0">
                <a:solidFill>
                  <a:schemeClr val="bg1"/>
                </a:solidFill>
                <a:latin typeface="Montserrat" pitchFamily="2" charset="77"/>
              </a:defRPr>
            </a:lvl1pPr>
          </a:lstStyle>
          <a:p>
            <a:r>
              <a:rPr lang="en-GB"/>
              <a:t>Click icon to add picture</a:t>
            </a:r>
            <a:endParaRPr lang="nl-NL"/>
          </a:p>
        </p:txBody>
      </p:sp>
      <p:sp>
        <p:nvSpPr>
          <p:cNvPr id="2" name="Title 1">
            <a:extLst>
              <a:ext uri="{FF2B5EF4-FFF2-40B4-BE49-F238E27FC236}">
                <a16:creationId xmlns:a16="http://schemas.microsoft.com/office/drawing/2014/main" id="{44A2AD35-5A83-402C-6E31-D4825C357B43}"/>
              </a:ext>
            </a:extLst>
          </p:cNvPr>
          <p:cNvSpPr>
            <a:spLocks noGrp="1"/>
          </p:cNvSpPr>
          <p:nvPr>
            <p:ph type="title"/>
          </p:nvPr>
        </p:nvSpPr>
        <p:spPr>
          <a:xfrm>
            <a:off x="550863" y="2299809"/>
            <a:ext cx="6616893" cy="2258382"/>
          </a:xfrm>
        </p:spPr>
        <p:txBody>
          <a:bodyPr>
            <a:normAutofit/>
          </a:bodyPr>
          <a:lstStyle>
            <a:lvl1pPr>
              <a:defRPr sz="4400" b="1" i="0">
                <a:solidFill>
                  <a:schemeClr val="tx2"/>
                </a:solidFill>
                <a:latin typeface="Montserrat" pitchFamily="2" charset="77"/>
              </a:defRPr>
            </a:lvl1pPr>
          </a:lstStyle>
          <a:p>
            <a:r>
              <a:rPr lang="en-GB"/>
              <a:t>Click to edit Master title style</a:t>
            </a:r>
            <a:endParaRPr lang="nl-NL"/>
          </a:p>
        </p:txBody>
      </p:sp>
      <p:sp>
        <p:nvSpPr>
          <p:cNvPr id="3" name="Freeform 2">
            <a:extLst>
              <a:ext uri="{FF2B5EF4-FFF2-40B4-BE49-F238E27FC236}">
                <a16:creationId xmlns:a16="http://schemas.microsoft.com/office/drawing/2014/main" id="{B3703325-6044-77A4-DC01-FA1C75B413E7}"/>
              </a:ext>
            </a:extLst>
          </p:cNvPr>
          <p:cNvSpPr/>
          <p:nvPr userDrawn="1"/>
        </p:nvSpPr>
        <p:spPr>
          <a:xfrm flipV="1">
            <a:off x="0" y="6308723"/>
            <a:ext cx="11189456" cy="549276"/>
          </a:xfrm>
          <a:custGeom>
            <a:avLst/>
            <a:gdLst>
              <a:gd name="connsiteX0" fmla="*/ 1444497 w 11189456"/>
              <a:gd name="connsiteY0" fmla="*/ 0 h 549276"/>
              <a:gd name="connsiteX1" fmla="*/ 10995520 w 11189456"/>
              <a:gd name="connsiteY1" fmla="*/ 0 h 549276"/>
              <a:gd name="connsiteX2" fmla="*/ 11189456 w 11189456"/>
              <a:gd name="connsiteY2" fmla="*/ 546102 h 549276"/>
              <a:gd name="connsiteX3" fmla="*/ 1739900 w 11189456"/>
              <a:gd name="connsiteY3" fmla="*/ 546102 h 549276"/>
              <a:gd name="connsiteX4" fmla="*/ 1739900 w 11189456"/>
              <a:gd name="connsiteY4" fmla="*/ 549276 h 549276"/>
              <a:gd name="connsiteX5" fmla="*/ 0 w 11189456"/>
              <a:gd name="connsiteY5" fmla="*/ 549276 h 549276"/>
              <a:gd name="connsiteX6" fmla="*/ 0 w 11189456"/>
              <a:gd name="connsiteY6" fmla="*/ 1 h 549276"/>
              <a:gd name="connsiteX7" fmla="*/ 1444497 w 11189456"/>
              <a:gd name="connsiteY7" fmla="*/ 1 h 54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89456" h="549276">
                <a:moveTo>
                  <a:pt x="1444497" y="0"/>
                </a:moveTo>
                <a:lnTo>
                  <a:pt x="10995520" y="0"/>
                </a:lnTo>
                <a:lnTo>
                  <a:pt x="11189456" y="546102"/>
                </a:lnTo>
                <a:lnTo>
                  <a:pt x="1739900" y="546102"/>
                </a:lnTo>
                <a:lnTo>
                  <a:pt x="1739900" y="549276"/>
                </a:lnTo>
                <a:lnTo>
                  <a:pt x="0" y="549276"/>
                </a:lnTo>
                <a:lnTo>
                  <a:pt x="0" y="1"/>
                </a:lnTo>
                <a:lnTo>
                  <a:pt x="1444497" y="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FFFFFF"/>
              </a:solidFill>
              <a:effectLst/>
              <a:uLnTx/>
              <a:uFillTx/>
              <a:latin typeface="Montserrat" pitchFamily="2" charset="77"/>
              <a:ea typeface="+mn-ea"/>
              <a:cs typeface="+mn-cs"/>
            </a:endParaRPr>
          </a:p>
        </p:txBody>
      </p:sp>
      <p:sp>
        <p:nvSpPr>
          <p:cNvPr id="4" name="Slide Number Placeholder 5">
            <a:extLst>
              <a:ext uri="{FF2B5EF4-FFF2-40B4-BE49-F238E27FC236}">
                <a16:creationId xmlns:a16="http://schemas.microsoft.com/office/drawing/2014/main" id="{9EF7336B-C028-DBEC-120D-15F56BC518AB}"/>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0" i="0" u="none" strike="noStrike" kern="1200" cap="none" spc="0" normalizeH="0" baseline="0" noProof="0" smtClean="0">
                <a:ln>
                  <a:noFill/>
                </a:ln>
                <a:solidFill>
                  <a:srgbClr val="16BEC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16BECF"/>
              </a:solidFill>
              <a:effectLst/>
              <a:uLnTx/>
              <a:uFillTx/>
              <a:latin typeface="Montserrat" pitchFamily="2" charset="77"/>
              <a:ea typeface="+mn-ea"/>
              <a:cs typeface="+mn-cs"/>
            </a:endParaRPr>
          </a:p>
        </p:txBody>
      </p:sp>
      <p:grpSp>
        <p:nvGrpSpPr>
          <p:cNvPr id="5" name="Group 4">
            <a:extLst>
              <a:ext uri="{FF2B5EF4-FFF2-40B4-BE49-F238E27FC236}">
                <a16:creationId xmlns:a16="http://schemas.microsoft.com/office/drawing/2014/main" id="{E5A816D0-4388-450F-7B49-BF0BBA0330D7}"/>
              </a:ext>
            </a:extLst>
          </p:cNvPr>
          <p:cNvGrpSpPr>
            <a:grpSpLocks noChangeAspect="1"/>
          </p:cNvGrpSpPr>
          <p:nvPr userDrawn="1"/>
        </p:nvGrpSpPr>
        <p:grpSpPr>
          <a:xfrm>
            <a:off x="561768" y="6418386"/>
            <a:ext cx="819357" cy="311600"/>
            <a:chOff x="681150" y="489466"/>
            <a:chExt cx="3767564" cy="1433325"/>
          </a:xfrm>
        </p:grpSpPr>
        <p:sp>
          <p:nvSpPr>
            <p:cNvPr id="7" name="Freeform 6">
              <a:extLst>
                <a:ext uri="{FF2B5EF4-FFF2-40B4-BE49-F238E27FC236}">
                  <a16:creationId xmlns:a16="http://schemas.microsoft.com/office/drawing/2014/main" id="{B98A819D-B2EF-FE04-5396-4749FFC018D0}"/>
                </a:ext>
              </a:extLst>
            </p:cNvPr>
            <p:cNvSpPr/>
            <p:nvPr/>
          </p:nvSpPr>
          <p:spPr>
            <a:xfrm>
              <a:off x="681150" y="767546"/>
              <a:ext cx="592711" cy="877163"/>
            </a:xfrm>
            <a:custGeom>
              <a:avLst/>
              <a:gdLst>
                <a:gd name="connsiteX0" fmla="*/ 0 w 221118"/>
                <a:gd name="connsiteY0" fmla="*/ 11 h 327236"/>
                <a:gd name="connsiteX1" fmla="*/ 0 w 221118"/>
                <a:gd name="connsiteY1" fmla="*/ 327247 h 327236"/>
                <a:gd name="connsiteX2" fmla="*/ 184142 w 221118"/>
                <a:gd name="connsiteY2" fmla="*/ 327247 h 327236"/>
                <a:gd name="connsiteX3" fmla="*/ 221118 w 221118"/>
                <a:gd name="connsiteY3" fmla="*/ 221821 h 327236"/>
                <a:gd name="connsiteX4" fmla="*/ 120344 w 221118"/>
                <a:gd name="connsiteY4" fmla="*/ 221821 h 327236"/>
                <a:gd name="connsiteX5" fmla="*/ 120344 w 221118"/>
                <a:gd name="connsiteY5" fmla="*/ 11 h 327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1118" h="327236">
                  <a:moveTo>
                    <a:pt x="0" y="11"/>
                  </a:moveTo>
                  <a:lnTo>
                    <a:pt x="0" y="327247"/>
                  </a:lnTo>
                  <a:lnTo>
                    <a:pt x="184142" y="327247"/>
                  </a:lnTo>
                  <a:lnTo>
                    <a:pt x="221118" y="221821"/>
                  </a:lnTo>
                  <a:lnTo>
                    <a:pt x="120344" y="221821"/>
                  </a:lnTo>
                  <a:lnTo>
                    <a:pt x="120344" y="11"/>
                  </a:lnTo>
                  <a:close/>
                </a:path>
              </a:pathLst>
            </a:custGeom>
            <a:solidFill>
              <a:schemeClr val="accent3"/>
            </a:solidFill>
            <a:ln w="94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8" name="Freeform 7">
              <a:extLst>
                <a:ext uri="{FF2B5EF4-FFF2-40B4-BE49-F238E27FC236}">
                  <a16:creationId xmlns:a16="http://schemas.microsoft.com/office/drawing/2014/main" id="{FDDC655B-59FF-7291-4B70-F01413116BDE}"/>
                </a:ext>
              </a:extLst>
            </p:cNvPr>
            <p:cNvSpPr/>
            <p:nvPr/>
          </p:nvSpPr>
          <p:spPr>
            <a:xfrm>
              <a:off x="1290558" y="767597"/>
              <a:ext cx="977636" cy="877163"/>
            </a:xfrm>
            <a:custGeom>
              <a:avLst/>
              <a:gdLst>
                <a:gd name="connsiteX0" fmla="*/ 136237 w 364719"/>
                <a:gd name="connsiteY0" fmla="*/ 286557 h 327236"/>
                <a:gd name="connsiteX1" fmla="*/ 127286 w 364719"/>
                <a:gd name="connsiteY1" fmla="*/ 327282 h 327236"/>
                <a:gd name="connsiteX2" fmla="*/ 40 w 364719"/>
                <a:gd name="connsiteY2" fmla="*/ 327282 h 327236"/>
                <a:gd name="connsiteX3" fmla="*/ 114857 w 364719"/>
                <a:gd name="connsiteY3" fmla="*/ 46 h 327236"/>
                <a:gd name="connsiteX4" fmla="*/ 249943 w 364719"/>
                <a:gd name="connsiteY4" fmla="*/ 46 h 327236"/>
                <a:gd name="connsiteX5" fmla="*/ 364760 w 364719"/>
                <a:gd name="connsiteY5" fmla="*/ 327282 h 327236"/>
                <a:gd name="connsiteX6" fmla="*/ 238632 w 364719"/>
                <a:gd name="connsiteY6" fmla="*/ 327282 h 327236"/>
                <a:gd name="connsiteX7" fmla="*/ 227701 w 364719"/>
                <a:gd name="connsiteY7" fmla="*/ 286557 h 327236"/>
                <a:gd name="connsiteX8" fmla="*/ 184950 w 364719"/>
                <a:gd name="connsiteY8" fmla="*/ 109449 h 327236"/>
                <a:gd name="connsiteX9" fmla="*/ 180475 w 364719"/>
                <a:gd name="connsiteY9" fmla="*/ 109449 h 327236"/>
                <a:gd name="connsiteX10" fmla="*/ 175014 w 364719"/>
                <a:gd name="connsiteY10" fmla="*/ 146245 h 327236"/>
                <a:gd name="connsiteX11" fmla="*/ 158602 w 364719"/>
                <a:gd name="connsiteY11" fmla="*/ 209045 h 327236"/>
                <a:gd name="connsiteX12" fmla="*/ 206814 w 364719"/>
                <a:gd name="connsiteY12" fmla="*/ 209045 h 327236"/>
                <a:gd name="connsiteX13" fmla="*/ 191407 w 364719"/>
                <a:gd name="connsiteY13" fmla="*/ 146245 h 327236"/>
                <a:gd name="connsiteX14" fmla="*/ 184950 w 364719"/>
                <a:gd name="connsiteY14" fmla="*/ 109449 h 327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4719" h="327236">
                  <a:moveTo>
                    <a:pt x="136237" y="286557"/>
                  </a:moveTo>
                  <a:lnTo>
                    <a:pt x="127286" y="327282"/>
                  </a:lnTo>
                  <a:lnTo>
                    <a:pt x="40" y="327282"/>
                  </a:lnTo>
                  <a:lnTo>
                    <a:pt x="114857" y="46"/>
                  </a:lnTo>
                  <a:lnTo>
                    <a:pt x="249943" y="46"/>
                  </a:lnTo>
                  <a:lnTo>
                    <a:pt x="364760" y="327282"/>
                  </a:lnTo>
                  <a:lnTo>
                    <a:pt x="238632" y="327282"/>
                  </a:lnTo>
                  <a:lnTo>
                    <a:pt x="227701" y="286557"/>
                  </a:lnTo>
                  <a:close/>
                  <a:moveTo>
                    <a:pt x="184950" y="109449"/>
                  </a:moveTo>
                  <a:lnTo>
                    <a:pt x="180475" y="109449"/>
                  </a:lnTo>
                  <a:cubicBezTo>
                    <a:pt x="180021" y="121875"/>
                    <a:pt x="178190" y="134213"/>
                    <a:pt x="175014" y="146245"/>
                  </a:cubicBezTo>
                  <a:lnTo>
                    <a:pt x="158602" y="209045"/>
                  </a:lnTo>
                  <a:lnTo>
                    <a:pt x="206814" y="209045"/>
                  </a:lnTo>
                  <a:lnTo>
                    <a:pt x="191407" y="146245"/>
                  </a:lnTo>
                  <a:cubicBezTo>
                    <a:pt x="188619" y="134096"/>
                    <a:pt x="186464" y="121815"/>
                    <a:pt x="184950" y="109449"/>
                  </a:cubicBezTo>
                </a:path>
              </a:pathLst>
            </a:custGeom>
            <a:solidFill>
              <a:schemeClr val="accent3"/>
            </a:solidFill>
            <a:ln w="94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9" name="Freeform 8">
              <a:extLst>
                <a:ext uri="{FF2B5EF4-FFF2-40B4-BE49-F238E27FC236}">
                  <a16:creationId xmlns:a16="http://schemas.microsoft.com/office/drawing/2014/main" id="{9F0B8CD1-337E-65DD-C919-C62A77859275}"/>
                </a:ext>
              </a:extLst>
            </p:cNvPr>
            <p:cNvSpPr/>
            <p:nvPr/>
          </p:nvSpPr>
          <p:spPr>
            <a:xfrm>
              <a:off x="2993715" y="747804"/>
              <a:ext cx="986262" cy="916644"/>
            </a:xfrm>
            <a:custGeom>
              <a:avLst/>
              <a:gdLst>
                <a:gd name="connsiteX0" fmla="*/ 321788 w 367937"/>
                <a:gd name="connsiteY0" fmla="*/ 289513 h 341965"/>
                <a:gd name="connsiteX1" fmla="*/ 184094 w 367937"/>
                <a:gd name="connsiteY1" fmla="*/ 342011 h 341965"/>
                <a:gd name="connsiteX2" fmla="*/ 46409 w 367937"/>
                <a:gd name="connsiteY2" fmla="*/ 289513 h 341965"/>
                <a:gd name="connsiteX3" fmla="*/ 180 w 367937"/>
                <a:gd name="connsiteY3" fmla="*/ 170781 h 341965"/>
                <a:gd name="connsiteX4" fmla="*/ 46409 w 367937"/>
                <a:gd name="connsiteY4" fmla="*/ 52544 h 341965"/>
                <a:gd name="connsiteX5" fmla="*/ 184094 w 367937"/>
                <a:gd name="connsiteY5" fmla="*/ 46 h 341965"/>
                <a:gd name="connsiteX6" fmla="*/ 321788 w 367937"/>
                <a:gd name="connsiteY6" fmla="*/ 52544 h 341965"/>
                <a:gd name="connsiteX7" fmla="*/ 368018 w 367937"/>
                <a:gd name="connsiteY7" fmla="*/ 170781 h 341965"/>
                <a:gd name="connsiteX8" fmla="*/ 321788 w 367937"/>
                <a:gd name="connsiteY8" fmla="*/ 289513 h 341965"/>
                <a:gd name="connsiteX9" fmla="*/ 140870 w 367937"/>
                <a:gd name="connsiteY9" fmla="*/ 122213 h 341965"/>
                <a:gd name="connsiteX10" fmla="*/ 121974 w 367937"/>
                <a:gd name="connsiteY10" fmla="*/ 171267 h 341965"/>
                <a:gd name="connsiteX11" fmla="*/ 140870 w 367937"/>
                <a:gd name="connsiteY11" fmla="*/ 219844 h 341965"/>
                <a:gd name="connsiteX12" fmla="*/ 184113 w 367937"/>
                <a:gd name="connsiteY12" fmla="*/ 236529 h 341965"/>
                <a:gd name="connsiteX13" fmla="*/ 227366 w 367937"/>
                <a:gd name="connsiteY13" fmla="*/ 219844 h 341965"/>
                <a:gd name="connsiteX14" fmla="*/ 246243 w 367937"/>
                <a:gd name="connsiteY14" fmla="*/ 171267 h 341965"/>
                <a:gd name="connsiteX15" fmla="*/ 227366 w 367937"/>
                <a:gd name="connsiteY15" fmla="*/ 122213 h 341965"/>
                <a:gd name="connsiteX16" fmla="*/ 184113 w 367937"/>
                <a:gd name="connsiteY16" fmla="*/ 105528 h 341965"/>
                <a:gd name="connsiteX17" fmla="*/ 140870 w 367937"/>
                <a:gd name="connsiteY17" fmla="*/ 122213 h 3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7937" h="341965">
                  <a:moveTo>
                    <a:pt x="321788" y="289513"/>
                  </a:moveTo>
                  <a:cubicBezTo>
                    <a:pt x="293449" y="317971"/>
                    <a:pt x="247219" y="342011"/>
                    <a:pt x="184094" y="342011"/>
                  </a:cubicBezTo>
                  <a:cubicBezTo>
                    <a:pt x="120969" y="342011"/>
                    <a:pt x="74739" y="317971"/>
                    <a:pt x="46409" y="289513"/>
                  </a:cubicBezTo>
                  <a:cubicBezTo>
                    <a:pt x="15717" y="257515"/>
                    <a:pt x="-902" y="214831"/>
                    <a:pt x="180" y="170781"/>
                  </a:cubicBezTo>
                  <a:cubicBezTo>
                    <a:pt x="-807" y="126894"/>
                    <a:pt x="15809" y="84399"/>
                    <a:pt x="46409" y="52544"/>
                  </a:cubicBezTo>
                  <a:cubicBezTo>
                    <a:pt x="74739" y="24096"/>
                    <a:pt x="120959" y="46"/>
                    <a:pt x="184094" y="46"/>
                  </a:cubicBezTo>
                  <a:cubicBezTo>
                    <a:pt x="247229" y="46"/>
                    <a:pt x="293449" y="24086"/>
                    <a:pt x="321788" y="52544"/>
                  </a:cubicBezTo>
                  <a:cubicBezTo>
                    <a:pt x="352386" y="84401"/>
                    <a:pt x="369001" y="126895"/>
                    <a:pt x="368018" y="170781"/>
                  </a:cubicBezTo>
                  <a:cubicBezTo>
                    <a:pt x="369097" y="214831"/>
                    <a:pt x="352478" y="257513"/>
                    <a:pt x="321788" y="289513"/>
                  </a:cubicBezTo>
                  <a:moveTo>
                    <a:pt x="140870" y="122213"/>
                  </a:moveTo>
                  <a:cubicBezTo>
                    <a:pt x="128664" y="135708"/>
                    <a:pt x="121935" y="153176"/>
                    <a:pt x="121974" y="171267"/>
                  </a:cubicBezTo>
                  <a:cubicBezTo>
                    <a:pt x="121663" y="189263"/>
                    <a:pt x="128437" y="206677"/>
                    <a:pt x="140870" y="219844"/>
                  </a:cubicBezTo>
                  <a:cubicBezTo>
                    <a:pt x="152449" y="230882"/>
                    <a:pt x="168020" y="236889"/>
                    <a:pt x="184113" y="236529"/>
                  </a:cubicBezTo>
                  <a:cubicBezTo>
                    <a:pt x="200209" y="236887"/>
                    <a:pt x="215782" y="230880"/>
                    <a:pt x="227366" y="219844"/>
                  </a:cubicBezTo>
                  <a:cubicBezTo>
                    <a:pt x="239878" y="206727"/>
                    <a:pt x="246659" y="189278"/>
                    <a:pt x="246243" y="171267"/>
                  </a:cubicBezTo>
                  <a:cubicBezTo>
                    <a:pt x="247021" y="153055"/>
                    <a:pt x="240198" y="135323"/>
                    <a:pt x="227366" y="122213"/>
                  </a:cubicBezTo>
                  <a:cubicBezTo>
                    <a:pt x="215801" y="111148"/>
                    <a:pt x="200215" y="105136"/>
                    <a:pt x="184113" y="105528"/>
                  </a:cubicBezTo>
                  <a:cubicBezTo>
                    <a:pt x="167963" y="104843"/>
                    <a:pt x="152267" y="110899"/>
                    <a:pt x="140870" y="122213"/>
                  </a:cubicBezTo>
                </a:path>
              </a:pathLst>
            </a:custGeom>
            <a:solidFill>
              <a:schemeClr val="accent1"/>
            </a:solidFill>
            <a:ln w="94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10" name="Freeform 9">
              <a:extLst>
                <a:ext uri="{FF2B5EF4-FFF2-40B4-BE49-F238E27FC236}">
                  <a16:creationId xmlns:a16="http://schemas.microsoft.com/office/drawing/2014/main" id="{B89BD8A4-E05F-295C-21A8-BF3A82C65967}"/>
                </a:ext>
              </a:extLst>
            </p:cNvPr>
            <p:cNvSpPr/>
            <p:nvPr/>
          </p:nvSpPr>
          <p:spPr>
            <a:xfrm>
              <a:off x="2259577" y="747790"/>
              <a:ext cx="731935" cy="916749"/>
            </a:xfrm>
            <a:custGeom>
              <a:avLst/>
              <a:gdLst>
                <a:gd name="connsiteX0" fmla="*/ 234028 w 273057"/>
                <a:gd name="connsiteY0" fmla="*/ 211858 h 342004"/>
                <a:gd name="connsiteX1" fmla="*/ 227306 w 273057"/>
                <a:gd name="connsiteY1" fmla="*/ 219831 h 342004"/>
                <a:gd name="connsiteX2" fmla="*/ 184072 w 273057"/>
                <a:gd name="connsiteY2" fmla="*/ 236506 h 342004"/>
                <a:gd name="connsiteX3" fmla="*/ 140839 w 273057"/>
                <a:gd name="connsiteY3" fmla="*/ 219831 h 342004"/>
                <a:gd name="connsiteX4" fmla="*/ 121924 w 273057"/>
                <a:gd name="connsiteY4" fmla="*/ 171254 h 342004"/>
                <a:gd name="connsiteX5" fmla="*/ 140829 w 273057"/>
                <a:gd name="connsiteY5" fmla="*/ 122209 h 342004"/>
                <a:gd name="connsiteX6" fmla="*/ 184063 w 273057"/>
                <a:gd name="connsiteY6" fmla="*/ 105524 h 342004"/>
                <a:gd name="connsiteX7" fmla="*/ 227297 w 273057"/>
                <a:gd name="connsiteY7" fmla="*/ 122209 h 342004"/>
                <a:gd name="connsiteX8" fmla="*/ 234066 w 273057"/>
                <a:gd name="connsiteY8" fmla="*/ 130014 h 342004"/>
                <a:gd name="connsiteX9" fmla="*/ 273062 w 273057"/>
                <a:gd name="connsiteY9" fmla="*/ 18767 h 342004"/>
                <a:gd name="connsiteX10" fmla="*/ 184072 w 273057"/>
                <a:gd name="connsiteY10" fmla="*/ 51 h 342004"/>
                <a:gd name="connsiteX11" fmla="*/ 46388 w 273057"/>
                <a:gd name="connsiteY11" fmla="*/ 52549 h 342004"/>
                <a:gd name="connsiteX12" fmla="*/ 139 w 273057"/>
                <a:gd name="connsiteY12" fmla="*/ 170777 h 342004"/>
                <a:gd name="connsiteX13" fmla="*/ 46388 w 273057"/>
                <a:gd name="connsiteY13" fmla="*/ 289528 h 342004"/>
                <a:gd name="connsiteX14" fmla="*/ 184072 w 273057"/>
                <a:gd name="connsiteY14" fmla="*/ 342026 h 342004"/>
                <a:gd name="connsiteX15" fmla="*/ 273147 w 273057"/>
                <a:gd name="connsiteY15" fmla="*/ 323226 h 34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3057" h="342004">
                  <a:moveTo>
                    <a:pt x="234028" y="211858"/>
                  </a:moveTo>
                  <a:cubicBezTo>
                    <a:pt x="232044" y="214716"/>
                    <a:pt x="229793" y="217385"/>
                    <a:pt x="227306" y="219831"/>
                  </a:cubicBezTo>
                  <a:cubicBezTo>
                    <a:pt x="215733" y="230870"/>
                    <a:pt x="200163" y="236876"/>
                    <a:pt x="184072" y="236506"/>
                  </a:cubicBezTo>
                  <a:cubicBezTo>
                    <a:pt x="167982" y="236875"/>
                    <a:pt x="152412" y="230870"/>
                    <a:pt x="140839" y="219831"/>
                  </a:cubicBezTo>
                  <a:cubicBezTo>
                    <a:pt x="128387" y="206674"/>
                    <a:pt x="121604" y="189255"/>
                    <a:pt x="121924" y="171254"/>
                  </a:cubicBezTo>
                  <a:cubicBezTo>
                    <a:pt x="121889" y="153165"/>
                    <a:pt x="128620" y="135700"/>
                    <a:pt x="140829" y="122209"/>
                  </a:cubicBezTo>
                  <a:cubicBezTo>
                    <a:pt x="152231" y="110908"/>
                    <a:pt x="167919" y="104854"/>
                    <a:pt x="184063" y="105524"/>
                  </a:cubicBezTo>
                  <a:cubicBezTo>
                    <a:pt x="200159" y="105132"/>
                    <a:pt x="215739" y="111144"/>
                    <a:pt x="227297" y="122209"/>
                  </a:cubicBezTo>
                  <a:cubicBezTo>
                    <a:pt x="229805" y="124587"/>
                    <a:pt x="232073" y="127201"/>
                    <a:pt x="234066" y="130014"/>
                  </a:cubicBezTo>
                  <a:lnTo>
                    <a:pt x="273062" y="18767"/>
                  </a:lnTo>
                  <a:cubicBezTo>
                    <a:pt x="245177" y="6079"/>
                    <a:pt x="214776" y="-316"/>
                    <a:pt x="184072" y="51"/>
                  </a:cubicBezTo>
                  <a:cubicBezTo>
                    <a:pt x="120928" y="51"/>
                    <a:pt x="74727" y="24064"/>
                    <a:pt x="46388" y="52549"/>
                  </a:cubicBezTo>
                  <a:cubicBezTo>
                    <a:pt x="15772" y="84393"/>
                    <a:pt x="-852" y="126888"/>
                    <a:pt x="139" y="170777"/>
                  </a:cubicBezTo>
                  <a:cubicBezTo>
                    <a:pt x="-931" y="214834"/>
                    <a:pt x="15694" y="257522"/>
                    <a:pt x="46388" y="289528"/>
                  </a:cubicBezTo>
                  <a:cubicBezTo>
                    <a:pt x="74727" y="317967"/>
                    <a:pt x="120928" y="342026"/>
                    <a:pt x="184072" y="342026"/>
                  </a:cubicBezTo>
                  <a:cubicBezTo>
                    <a:pt x="214812" y="342384"/>
                    <a:pt x="245245" y="335962"/>
                    <a:pt x="273147" y="323226"/>
                  </a:cubicBezTo>
                  <a:close/>
                </a:path>
              </a:pathLst>
            </a:custGeom>
            <a:solidFill>
              <a:schemeClr val="accent3"/>
            </a:solidFill>
            <a:ln w="94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11" name="Freeform 10">
              <a:extLst>
                <a:ext uri="{FF2B5EF4-FFF2-40B4-BE49-F238E27FC236}">
                  <a16:creationId xmlns:a16="http://schemas.microsoft.com/office/drawing/2014/main" id="{A39A447B-169C-7F45-3ADE-00DFAEA83311}"/>
                </a:ext>
              </a:extLst>
            </p:cNvPr>
            <p:cNvSpPr/>
            <p:nvPr/>
          </p:nvSpPr>
          <p:spPr>
            <a:xfrm>
              <a:off x="3874962" y="489466"/>
              <a:ext cx="573752" cy="1433325"/>
            </a:xfrm>
            <a:custGeom>
              <a:avLst/>
              <a:gdLst>
                <a:gd name="connsiteX0" fmla="*/ 187296 w 214045"/>
                <a:gd name="connsiteY0" fmla="*/ 0 h 534719"/>
                <a:gd name="connsiteX1" fmla="*/ 148 w 214045"/>
                <a:gd name="connsiteY1" fmla="*/ 534719 h 534719"/>
                <a:gd name="connsiteX2" fmla="*/ 27046 w 214045"/>
                <a:gd name="connsiteY2" fmla="*/ 534719 h 534719"/>
                <a:gd name="connsiteX3" fmla="*/ 214194 w 214045"/>
                <a:gd name="connsiteY3" fmla="*/ 0 h 534719"/>
              </a:gdLst>
              <a:ahLst/>
              <a:cxnLst>
                <a:cxn ang="0">
                  <a:pos x="connsiteX0" y="connsiteY0"/>
                </a:cxn>
                <a:cxn ang="0">
                  <a:pos x="connsiteX1" y="connsiteY1"/>
                </a:cxn>
                <a:cxn ang="0">
                  <a:pos x="connsiteX2" y="connsiteY2"/>
                </a:cxn>
                <a:cxn ang="0">
                  <a:pos x="connsiteX3" y="connsiteY3"/>
                </a:cxn>
              </a:cxnLst>
              <a:rect l="l" t="t" r="r" b="b"/>
              <a:pathLst>
                <a:path w="214045" h="534719">
                  <a:moveTo>
                    <a:pt x="187296" y="0"/>
                  </a:moveTo>
                  <a:lnTo>
                    <a:pt x="148" y="534719"/>
                  </a:lnTo>
                  <a:lnTo>
                    <a:pt x="27046" y="534719"/>
                  </a:lnTo>
                  <a:lnTo>
                    <a:pt x="214194" y="0"/>
                  </a:lnTo>
                  <a:close/>
                </a:path>
              </a:pathLst>
            </a:custGeom>
            <a:solidFill>
              <a:schemeClr val="accent1"/>
            </a:solidFill>
            <a:ln w="94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grpSp>
      <p:sp>
        <p:nvSpPr>
          <p:cNvPr id="12" name="Picture Placeholder 6">
            <a:extLst>
              <a:ext uri="{FF2B5EF4-FFF2-40B4-BE49-F238E27FC236}">
                <a16:creationId xmlns:a16="http://schemas.microsoft.com/office/drawing/2014/main" id="{4437812A-C161-6CAB-CA2C-3398A3268C17}"/>
              </a:ext>
            </a:extLst>
          </p:cNvPr>
          <p:cNvSpPr>
            <a:spLocks noGrp="1"/>
          </p:cNvSpPr>
          <p:nvPr>
            <p:ph type="pic" sz="quarter" idx="14"/>
          </p:nvPr>
        </p:nvSpPr>
        <p:spPr>
          <a:xfrm>
            <a:off x="6392665" y="-12148"/>
            <a:ext cx="2440837" cy="3441147"/>
          </a:xfrm>
          <a:custGeom>
            <a:avLst/>
            <a:gdLst>
              <a:gd name="connsiteX0" fmla="*/ 0 w 4983163"/>
              <a:gd name="connsiteY0" fmla="*/ 5440363 h 5440363"/>
              <a:gd name="connsiteX1" fmla="*/ 1245791 w 4983163"/>
              <a:gd name="connsiteY1" fmla="*/ 0 h 5440363"/>
              <a:gd name="connsiteX2" fmla="*/ 4983163 w 4983163"/>
              <a:gd name="connsiteY2" fmla="*/ 0 h 5440363"/>
              <a:gd name="connsiteX3" fmla="*/ 3737372 w 4983163"/>
              <a:gd name="connsiteY3" fmla="*/ 5440363 h 5440363"/>
              <a:gd name="connsiteX4" fmla="*/ 0 w 4983163"/>
              <a:gd name="connsiteY4" fmla="*/ 5440363 h 5440363"/>
              <a:gd name="connsiteX0" fmla="*/ 0 w 4983163"/>
              <a:gd name="connsiteY0" fmla="*/ 5440363 h 5440363"/>
              <a:gd name="connsiteX1" fmla="*/ 3015975 w 4983163"/>
              <a:gd name="connsiteY1" fmla="*/ 11723 h 5440363"/>
              <a:gd name="connsiteX2" fmla="*/ 4983163 w 4983163"/>
              <a:gd name="connsiteY2" fmla="*/ 0 h 5440363"/>
              <a:gd name="connsiteX3" fmla="*/ 3737372 w 4983163"/>
              <a:gd name="connsiteY3" fmla="*/ 5440363 h 5440363"/>
              <a:gd name="connsiteX4" fmla="*/ 0 w 4983163"/>
              <a:gd name="connsiteY4" fmla="*/ 5440363 h 5440363"/>
              <a:gd name="connsiteX0" fmla="*/ 0 w 3810855"/>
              <a:gd name="connsiteY0" fmla="*/ 5428639 h 5440363"/>
              <a:gd name="connsiteX1" fmla="*/ 1843667 w 3810855"/>
              <a:gd name="connsiteY1" fmla="*/ 11723 h 5440363"/>
              <a:gd name="connsiteX2" fmla="*/ 3810855 w 3810855"/>
              <a:gd name="connsiteY2" fmla="*/ 0 h 5440363"/>
              <a:gd name="connsiteX3" fmla="*/ 2565064 w 3810855"/>
              <a:gd name="connsiteY3" fmla="*/ 5440363 h 5440363"/>
              <a:gd name="connsiteX4" fmla="*/ 0 w 3810855"/>
              <a:gd name="connsiteY4" fmla="*/ 5428639 h 5440363"/>
              <a:gd name="connsiteX0" fmla="*/ 0 w 3810855"/>
              <a:gd name="connsiteY0" fmla="*/ 5428639 h 5452086"/>
              <a:gd name="connsiteX1" fmla="*/ 1843667 w 3810855"/>
              <a:gd name="connsiteY1" fmla="*/ 11723 h 5452086"/>
              <a:gd name="connsiteX2" fmla="*/ 3810855 w 3810855"/>
              <a:gd name="connsiteY2" fmla="*/ 0 h 5452086"/>
              <a:gd name="connsiteX3" fmla="*/ 1990633 w 3810855"/>
              <a:gd name="connsiteY3" fmla="*/ 5452086 h 5452086"/>
              <a:gd name="connsiteX4" fmla="*/ 0 w 3810855"/>
              <a:gd name="connsiteY4" fmla="*/ 5428639 h 5452086"/>
              <a:gd name="connsiteX0" fmla="*/ 0 w 3846024"/>
              <a:gd name="connsiteY0" fmla="*/ 5416916 h 5440363"/>
              <a:gd name="connsiteX1" fmla="*/ 1843667 w 3846024"/>
              <a:gd name="connsiteY1" fmla="*/ 0 h 5440363"/>
              <a:gd name="connsiteX2" fmla="*/ 3846024 w 3846024"/>
              <a:gd name="connsiteY2" fmla="*/ 11723 h 5440363"/>
              <a:gd name="connsiteX3" fmla="*/ 1990633 w 3846024"/>
              <a:gd name="connsiteY3" fmla="*/ 5440363 h 5440363"/>
              <a:gd name="connsiteX4" fmla="*/ 0 w 3846024"/>
              <a:gd name="connsiteY4" fmla="*/ 5416916 h 5440363"/>
              <a:gd name="connsiteX0" fmla="*/ 0 w 3846024"/>
              <a:gd name="connsiteY0" fmla="*/ 5413169 h 5436616"/>
              <a:gd name="connsiteX1" fmla="*/ 1877395 w 3846024"/>
              <a:gd name="connsiteY1" fmla="*/ 0 h 5436616"/>
              <a:gd name="connsiteX2" fmla="*/ 3846024 w 3846024"/>
              <a:gd name="connsiteY2" fmla="*/ 7976 h 5436616"/>
              <a:gd name="connsiteX3" fmla="*/ 1990633 w 3846024"/>
              <a:gd name="connsiteY3" fmla="*/ 5436616 h 5436616"/>
              <a:gd name="connsiteX4" fmla="*/ 0 w 3846024"/>
              <a:gd name="connsiteY4" fmla="*/ 5413169 h 5436616"/>
              <a:gd name="connsiteX0" fmla="*/ 0 w 3853519"/>
              <a:gd name="connsiteY0" fmla="*/ 5413169 h 5436616"/>
              <a:gd name="connsiteX1" fmla="*/ 1877395 w 3853519"/>
              <a:gd name="connsiteY1" fmla="*/ 0 h 5436616"/>
              <a:gd name="connsiteX2" fmla="*/ 3853519 w 3853519"/>
              <a:gd name="connsiteY2" fmla="*/ 7976 h 5436616"/>
              <a:gd name="connsiteX3" fmla="*/ 1990633 w 3853519"/>
              <a:gd name="connsiteY3" fmla="*/ 5436616 h 5436616"/>
              <a:gd name="connsiteX4" fmla="*/ 0 w 3853519"/>
              <a:gd name="connsiteY4" fmla="*/ 5413169 h 5436616"/>
              <a:gd name="connsiteX0" fmla="*/ 0 w 3864762"/>
              <a:gd name="connsiteY0" fmla="*/ 5420183 h 5443630"/>
              <a:gd name="connsiteX1" fmla="*/ 1877395 w 3864762"/>
              <a:gd name="connsiteY1" fmla="*/ 7014 h 5443630"/>
              <a:gd name="connsiteX2" fmla="*/ 3864762 w 3864762"/>
              <a:gd name="connsiteY2" fmla="*/ 0 h 5443630"/>
              <a:gd name="connsiteX3" fmla="*/ 1990633 w 3864762"/>
              <a:gd name="connsiteY3" fmla="*/ 5443630 h 5443630"/>
              <a:gd name="connsiteX4" fmla="*/ 0 w 3864762"/>
              <a:gd name="connsiteY4" fmla="*/ 5420183 h 5443630"/>
              <a:gd name="connsiteX0" fmla="*/ 0 w 3861015"/>
              <a:gd name="connsiteY0" fmla="*/ 5453911 h 5453911"/>
              <a:gd name="connsiteX1" fmla="*/ 1873648 w 3861015"/>
              <a:gd name="connsiteY1" fmla="*/ 7014 h 5453911"/>
              <a:gd name="connsiteX2" fmla="*/ 3861015 w 3861015"/>
              <a:gd name="connsiteY2" fmla="*/ 0 h 5453911"/>
              <a:gd name="connsiteX3" fmla="*/ 1986886 w 3861015"/>
              <a:gd name="connsiteY3" fmla="*/ 5443630 h 5453911"/>
              <a:gd name="connsiteX4" fmla="*/ 0 w 3861015"/>
              <a:gd name="connsiteY4" fmla="*/ 5453911 h 5453911"/>
              <a:gd name="connsiteX0" fmla="*/ 0 w 3868510"/>
              <a:gd name="connsiteY0" fmla="*/ 5453911 h 5453911"/>
              <a:gd name="connsiteX1" fmla="*/ 1881143 w 3868510"/>
              <a:gd name="connsiteY1" fmla="*/ 7014 h 5453911"/>
              <a:gd name="connsiteX2" fmla="*/ 3868510 w 3868510"/>
              <a:gd name="connsiteY2" fmla="*/ 0 h 5453911"/>
              <a:gd name="connsiteX3" fmla="*/ 1994381 w 3868510"/>
              <a:gd name="connsiteY3" fmla="*/ 5443630 h 5453911"/>
              <a:gd name="connsiteX4" fmla="*/ 0 w 3868510"/>
              <a:gd name="connsiteY4" fmla="*/ 5453911 h 545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0" h="5453911">
                <a:moveTo>
                  <a:pt x="0" y="5453911"/>
                </a:moveTo>
                <a:lnTo>
                  <a:pt x="1881143" y="7014"/>
                </a:lnTo>
                <a:lnTo>
                  <a:pt x="3868510" y="0"/>
                </a:lnTo>
                <a:lnTo>
                  <a:pt x="1994381" y="5443630"/>
                </a:lnTo>
                <a:lnTo>
                  <a:pt x="0" y="5453911"/>
                </a:lnTo>
                <a:close/>
              </a:path>
            </a:pathLst>
          </a:custGeom>
          <a:solidFill>
            <a:schemeClr val="bg1"/>
          </a:solidFill>
        </p:spPr>
        <p:txBody>
          <a:bodyPr anchor="ctr">
            <a:normAutofit/>
          </a:bodyPr>
          <a:lstStyle>
            <a:lvl1pPr algn="ctr">
              <a:defRPr sz="100" b="1" i="0">
                <a:solidFill>
                  <a:schemeClr val="bg1"/>
                </a:solidFill>
                <a:latin typeface="Montserrat" pitchFamily="2" charset="77"/>
              </a:defRPr>
            </a:lvl1pPr>
          </a:lstStyle>
          <a:p>
            <a:r>
              <a:rPr lang="en-GB"/>
              <a:t>Click icon to add picture</a:t>
            </a:r>
            <a:endParaRPr lang="en-BE"/>
          </a:p>
        </p:txBody>
      </p:sp>
    </p:spTree>
    <p:extLst>
      <p:ext uri="{BB962C8B-B14F-4D97-AF65-F5344CB8AC3E}">
        <p14:creationId xmlns:p14="http://schemas.microsoft.com/office/powerpoint/2010/main" val="28848547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highlight content blue">
    <p:bg>
      <p:bgPr>
        <a:solidFill>
          <a:schemeClr val="tx2"/>
        </a:solidFill>
        <a:effectLst/>
      </p:bgPr>
    </p:bg>
    <p:spTree>
      <p:nvGrpSpPr>
        <p:cNvPr id="1" name=""/>
        <p:cNvGrpSpPr/>
        <p:nvPr/>
      </p:nvGrpSpPr>
      <p:grpSpPr>
        <a:xfrm>
          <a:off x="0" y="0"/>
          <a:ext cx="0" cy="0"/>
          <a:chOff x="0" y="0"/>
          <a:chExt cx="0" cy="0"/>
        </a:xfrm>
      </p:grpSpPr>
      <p:sp>
        <p:nvSpPr>
          <p:cNvPr id="3" name="Table Placeholder 2">
            <a:extLst>
              <a:ext uri="{FF2B5EF4-FFF2-40B4-BE49-F238E27FC236}">
                <a16:creationId xmlns:a16="http://schemas.microsoft.com/office/drawing/2014/main" id="{4992F36C-586D-3105-9492-1808AD001CA1}"/>
              </a:ext>
            </a:extLst>
          </p:cNvPr>
          <p:cNvSpPr>
            <a:spLocks noGrp="1"/>
          </p:cNvSpPr>
          <p:nvPr>
            <p:ph type="tbl" sz="quarter" idx="10"/>
          </p:nvPr>
        </p:nvSpPr>
        <p:spPr>
          <a:xfrm>
            <a:off x="3251200" y="549276"/>
            <a:ext cx="8389938" cy="5403850"/>
          </a:xfrm>
        </p:spPr>
        <p:txBody>
          <a:bodyPr/>
          <a:lstStyle>
            <a:lvl1pPr marL="0" indent="0">
              <a:buNone/>
              <a:defRPr>
                <a:solidFill>
                  <a:schemeClr val="bg1"/>
                </a:solidFill>
              </a:defRPr>
            </a:lvl1pPr>
          </a:lstStyle>
          <a:p>
            <a:r>
              <a:rPr lang="en-GB"/>
              <a:t>Click icon to add table</a:t>
            </a:r>
            <a:endParaRPr lang="en-BE"/>
          </a:p>
        </p:txBody>
      </p:sp>
      <p:sp>
        <p:nvSpPr>
          <p:cNvPr id="5" name="Title 4">
            <a:extLst>
              <a:ext uri="{FF2B5EF4-FFF2-40B4-BE49-F238E27FC236}">
                <a16:creationId xmlns:a16="http://schemas.microsoft.com/office/drawing/2014/main" id="{0A75D86F-CDE1-743A-308B-EFECC262E383}"/>
              </a:ext>
            </a:extLst>
          </p:cNvPr>
          <p:cNvSpPr>
            <a:spLocks noGrp="1"/>
          </p:cNvSpPr>
          <p:nvPr>
            <p:ph type="title"/>
          </p:nvPr>
        </p:nvSpPr>
        <p:spPr>
          <a:xfrm>
            <a:off x="550863" y="549275"/>
            <a:ext cx="2344737" cy="5403850"/>
          </a:xfrm>
        </p:spPr>
        <p:txBody>
          <a:bodyPr/>
          <a:lstStyle>
            <a:lvl1pPr>
              <a:defRPr>
                <a:solidFill>
                  <a:schemeClr val="bg1"/>
                </a:solidFill>
              </a:defRPr>
            </a:lvl1pPr>
          </a:lstStyle>
          <a:p>
            <a:r>
              <a:rPr lang="en-GB"/>
              <a:t>Click to edit Master title style</a:t>
            </a:r>
            <a:endParaRPr lang="en-BE"/>
          </a:p>
        </p:txBody>
      </p:sp>
    </p:spTree>
    <p:extLst>
      <p:ext uri="{BB962C8B-B14F-4D97-AF65-F5344CB8AC3E}">
        <p14:creationId xmlns:p14="http://schemas.microsoft.com/office/powerpoint/2010/main" val="14685421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image + big titl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6E026298-56C9-0ED4-F80A-CD1351AD6904}"/>
              </a:ext>
            </a:extLst>
          </p:cNvPr>
          <p:cNvSpPr>
            <a:spLocks noGrp="1"/>
          </p:cNvSpPr>
          <p:nvPr>
            <p:ph type="pic" sz="quarter" idx="10"/>
          </p:nvPr>
        </p:nvSpPr>
        <p:spPr>
          <a:xfrm>
            <a:off x="-1" y="-1"/>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857998 h 6858000"/>
              <a:gd name="connsiteX5" fmla="*/ 1444497 w 12192000"/>
              <a:gd name="connsiteY5" fmla="*/ 6857998 h 6858000"/>
              <a:gd name="connsiteX6" fmla="*/ 1444497 w 12192000"/>
              <a:gd name="connsiteY6" fmla="*/ 6857999 h 6858000"/>
              <a:gd name="connsiteX7" fmla="*/ 10995520 w 12192000"/>
              <a:gd name="connsiteY7" fmla="*/ 6857999 h 6858000"/>
              <a:gd name="connsiteX8" fmla="*/ 11189456 w 12192000"/>
              <a:gd name="connsiteY8" fmla="*/ 6311897 h 6858000"/>
              <a:gd name="connsiteX9" fmla="*/ 1739900 w 12192000"/>
              <a:gd name="connsiteY9" fmla="*/ 6311897 h 6858000"/>
              <a:gd name="connsiteX10" fmla="*/ 1739900 w 12192000"/>
              <a:gd name="connsiteY10" fmla="*/ 6308723 h 6858000"/>
              <a:gd name="connsiteX11" fmla="*/ 0 w 12192000"/>
              <a:gd name="connsiteY11" fmla="*/ 630872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12192000" y="0"/>
                </a:lnTo>
                <a:lnTo>
                  <a:pt x="12192000" y="6858000"/>
                </a:lnTo>
                <a:lnTo>
                  <a:pt x="0" y="6858000"/>
                </a:lnTo>
                <a:lnTo>
                  <a:pt x="0" y="6857998"/>
                </a:lnTo>
                <a:lnTo>
                  <a:pt x="1444497" y="6857998"/>
                </a:lnTo>
                <a:lnTo>
                  <a:pt x="1444497" y="6857999"/>
                </a:lnTo>
                <a:lnTo>
                  <a:pt x="10995520" y="6857999"/>
                </a:lnTo>
                <a:lnTo>
                  <a:pt x="11189456" y="6311897"/>
                </a:lnTo>
                <a:lnTo>
                  <a:pt x="1739900" y="6311897"/>
                </a:lnTo>
                <a:lnTo>
                  <a:pt x="1739900" y="6308723"/>
                </a:lnTo>
                <a:lnTo>
                  <a:pt x="0" y="6308723"/>
                </a:lnTo>
                <a:close/>
              </a:path>
            </a:pathLst>
          </a:custGeom>
          <a:solidFill>
            <a:schemeClr val="bg1">
              <a:lumMod val="85000"/>
            </a:schemeClr>
          </a:solidFill>
        </p:spPr>
        <p:txBody>
          <a:bodyPr wrap="square" anchor="ctr">
            <a:noAutofit/>
          </a:bodyPr>
          <a:lstStyle>
            <a:lvl1pPr marL="0" indent="0" algn="ctr">
              <a:buNone/>
              <a:defRPr b="0">
                <a:solidFill>
                  <a:schemeClr val="bg1"/>
                </a:solidFill>
              </a:defRPr>
            </a:lvl1pPr>
          </a:lstStyle>
          <a:p>
            <a:pPr marL="0" marR="0" lvl="0" indent="0" algn="ctr" defTabSz="914400" rtl="0" eaLnBrk="1" fontAlgn="auto" latinLnBrk="0" hangingPunct="1">
              <a:lnSpc>
                <a:spcPct val="90000"/>
              </a:lnSpc>
              <a:spcBef>
                <a:spcPts val="0"/>
              </a:spcBef>
              <a:spcAft>
                <a:spcPts val="1200"/>
              </a:spcAft>
              <a:buClr>
                <a:schemeClr val="accent1"/>
              </a:buClr>
              <a:buSzTx/>
              <a:buFont typeface="Montserrat" panose="020B0604020202020204" pitchFamily="34" charset="0"/>
              <a:buNone/>
              <a:tabLst/>
              <a:defRPr/>
            </a:pPr>
            <a:r>
              <a:rPr lang="en-GB"/>
              <a:t>Click icon to add picture</a:t>
            </a:r>
            <a:endParaRPr lang="en-US"/>
          </a:p>
        </p:txBody>
      </p:sp>
      <p:sp>
        <p:nvSpPr>
          <p:cNvPr id="14" name="Slide Number Placeholder 5">
            <a:extLst>
              <a:ext uri="{FF2B5EF4-FFF2-40B4-BE49-F238E27FC236}">
                <a16:creationId xmlns:a16="http://schemas.microsoft.com/office/drawing/2014/main" id="{8FD6B907-3537-9CE7-FDC9-86D9C139D976}"/>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1" i="0" u="none" strike="noStrike" kern="1200" cap="none" spc="0" normalizeH="0" baseline="0" noProof="0" smtClean="0">
                <a:ln>
                  <a:noFill/>
                </a:ln>
                <a:solidFill>
                  <a:srgbClr val="FFFFF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none" spc="0" normalizeH="0" baseline="0" noProof="0">
              <a:ln>
                <a:noFill/>
              </a:ln>
              <a:solidFill>
                <a:srgbClr val="FFFFFF"/>
              </a:solidFill>
              <a:effectLst/>
              <a:uLnTx/>
              <a:uFillTx/>
              <a:latin typeface="Montserrat" pitchFamily="2" charset="77"/>
              <a:ea typeface="+mn-ea"/>
              <a:cs typeface="+mn-cs"/>
            </a:endParaRPr>
          </a:p>
        </p:txBody>
      </p:sp>
      <p:sp>
        <p:nvSpPr>
          <p:cNvPr id="3" name="Text Placeholder 3">
            <a:extLst>
              <a:ext uri="{FF2B5EF4-FFF2-40B4-BE49-F238E27FC236}">
                <a16:creationId xmlns:a16="http://schemas.microsoft.com/office/drawing/2014/main" id="{D681F4AE-0A03-DFB6-5100-3E3CEE83257C}"/>
              </a:ext>
            </a:extLst>
          </p:cNvPr>
          <p:cNvSpPr>
            <a:spLocks noGrp="1"/>
          </p:cNvSpPr>
          <p:nvPr>
            <p:ph type="body" sz="quarter" idx="11"/>
          </p:nvPr>
        </p:nvSpPr>
        <p:spPr>
          <a:xfrm>
            <a:off x="550864" y="549276"/>
            <a:ext cx="4456566" cy="5170488"/>
          </a:xfrm>
        </p:spPr>
        <p:txBody>
          <a:bodyPr anchor="ctr">
            <a:normAutofit/>
          </a:bodyPr>
          <a:lstStyle>
            <a:lvl1pPr marL="0" indent="0" algn="l">
              <a:buFontTx/>
              <a:buNone/>
              <a:defRPr sz="3200" b="1" i="0">
                <a:solidFill>
                  <a:schemeClr val="bg1"/>
                </a:solidFill>
                <a:latin typeface="Montserrat" pitchFamily="2" charset="77"/>
              </a:defRPr>
            </a:lvl1pPr>
            <a:lvl2pPr algn="l">
              <a:defRPr sz="3200" b="1" i="0">
                <a:solidFill>
                  <a:schemeClr val="bg1"/>
                </a:solidFill>
                <a:latin typeface="Montserrat Black" pitchFamily="2" charset="77"/>
              </a:defRPr>
            </a:lvl2pPr>
            <a:lvl3pPr algn="l">
              <a:defRPr sz="3200" b="1" i="0">
                <a:solidFill>
                  <a:schemeClr val="bg1"/>
                </a:solidFill>
                <a:latin typeface="Montserrat Black" pitchFamily="2" charset="77"/>
              </a:defRPr>
            </a:lvl3pPr>
            <a:lvl4pPr algn="l">
              <a:defRPr sz="3200" b="1" i="0">
                <a:solidFill>
                  <a:schemeClr val="bg1"/>
                </a:solidFill>
                <a:latin typeface="Montserrat Black" pitchFamily="2" charset="77"/>
              </a:defRPr>
            </a:lvl4pPr>
            <a:lvl5pPr algn="l">
              <a:defRPr sz="3200" b="1" i="0">
                <a:solidFill>
                  <a:schemeClr val="bg1"/>
                </a:solidFill>
                <a:latin typeface="Montserrat Black" pitchFamily="2" charset="77"/>
              </a:defRPr>
            </a:lvl5pPr>
          </a:lstStyle>
          <a:p>
            <a:pPr lvl="0"/>
            <a:r>
              <a:rPr lang="en-GB"/>
              <a:t>Click to edit Master text styles</a:t>
            </a:r>
          </a:p>
        </p:txBody>
      </p:sp>
      <p:sp>
        <p:nvSpPr>
          <p:cNvPr id="2" name="Picture Placeholder 6">
            <a:extLst>
              <a:ext uri="{FF2B5EF4-FFF2-40B4-BE49-F238E27FC236}">
                <a16:creationId xmlns:a16="http://schemas.microsoft.com/office/drawing/2014/main" id="{236479EE-69F5-4198-75DB-453CF91BC7B7}"/>
              </a:ext>
            </a:extLst>
          </p:cNvPr>
          <p:cNvSpPr>
            <a:spLocks noGrp="1"/>
          </p:cNvSpPr>
          <p:nvPr>
            <p:ph type="pic" sz="quarter" idx="12"/>
          </p:nvPr>
        </p:nvSpPr>
        <p:spPr>
          <a:xfrm>
            <a:off x="546678" y="-3120987"/>
            <a:ext cx="3868510" cy="5453911"/>
          </a:xfrm>
          <a:custGeom>
            <a:avLst/>
            <a:gdLst>
              <a:gd name="connsiteX0" fmla="*/ 0 w 4983163"/>
              <a:gd name="connsiteY0" fmla="*/ 5440363 h 5440363"/>
              <a:gd name="connsiteX1" fmla="*/ 1245791 w 4983163"/>
              <a:gd name="connsiteY1" fmla="*/ 0 h 5440363"/>
              <a:gd name="connsiteX2" fmla="*/ 4983163 w 4983163"/>
              <a:gd name="connsiteY2" fmla="*/ 0 h 5440363"/>
              <a:gd name="connsiteX3" fmla="*/ 3737372 w 4983163"/>
              <a:gd name="connsiteY3" fmla="*/ 5440363 h 5440363"/>
              <a:gd name="connsiteX4" fmla="*/ 0 w 4983163"/>
              <a:gd name="connsiteY4" fmla="*/ 5440363 h 5440363"/>
              <a:gd name="connsiteX0" fmla="*/ 0 w 4983163"/>
              <a:gd name="connsiteY0" fmla="*/ 5440363 h 5440363"/>
              <a:gd name="connsiteX1" fmla="*/ 3015975 w 4983163"/>
              <a:gd name="connsiteY1" fmla="*/ 11723 h 5440363"/>
              <a:gd name="connsiteX2" fmla="*/ 4983163 w 4983163"/>
              <a:gd name="connsiteY2" fmla="*/ 0 h 5440363"/>
              <a:gd name="connsiteX3" fmla="*/ 3737372 w 4983163"/>
              <a:gd name="connsiteY3" fmla="*/ 5440363 h 5440363"/>
              <a:gd name="connsiteX4" fmla="*/ 0 w 4983163"/>
              <a:gd name="connsiteY4" fmla="*/ 5440363 h 5440363"/>
              <a:gd name="connsiteX0" fmla="*/ 0 w 3810855"/>
              <a:gd name="connsiteY0" fmla="*/ 5428639 h 5440363"/>
              <a:gd name="connsiteX1" fmla="*/ 1843667 w 3810855"/>
              <a:gd name="connsiteY1" fmla="*/ 11723 h 5440363"/>
              <a:gd name="connsiteX2" fmla="*/ 3810855 w 3810855"/>
              <a:gd name="connsiteY2" fmla="*/ 0 h 5440363"/>
              <a:gd name="connsiteX3" fmla="*/ 2565064 w 3810855"/>
              <a:gd name="connsiteY3" fmla="*/ 5440363 h 5440363"/>
              <a:gd name="connsiteX4" fmla="*/ 0 w 3810855"/>
              <a:gd name="connsiteY4" fmla="*/ 5428639 h 5440363"/>
              <a:gd name="connsiteX0" fmla="*/ 0 w 3810855"/>
              <a:gd name="connsiteY0" fmla="*/ 5428639 h 5452086"/>
              <a:gd name="connsiteX1" fmla="*/ 1843667 w 3810855"/>
              <a:gd name="connsiteY1" fmla="*/ 11723 h 5452086"/>
              <a:gd name="connsiteX2" fmla="*/ 3810855 w 3810855"/>
              <a:gd name="connsiteY2" fmla="*/ 0 h 5452086"/>
              <a:gd name="connsiteX3" fmla="*/ 1990633 w 3810855"/>
              <a:gd name="connsiteY3" fmla="*/ 5452086 h 5452086"/>
              <a:gd name="connsiteX4" fmla="*/ 0 w 3810855"/>
              <a:gd name="connsiteY4" fmla="*/ 5428639 h 5452086"/>
              <a:gd name="connsiteX0" fmla="*/ 0 w 3846024"/>
              <a:gd name="connsiteY0" fmla="*/ 5416916 h 5440363"/>
              <a:gd name="connsiteX1" fmla="*/ 1843667 w 3846024"/>
              <a:gd name="connsiteY1" fmla="*/ 0 h 5440363"/>
              <a:gd name="connsiteX2" fmla="*/ 3846024 w 3846024"/>
              <a:gd name="connsiteY2" fmla="*/ 11723 h 5440363"/>
              <a:gd name="connsiteX3" fmla="*/ 1990633 w 3846024"/>
              <a:gd name="connsiteY3" fmla="*/ 5440363 h 5440363"/>
              <a:gd name="connsiteX4" fmla="*/ 0 w 3846024"/>
              <a:gd name="connsiteY4" fmla="*/ 5416916 h 5440363"/>
              <a:gd name="connsiteX0" fmla="*/ 0 w 3846024"/>
              <a:gd name="connsiteY0" fmla="*/ 5413169 h 5436616"/>
              <a:gd name="connsiteX1" fmla="*/ 1877395 w 3846024"/>
              <a:gd name="connsiteY1" fmla="*/ 0 h 5436616"/>
              <a:gd name="connsiteX2" fmla="*/ 3846024 w 3846024"/>
              <a:gd name="connsiteY2" fmla="*/ 7976 h 5436616"/>
              <a:gd name="connsiteX3" fmla="*/ 1990633 w 3846024"/>
              <a:gd name="connsiteY3" fmla="*/ 5436616 h 5436616"/>
              <a:gd name="connsiteX4" fmla="*/ 0 w 3846024"/>
              <a:gd name="connsiteY4" fmla="*/ 5413169 h 5436616"/>
              <a:gd name="connsiteX0" fmla="*/ 0 w 3853519"/>
              <a:gd name="connsiteY0" fmla="*/ 5413169 h 5436616"/>
              <a:gd name="connsiteX1" fmla="*/ 1877395 w 3853519"/>
              <a:gd name="connsiteY1" fmla="*/ 0 h 5436616"/>
              <a:gd name="connsiteX2" fmla="*/ 3853519 w 3853519"/>
              <a:gd name="connsiteY2" fmla="*/ 7976 h 5436616"/>
              <a:gd name="connsiteX3" fmla="*/ 1990633 w 3853519"/>
              <a:gd name="connsiteY3" fmla="*/ 5436616 h 5436616"/>
              <a:gd name="connsiteX4" fmla="*/ 0 w 3853519"/>
              <a:gd name="connsiteY4" fmla="*/ 5413169 h 5436616"/>
              <a:gd name="connsiteX0" fmla="*/ 0 w 3864762"/>
              <a:gd name="connsiteY0" fmla="*/ 5420183 h 5443630"/>
              <a:gd name="connsiteX1" fmla="*/ 1877395 w 3864762"/>
              <a:gd name="connsiteY1" fmla="*/ 7014 h 5443630"/>
              <a:gd name="connsiteX2" fmla="*/ 3864762 w 3864762"/>
              <a:gd name="connsiteY2" fmla="*/ 0 h 5443630"/>
              <a:gd name="connsiteX3" fmla="*/ 1990633 w 3864762"/>
              <a:gd name="connsiteY3" fmla="*/ 5443630 h 5443630"/>
              <a:gd name="connsiteX4" fmla="*/ 0 w 3864762"/>
              <a:gd name="connsiteY4" fmla="*/ 5420183 h 5443630"/>
              <a:gd name="connsiteX0" fmla="*/ 0 w 3861015"/>
              <a:gd name="connsiteY0" fmla="*/ 5453911 h 5453911"/>
              <a:gd name="connsiteX1" fmla="*/ 1873648 w 3861015"/>
              <a:gd name="connsiteY1" fmla="*/ 7014 h 5453911"/>
              <a:gd name="connsiteX2" fmla="*/ 3861015 w 3861015"/>
              <a:gd name="connsiteY2" fmla="*/ 0 h 5453911"/>
              <a:gd name="connsiteX3" fmla="*/ 1986886 w 3861015"/>
              <a:gd name="connsiteY3" fmla="*/ 5443630 h 5453911"/>
              <a:gd name="connsiteX4" fmla="*/ 0 w 3861015"/>
              <a:gd name="connsiteY4" fmla="*/ 5453911 h 5453911"/>
              <a:gd name="connsiteX0" fmla="*/ 0 w 3868510"/>
              <a:gd name="connsiteY0" fmla="*/ 5453911 h 5453911"/>
              <a:gd name="connsiteX1" fmla="*/ 1881143 w 3868510"/>
              <a:gd name="connsiteY1" fmla="*/ 7014 h 5453911"/>
              <a:gd name="connsiteX2" fmla="*/ 3868510 w 3868510"/>
              <a:gd name="connsiteY2" fmla="*/ 0 h 5453911"/>
              <a:gd name="connsiteX3" fmla="*/ 1994381 w 3868510"/>
              <a:gd name="connsiteY3" fmla="*/ 5443630 h 5453911"/>
              <a:gd name="connsiteX4" fmla="*/ 0 w 3868510"/>
              <a:gd name="connsiteY4" fmla="*/ 5453911 h 545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0" h="5453911">
                <a:moveTo>
                  <a:pt x="0" y="5453911"/>
                </a:moveTo>
                <a:lnTo>
                  <a:pt x="1881143" y="7014"/>
                </a:lnTo>
                <a:lnTo>
                  <a:pt x="3868510" y="0"/>
                </a:lnTo>
                <a:lnTo>
                  <a:pt x="1994381" y="5443630"/>
                </a:lnTo>
                <a:lnTo>
                  <a:pt x="0" y="5453911"/>
                </a:lnTo>
                <a:close/>
              </a:path>
            </a:pathLst>
          </a:custGeom>
          <a:solidFill>
            <a:schemeClr val="accent2"/>
          </a:solidFill>
        </p:spPr>
        <p:txBody>
          <a:bodyPr anchor="ctr">
            <a:normAutofit/>
          </a:bodyPr>
          <a:lstStyle>
            <a:lvl1pPr algn="ctr">
              <a:defRPr sz="100" b="1" i="0">
                <a:solidFill>
                  <a:schemeClr val="accent2"/>
                </a:solidFill>
                <a:latin typeface="Montserrat" pitchFamily="2" charset="77"/>
              </a:defRPr>
            </a:lvl1pPr>
          </a:lstStyle>
          <a:p>
            <a:r>
              <a:rPr lang="en-GB"/>
              <a:t>Click icon to add picture</a:t>
            </a:r>
            <a:endParaRPr lang="en-BE"/>
          </a:p>
        </p:txBody>
      </p:sp>
    </p:spTree>
    <p:extLst>
      <p:ext uri="{BB962C8B-B14F-4D97-AF65-F5344CB8AC3E}">
        <p14:creationId xmlns:p14="http://schemas.microsoft.com/office/powerpoint/2010/main" val="31770501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image + titl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6E026298-56C9-0ED4-F80A-CD1351AD6904}"/>
              </a:ext>
            </a:extLst>
          </p:cNvPr>
          <p:cNvSpPr>
            <a:spLocks noGrp="1"/>
          </p:cNvSpPr>
          <p:nvPr>
            <p:ph type="pic" sz="quarter" idx="10"/>
          </p:nvPr>
        </p:nvSpPr>
        <p:spPr>
          <a:xfrm>
            <a:off x="-1" y="-1"/>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857998 h 6858000"/>
              <a:gd name="connsiteX5" fmla="*/ 1444497 w 12192000"/>
              <a:gd name="connsiteY5" fmla="*/ 6857998 h 6858000"/>
              <a:gd name="connsiteX6" fmla="*/ 1444497 w 12192000"/>
              <a:gd name="connsiteY6" fmla="*/ 6857999 h 6858000"/>
              <a:gd name="connsiteX7" fmla="*/ 10995520 w 12192000"/>
              <a:gd name="connsiteY7" fmla="*/ 6857999 h 6858000"/>
              <a:gd name="connsiteX8" fmla="*/ 11189456 w 12192000"/>
              <a:gd name="connsiteY8" fmla="*/ 6311897 h 6858000"/>
              <a:gd name="connsiteX9" fmla="*/ 1739900 w 12192000"/>
              <a:gd name="connsiteY9" fmla="*/ 6311897 h 6858000"/>
              <a:gd name="connsiteX10" fmla="*/ 1739900 w 12192000"/>
              <a:gd name="connsiteY10" fmla="*/ 6308723 h 6858000"/>
              <a:gd name="connsiteX11" fmla="*/ 0 w 12192000"/>
              <a:gd name="connsiteY11" fmla="*/ 630872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12192000" y="0"/>
                </a:lnTo>
                <a:lnTo>
                  <a:pt x="12192000" y="6858000"/>
                </a:lnTo>
                <a:lnTo>
                  <a:pt x="0" y="6858000"/>
                </a:lnTo>
                <a:lnTo>
                  <a:pt x="0" y="6857998"/>
                </a:lnTo>
                <a:lnTo>
                  <a:pt x="1444497" y="6857998"/>
                </a:lnTo>
                <a:lnTo>
                  <a:pt x="1444497" y="6857999"/>
                </a:lnTo>
                <a:lnTo>
                  <a:pt x="10995520" y="6857999"/>
                </a:lnTo>
                <a:lnTo>
                  <a:pt x="11189456" y="6311897"/>
                </a:lnTo>
                <a:lnTo>
                  <a:pt x="1739900" y="6311897"/>
                </a:lnTo>
                <a:lnTo>
                  <a:pt x="1739900" y="6308723"/>
                </a:lnTo>
                <a:lnTo>
                  <a:pt x="0" y="6308723"/>
                </a:lnTo>
                <a:close/>
              </a:path>
            </a:pathLst>
          </a:custGeom>
          <a:solidFill>
            <a:schemeClr val="bg1">
              <a:lumMod val="85000"/>
            </a:schemeClr>
          </a:solidFill>
        </p:spPr>
        <p:txBody>
          <a:bodyPr wrap="square" anchor="ctr">
            <a:noAutofit/>
          </a:bodyPr>
          <a:lstStyle>
            <a:lvl1pPr marL="0" indent="0" algn="ctr">
              <a:buNone/>
              <a:defRPr b="0">
                <a:solidFill>
                  <a:schemeClr val="bg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70AB36A9-0FB5-3469-6F30-42BE4698B296}"/>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nl-NL"/>
          </a:p>
        </p:txBody>
      </p:sp>
      <p:sp>
        <p:nvSpPr>
          <p:cNvPr id="14" name="Slide Number Placeholder 5">
            <a:extLst>
              <a:ext uri="{FF2B5EF4-FFF2-40B4-BE49-F238E27FC236}">
                <a16:creationId xmlns:a16="http://schemas.microsoft.com/office/drawing/2014/main" id="{8FD6B907-3537-9CE7-FDC9-86D9C139D976}"/>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1" i="0" u="none" strike="noStrike" kern="1200" cap="none" spc="0" normalizeH="0" baseline="0" noProof="0" smtClean="0">
                <a:ln>
                  <a:noFill/>
                </a:ln>
                <a:solidFill>
                  <a:srgbClr val="FFFFF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none" spc="0" normalizeH="0" baseline="0" noProof="0">
              <a:ln>
                <a:noFill/>
              </a:ln>
              <a:solidFill>
                <a:srgbClr val="FFFFFF"/>
              </a:solidFill>
              <a:effectLst/>
              <a:uLnTx/>
              <a:uFillTx/>
              <a:latin typeface="Montserrat" pitchFamily="2" charset="77"/>
              <a:ea typeface="+mn-ea"/>
              <a:cs typeface="+mn-cs"/>
            </a:endParaRPr>
          </a:p>
        </p:txBody>
      </p:sp>
    </p:spTree>
    <p:extLst>
      <p:ext uri="{BB962C8B-B14F-4D97-AF65-F5344CB8AC3E}">
        <p14:creationId xmlns:p14="http://schemas.microsoft.com/office/powerpoint/2010/main" val="293943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txt + Imag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4387D0C-C357-4A9E-1DBB-6AD611B03B08}"/>
              </a:ext>
            </a:extLst>
          </p:cNvPr>
          <p:cNvSpPr>
            <a:spLocks noGrp="1"/>
          </p:cNvSpPr>
          <p:nvPr>
            <p:ph type="pic" sz="quarter" idx="10"/>
          </p:nvPr>
        </p:nvSpPr>
        <p:spPr>
          <a:xfrm>
            <a:off x="6096000" y="0"/>
            <a:ext cx="6095999" cy="6858000"/>
          </a:xfrm>
          <a:custGeom>
            <a:avLst/>
            <a:gdLst>
              <a:gd name="connsiteX0" fmla="*/ 0 w 6095999"/>
              <a:gd name="connsiteY0" fmla="*/ 0 h 6858000"/>
              <a:gd name="connsiteX1" fmla="*/ 6095999 w 6095999"/>
              <a:gd name="connsiteY1" fmla="*/ 0 h 6858000"/>
              <a:gd name="connsiteX2" fmla="*/ 6095999 w 6095999"/>
              <a:gd name="connsiteY2" fmla="*/ 6858000 h 6858000"/>
              <a:gd name="connsiteX3" fmla="*/ 0 w 6095999"/>
              <a:gd name="connsiteY3" fmla="*/ 6858000 h 6858000"/>
              <a:gd name="connsiteX4" fmla="*/ 0 w 6095999"/>
              <a:gd name="connsiteY4" fmla="*/ 6857999 h 6858000"/>
              <a:gd name="connsiteX5" fmla="*/ 4899519 w 6095999"/>
              <a:gd name="connsiteY5" fmla="*/ 6857999 h 6858000"/>
              <a:gd name="connsiteX6" fmla="*/ 5093455 w 6095999"/>
              <a:gd name="connsiteY6" fmla="*/ 6311897 h 6858000"/>
              <a:gd name="connsiteX7" fmla="*/ 0 w 6095999"/>
              <a:gd name="connsiteY7" fmla="*/ 63118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5999" h="6858000">
                <a:moveTo>
                  <a:pt x="0" y="0"/>
                </a:moveTo>
                <a:lnTo>
                  <a:pt x="6095999" y="0"/>
                </a:lnTo>
                <a:lnTo>
                  <a:pt x="6095999" y="6858000"/>
                </a:lnTo>
                <a:lnTo>
                  <a:pt x="0" y="6858000"/>
                </a:lnTo>
                <a:lnTo>
                  <a:pt x="0" y="6857999"/>
                </a:lnTo>
                <a:lnTo>
                  <a:pt x="4899519" y="6857999"/>
                </a:lnTo>
                <a:lnTo>
                  <a:pt x="5093455" y="6311897"/>
                </a:lnTo>
                <a:lnTo>
                  <a:pt x="0" y="6311897"/>
                </a:lnTo>
                <a:close/>
              </a:path>
            </a:pathLst>
          </a:custGeom>
          <a:solidFill>
            <a:schemeClr val="bg1">
              <a:lumMod val="85000"/>
            </a:schemeClr>
          </a:solidFill>
        </p:spPr>
        <p:txBody>
          <a:bodyPr wrap="square" anchor="ctr">
            <a:noAutofit/>
          </a:bodyPr>
          <a:lstStyle>
            <a:lvl1pPr marL="0" indent="0" algn="ctr">
              <a:buNone/>
              <a:defRPr b="0">
                <a:solidFill>
                  <a:schemeClr val="bg1"/>
                </a:solidFill>
              </a:defRPr>
            </a:lvl1pPr>
          </a:lstStyle>
          <a:p>
            <a:pPr marL="0" marR="0" lvl="0" indent="0" algn="ctr" defTabSz="914400" rtl="0" eaLnBrk="1" fontAlgn="auto" latinLnBrk="0" hangingPunct="1">
              <a:lnSpc>
                <a:spcPct val="90000"/>
              </a:lnSpc>
              <a:spcBef>
                <a:spcPts val="0"/>
              </a:spcBef>
              <a:spcAft>
                <a:spcPts val="1200"/>
              </a:spcAft>
              <a:buClr>
                <a:schemeClr val="accent1"/>
              </a:buClr>
              <a:buSzTx/>
              <a:buFont typeface="Montserrat" panose="020B0604020202020204" pitchFamily="34" charset="0"/>
              <a:buNone/>
              <a:tabLst/>
              <a:defRPr/>
            </a:pPr>
            <a:r>
              <a:rPr lang="en-GB"/>
              <a:t>Click icon to add picture</a:t>
            </a:r>
            <a:endParaRPr lang="en-US"/>
          </a:p>
        </p:txBody>
      </p:sp>
      <p:sp>
        <p:nvSpPr>
          <p:cNvPr id="4" name="Text Placeholder 3">
            <a:extLst>
              <a:ext uri="{FF2B5EF4-FFF2-40B4-BE49-F238E27FC236}">
                <a16:creationId xmlns:a16="http://schemas.microsoft.com/office/drawing/2014/main" id="{FB084402-07A7-6B44-B365-EBC369534FCF}"/>
              </a:ext>
            </a:extLst>
          </p:cNvPr>
          <p:cNvSpPr>
            <a:spLocks noGrp="1"/>
          </p:cNvSpPr>
          <p:nvPr>
            <p:ph type="body" sz="half" idx="2"/>
          </p:nvPr>
        </p:nvSpPr>
        <p:spPr>
          <a:xfrm>
            <a:off x="550862" y="1738858"/>
            <a:ext cx="5100429" cy="4257207"/>
          </a:xfrm>
          <a:prstGeom prst="rect">
            <a:avLst/>
          </a:prstGeom>
        </p:spPr>
        <p:txBody>
          <a:bodyPr/>
          <a:lstStyle>
            <a:lvl1pPr marL="0" indent="0">
              <a:buFont typeface="Arial" panose="020B0604020202020204" pitchFamily="34" charset="0"/>
              <a:buNone/>
              <a:defRPr sz="1600" b="0" i="0">
                <a:solidFill>
                  <a:schemeClr val="tx2"/>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2" name="Title 1">
            <a:extLst>
              <a:ext uri="{FF2B5EF4-FFF2-40B4-BE49-F238E27FC236}">
                <a16:creationId xmlns:a16="http://schemas.microsoft.com/office/drawing/2014/main" id="{5E295539-4AE4-8978-B019-2B62646DCACF}"/>
              </a:ext>
            </a:extLst>
          </p:cNvPr>
          <p:cNvSpPr>
            <a:spLocks noGrp="1"/>
          </p:cNvSpPr>
          <p:nvPr>
            <p:ph type="title"/>
          </p:nvPr>
        </p:nvSpPr>
        <p:spPr>
          <a:xfrm>
            <a:off x="550863" y="549275"/>
            <a:ext cx="5100429" cy="874713"/>
          </a:xfrm>
        </p:spPr>
        <p:txBody>
          <a:bodyPr/>
          <a:lstStyle/>
          <a:p>
            <a:r>
              <a:rPr lang="en-GB"/>
              <a:t>Click to edit Master title style</a:t>
            </a:r>
            <a:endParaRPr lang="nl-NL"/>
          </a:p>
        </p:txBody>
      </p:sp>
      <p:sp>
        <p:nvSpPr>
          <p:cNvPr id="13" name="Slide Number Placeholder 5">
            <a:extLst>
              <a:ext uri="{FF2B5EF4-FFF2-40B4-BE49-F238E27FC236}">
                <a16:creationId xmlns:a16="http://schemas.microsoft.com/office/drawing/2014/main" id="{16EB9C4B-A06B-E619-94F3-7781A8D96F45}"/>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1" i="0" u="none" strike="noStrike" kern="1200" cap="none" spc="0" normalizeH="0" baseline="0" noProof="0" smtClean="0">
                <a:ln>
                  <a:noFill/>
                </a:ln>
                <a:solidFill>
                  <a:srgbClr val="FFFFF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none" spc="0" normalizeH="0" baseline="0" noProof="0">
              <a:ln>
                <a:noFill/>
              </a:ln>
              <a:solidFill>
                <a:srgbClr val="FFFFFF"/>
              </a:solidFill>
              <a:effectLst/>
              <a:uLnTx/>
              <a:uFillTx/>
              <a:latin typeface="Montserrat" pitchFamily="2" charset="77"/>
              <a:ea typeface="+mn-ea"/>
              <a:cs typeface="+mn-cs"/>
            </a:endParaRPr>
          </a:p>
        </p:txBody>
      </p:sp>
    </p:spTree>
    <p:extLst>
      <p:ext uri="{BB962C8B-B14F-4D97-AF65-F5344CB8AC3E}">
        <p14:creationId xmlns:p14="http://schemas.microsoft.com/office/powerpoint/2010/main" val="19196972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75468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year mileston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30745C-8AB3-5EC1-A376-FD70D33C67E6}"/>
              </a:ext>
            </a:extLst>
          </p:cNvPr>
          <p:cNvSpPr>
            <a:spLocks noGrp="1"/>
          </p:cNvSpPr>
          <p:nvPr>
            <p:ph type="title"/>
          </p:nvPr>
        </p:nvSpPr>
        <p:spPr/>
        <p:txBody>
          <a:bodyPr/>
          <a:lstStyle/>
          <a:p>
            <a:r>
              <a:rPr lang="en-GB"/>
              <a:t>Click to edit Master title style</a:t>
            </a:r>
            <a:endParaRPr lang="nl-NL"/>
          </a:p>
        </p:txBody>
      </p:sp>
      <p:cxnSp>
        <p:nvCxnSpPr>
          <p:cNvPr id="5" name="Straight Connector 4">
            <a:extLst>
              <a:ext uri="{FF2B5EF4-FFF2-40B4-BE49-F238E27FC236}">
                <a16:creationId xmlns:a16="http://schemas.microsoft.com/office/drawing/2014/main" id="{CC651713-5FA4-BB02-A1FB-E9CF884A756F}"/>
              </a:ext>
            </a:extLst>
          </p:cNvPr>
          <p:cNvCxnSpPr>
            <a:cxnSpLocks/>
          </p:cNvCxnSpPr>
          <p:nvPr userDrawn="1"/>
        </p:nvCxnSpPr>
        <p:spPr>
          <a:xfrm rot="5400000" flipH="1" flipV="1">
            <a:off x="1676134" y="2692894"/>
            <a:ext cx="1052760" cy="3841"/>
          </a:xfrm>
          <a:prstGeom prst="line">
            <a:avLst/>
          </a:prstGeom>
          <a:ln w="25400" cap="rnd">
            <a:solidFill>
              <a:schemeClr val="accent2"/>
            </a:solidFill>
            <a:prstDash val="sysDot"/>
            <a:round/>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E92D394-021D-5583-7191-CD78FE1C0332}"/>
              </a:ext>
            </a:extLst>
          </p:cNvPr>
          <p:cNvCxnSpPr>
            <a:cxnSpLocks/>
          </p:cNvCxnSpPr>
          <p:nvPr userDrawn="1"/>
        </p:nvCxnSpPr>
        <p:spPr>
          <a:xfrm rot="5400000" flipH="1" flipV="1">
            <a:off x="4276222" y="4639828"/>
            <a:ext cx="1052760" cy="3841"/>
          </a:xfrm>
          <a:prstGeom prst="line">
            <a:avLst/>
          </a:prstGeom>
          <a:ln w="25400" cap="rnd">
            <a:solidFill>
              <a:schemeClr val="accent2"/>
            </a:solidFill>
            <a:prstDash val="sysDot"/>
            <a:round/>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93FB360-B1AB-650F-9ED8-03C121E03FC9}"/>
              </a:ext>
            </a:extLst>
          </p:cNvPr>
          <p:cNvCxnSpPr>
            <a:cxnSpLocks/>
          </p:cNvCxnSpPr>
          <p:nvPr userDrawn="1"/>
        </p:nvCxnSpPr>
        <p:spPr>
          <a:xfrm rot="5400000" flipH="1" flipV="1">
            <a:off x="7743006" y="4639828"/>
            <a:ext cx="1052760" cy="3841"/>
          </a:xfrm>
          <a:prstGeom prst="line">
            <a:avLst/>
          </a:prstGeom>
          <a:ln w="25400" cap="rnd">
            <a:solidFill>
              <a:schemeClr val="accent2"/>
            </a:solidFill>
            <a:prstDash val="sysDot"/>
            <a:round/>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544AC8A-5F88-1718-600A-34CD42D3DF16}"/>
              </a:ext>
            </a:extLst>
          </p:cNvPr>
          <p:cNvCxnSpPr>
            <a:cxnSpLocks/>
          </p:cNvCxnSpPr>
          <p:nvPr userDrawn="1"/>
        </p:nvCxnSpPr>
        <p:spPr>
          <a:xfrm rot="5400000" flipH="1" flipV="1">
            <a:off x="5142918" y="2692894"/>
            <a:ext cx="1052760" cy="3841"/>
          </a:xfrm>
          <a:prstGeom prst="line">
            <a:avLst/>
          </a:prstGeom>
          <a:ln w="25400" cap="rnd">
            <a:solidFill>
              <a:schemeClr val="accent2"/>
            </a:solidFill>
            <a:prstDash val="sysDot"/>
            <a:round/>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4B315DB-B44B-1DDE-0920-36EF95BC0CD8}"/>
              </a:ext>
            </a:extLst>
          </p:cNvPr>
          <p:cNvCxnSpPr>
            <a:cxnSpLocks/>
          </p:cNvCxnSpPr>
          <p:nvPr userDrawn="1"/>
        </p:nvCxnSpPr>
        <p:spPr>
          <a:xfrm rot="5400000" flipH="1" flipV="1">
            <a:off x="8609702" y="2692894"/>
            <a:ext cx="1052760" cy="3841"/>
          </a:xfrm>
          <a:prstGeom prst="line">
            <a:avLst/>
          </a:prstGeom>
          <a:ln w="25400" cap="rnd">
            <a:solidFill>
              <a:schemeClr val="accent2"/>
            </a:solidFill>
            <a:prstDash val="sysDot"/>
            <a:round/>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3" name="Text Placeholder 9">
            <a:extLst>
              <a:ext uri="{FF2B5EF4-FFF2-40B4-BE49-F238E27FC236}">
                <a16:creationId xmlns:a16="http://schemas.microsoft.com/office/drawing/2014/main" id="{EFEA2072-81D4-A7BA-2EAA-4FF7F4D5E57C}"/>
              </a:ext>
            </a:extLst>
          </p:cNvPr>
          <p:cNvSpPr>
            <a:spLocks noGrp="1"/>
          </p:cNvSpPr>
          <p:nvPr>
            <p:ph type="body" sz="quarter" idx="10" hasCustomPrompt="1"/>
          </p:nvPr>
        </p:nvSpPr>
        <p:spPr>
          <a:xfrm>
            <a:off x="984981"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J</a:t>
            </a:r>
            <a:endParaRPr lang="en-BE"/>
          </a:p>
        </p:txBody>
      </p:sp>
      <p:sp>
        <p:nvSpPr>
          <p:cNvPr id="17" name="Text Placeholder 9">
            <a:extLst>
              <a:ext uri="{FF2B5EF4-FFF2-40B4-BE49-F238E27FC236}">
                <a16:creationId xmlns:a16="http://schemas.microsoft.com/office/drawing/2014/main" id="{C9B41231-EC36-9919-FEB3-9BFFEEB17164}"/>
              </a:ext>
            </a:extLst>
          </p:cNvPr>
          <p:cNvSpPr>
            <a:spLocks noGrp="1"/>
          </p:cNvSpPr>
          <p:nvPr>
            <p:ph type="body" sz="quarter" idx="11" hasCustomPrompt="1"/>
          </p:nvPr>
        </p:nvSpPr>
        <p:spPr>
          <a:xfrm>
            <a:off x="1851677"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F</a:t>
            </a:r>
            <a:endParaRPr lang="en-BE"/>
          </a:p>
        </p:txBody>
      </p:sp>
      <p:sp>
        <p:nvSpPr>
          <p:cNvPr id="18" name="Text Placeholder 9">
            <a:extLst>
              <a:ext uri="{FF2B5EF4-FFF2-40B4-BE49-F238E27FC236}">
                <a16:creationId xmlns:a16="http://schemas.microsoft.com/office/drawing/2014/main" id="{FC694691-C8B8-BF81-CDDB-C759E1D433EC}"/>
              </a:ext>
            </a:extLst>
          </p:cNvPr>
          <p:cNvSpPr>
            <a:spLocks noGrp="1"/>
          </p:cNvSpPr>
          <p:nvPr>
            <p:ph type="body" sz="quarter" idx="12" hasCustomPrompt="1"/>
          </p:nvPr>
        </p:nvSpPr>
        <p:spPr>
          <a:xfrm>
            <a:off x="2718373"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M</a:t>
            </a:r>
            <a:endParaRPr lang="en-BE"/>
          </a:p>
        </p:txBody>
      </p:sp>
      <p:sp>
        <p:nvSpPr>
          <p:cNvPr id="19" name="Text Placeholder 9">
            <a:extLst>
              <a:ext uri="{FF2B5EF4-FFF2-40B4-BE49-F238E27FC236}">
                <a16:creationId xmlns:a16="http://schemas.microsoft.com/office/drawing/2014/main" id="{4DF32DEF-E2ED-B03E-4D3D-16949EEED60A}"/>
              </a:ext>
            </a:extLst>
          </p:cNvPr>
          <p:cNvSpPr>
            <a:spLocks noGrp="1"/>
          </p:cNvSpPr>
          <p:nvPr>
            <p:ph type="body" sz="quarter" idx="13" hasCustomPrompt="1"/>
          </p:nvPr>
        </p:nvSpPr>
        <p:spPr>
          <a:xfrm>
            <a:off x="3585069"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A</a:t>
            </a:r>
            <a:endParaRPr lang="en-BE"/>
          </a:p>
        </p:txBody>
      </p:sp>
      <p:sp>
        <p:nvSpPr>
          <p:cNvPr id="20" name="Text Placeholder 9">
            <a:extLst>
              <a:ext uri="{FF2B5EF4-FFF2-40B4-BE49-F238E27FC236}">
                <a16:creationId xmlns:a16="http://schemas.microsoft.com/office/drawing/2014/main" id="{03C05B6F-2231-1821-32F4-06F014B507EE}"/>
              </a:ext>
            </a:extLst>
          </p:cNvPr>
          <p:cNvSpPr>
            <a:spLocks noGrp="1"/>
          </p:cNvSpPr>
          <p:nvPr>
            <p:ph type="body" sz="quarter" idx="14" hasCustomPrompt="1"/>
          </p:nvPr>
        </p:nvSpPr>
        <p:spPr>
          <a:xfrm>
            <a:off x="4451765"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M</a:t>
            </a:r>
            <a:endParaRPr lang="en-BE"/>
          </a:p>
        </p:txBody>
      </p:sp>
      <p:sp>
        <p:nvSpPr>
          <p:cNvPr id="21" name="Text Placeholder 9">
            <a:extLst>
              <a:ext uri="{FF2B5EF4-FFF2-40B4-BE49-F238E27FC236}">
                <a16:creationId xmlns:a16="http://schemas.microsoft.com/office/drawing/2014/main" id="{BE036A0E-E0B2-422B-99C9-6C5B2DCBC723}"/>
              </a:ext>
            </a:extLst>
          </p:cNvPr>
          <p:cNvSpPr>
            <a:spLocks noGrp="1"/>
          </p:cNvSpPr>
          <p:nvPr>
            <p:ph type="body" sz="quarter" idx="15" hasCustomPrompt="1"/>
          </p:nvPr>
        </p:nvSpPr>
        <p:spPr>
          <a:xfrm>
            <a:off x="5318461"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J</a:t>
            </a:r>
            <a:endParaRPr lang="en-BE"/>
          </a:p>
        </p:txBody>
      </p:sp>
      <p:sp>
        <p:nvSpPr>
          <p:cNvPr id="22" name="Text Placeholder 9">
            <a:extLst>
              <a:ext uri="{FF2B5EF4-FFF2-40B4-BE49-F238E27FC236}">
                <a16:creationId xmlns:a16="http://schemas.microsoft.com/office/drawing/2014/main" id="{00115113-EE17-70AE-7802-3EA048A2D051}"/>
              </a:ext>
            </a:extLst>
          </p:cNvPr>
          <p:cNvSpPr>
            <a:spLocks noGrp="1"/>
          </p:cNvSpPr>
          <p:nvPr>
            <p:ph type="body" sz="quarter" idx="16" hasCustomPrompt="1"/>
          </p:nvPr>
        </p:nvSpPr>
        <p:spPr>
          <a:xfrm>
            <a:off x="6185157"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J</a:t>
            </a:r>
            <a:endParaRPr lang="en-BE"/>
          </a:p>
        </p:txBody>
      </p:sp>
      <p:sp>
        <p:nvSpPr>
          <p:cNvPr id="23" name="Text Placeholder 9">
            <a:extLst>
              <a:ext uri="{FF2B5EF4-FFF2-40B4-BE49-F238E27FC236}">
                <a16:creationId xmlns:a16="http://schemas.microsoft.com/office/drawing/2014/main" id="{1C37C3C3-C0C5-A7EB-73EB-7447225B49B5}"/>
              </a:ext>
            </a:extLst>
          </p:cNvPr>
          <p:cNvSpPr>
            <a:spLocks noGrp="1"/>
          </p:cNvSpPr>
          <p:nvPr>
            <p:ph type="body" sz="quarter" idx="17" hasCustomPrompt="1"/>
          </p:nvPr>
        </p:nvSpPr>
        <p:spPr>
          <a:xfrm>
            <a:off x="7051853"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A</a:t>
            </a:r>
            <a:endParaRPr lang="en-BE"/>
          </a:p>
        </p:txBody>
      </p:sp>
      <p:sp>
        <p:nvSpPr>
          <p:cNvPr id="24" name="Text Placeholder 9">
            <a:extLst>
              <a:ext uri="{FF2B5EF4-FFF2-40B4-BE49-F238E27FC236}">
                <a16:creationId xmlns:a16="http://schemas.microsoft.com/office/drawing/2014/main" id="{8210F157-CDFF-5CB0-F826-3C96222771D5}"/>
              </a:ext>
            </a:extLst>
          </p:cNvPr>
          <p:cNvSpPr>
            <a:spLocks noGrp="1"/>
          </p:cNvSpPr>
          <p:nvPr>
            <p:ph type="body" sz="quarter" idx="18" hasCustomPrompt="1"/>
          </p:nvPr>
        </p:nvSpPr>
        <p:spPr>
          <a:xfrm>
            <a:off x="7918549"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S</a:t>
            </a:r>
            <a:endParaRPr lang="en-BE"/>
          </a:p>
        </p:txBody>
      </p:sp>
      <p:sp>
        <p:nvSpPr>
          <p:cNvPr id="25" name="Text Placeholder 9">
            <a:extLst>
              <a:ext uri="{FF2B5EF4-FFF2-40B4-BE49-F238E27FC236}">
                <a16:creationId xmlns:a16="http://schemas.microsoft.com/office/drawing/2014/main" id="{A54E4204-A6B9-DA74-071F-698DA140AE82}"/>
              </a:ext>
            </a:extLst>
          </p:cNvPr>
          <p:cNvSpPr>
            <a:spLocks noGrp="1"/>
          </p:cNvSpPr>
          <p:nvPr>
            <p:ph type="body" sz="quarter" idx="19" hasCustomPrompt="1"/>
          </p:nvPr>
        </p:nvSpPr>
        <p:spPr>
          <a:xfrm>
            <a:off x="8785245"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O</a:t>
            </a:r>
            <a:endParaRPr lang="en-BE"/>
          </a:p>
        </p:txBody>
      </p:sp>
      <p:sp>
        <p:nvSpPr>
          <p:cNvPr id="26" name="Text Placeholder 9">
            <a:extLst>
              <a:ext uri="{FF2B5EF4-FFF2-40B4-BE49-F238E27FC236}">
                <a16:creationId xmlns:a16="http://schemas.microsoft.com/office/drawing/2014/main" id="{283AF2C7-6813-AEF1-25B4-02716D25A0C1}"/>
              </a:ext>
            </a:extLst>
          </p:cNvPr>
          <p:cNvSpPr>
            <a:spLocks noGrp="1"/>
          </p:cNvSpPr>
          <p:nvPr>
            <p:ph type="body" sz="quarter" idx="20" hasCustomPrompt="1"/>
          </p:nvPr>
        </p:nvSpPr>
        <p:spPr>
          <a:xfrm>
            <a:off x="9651941"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N</a:t>
            </a:r>
            <a:endParaRPr lang="en-BE"/>
          </a:p>
        </p:txBody>
      </p:sp>
      <p:sp>
        <p:nvSpPr>
          <p:cNvPr id="27" name="Text Placeholder 9">
            <a:extLst>
              <a:ext uri="{FF2B5EF4-FFF2-40B4-BE49-F238E27FC236}">
                <a16:creationId xmlns:a16="http://schemas.microsoft.com/office/drawing/2014/main" id="{FF3ECDCD-2CAF-B70A-2735-0B4CA0F63FB1}"/>
              </a:ext>
            </a:extLst>
          </p:cNvPr>
          <p:cNvSpPr>
            <a:spLocks noGrp="1"/>
          </p:cNvSpPr>
          <p:nvPr>
            <p:ph type="body" sz="quarter" idx="21" hasCustomPrompt="1"/>
          </p:nvPr>
        </p:nvSpPr>
        <p:spPr>
          <a:xfrm>
            <a:off x="10518641" y="3317444"/>
            <a:ext cx="701675" cy="701675"/>
          </a:xfrm>
          <a:prstGeom prst="ellipse">
            <a:avLst/>
          </a:prstGeom>
          <a:solidFill>
            <a:schemeClr val="accent1"/>
          </a:solidFill>
        </p:spPr>
        <p:txBody>
          <a:bodyPr anchor="ctr"/>
          <a:lstStyle>
            <a:lvl1pPr marL="0" indent="0" algn="ctr">
              <a:buNone/>
              <a:defRPr sz="1400">
                <a:solidFill>
                  <a:schemeClr val="bg1"/>
                </a:solidFill>
              </a:defRPr>
            </a:lvl1pPr>
          </a:lstStyle>
          <a:p>
            <a:pPr lvl="0"/>
            <a:r>
              <a:rPr lang="en-GB"/>
              <a:t>D</a:t>
            </a:r>
            <a:endParaRPr lang="en-BE"/>
          </a:p>
        </p:txBody>
      </p:sp>
      <p:cxnSp>
        <p:nvCxnSpPr>
          <p:cNvPr id="40" name="Straight Connector 39">
            <a:extLst>
              <a:ext uri="{FF2B5EF4-FFF2-40B4-BE49-F238E27FC236}">
                <a16:creationId xmlns:a16="http://schemas.microsoft.com/office/drawing/2014/main" id="{8286F40B-8F0E-BFCF-DDAF-BC61565E57B7}"/>
              </a:ext>
            </a:extLst>
          </p:cNvPr>
          <p:cNvCxnSpPr>
            <a:cxnSpLocks/>
          </p:cNvCxnSpPr>
          <p:nvPr userDrawn="1"/>
        </p:nvCxnSpPr>
        <p:spPr>
          <a:xfrm rot="5400000" flipH="1" flipV="1">
            <a:off x="2542830" y="4639828"/>
            <a:ext cx="1052760" cy="3841"/>
          </a:xfrm>
          <a:prstGeom prst="line">
            <a:avLst/>
          </a:prstGeom>
          <a:ln w="25400" cap="rnd">
            <a:solidFill>
              <a:schemeClr val="accent2"/>
            </a:solidFill>
            <a:prstDash val="sysDot"/>
            <a:round/>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E19F67F-27C9-6A86-8C92-AA25C274847C}"/>
              </a:ext>
            </a:extLst>
          </p:cNvPr>
          <p:cNvCxnSpPr>
            <a:cxnSpLocks/>
          </p:cNvCxnSpPr>
          <p:nvPr userDrawn="1"/>
        </p:nvCxnSpPr>
        <p:spPr>
          <a:xfrm rot="5400000" flipH="1" flipV="1">
            <a:off x="6009614" y="4639828"/>
            <a:ext cx="1052760" cy="3841"/>
          </a:xfrm>
          <a:prstGeom prst="line">
            <a:avLst/>
          </a:prstGeom>
          <a:ln w="25400" cap="rnd">
            <a:solidFill>
              <a:schemeClr val="accent2"/>
            </a:solidFill>
            <a:prstDash val="sysDot"/>
            <a:round/>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BF24CA-D7CB-102B-8D10-EE9969CFC214}"/>
              </a:ext>
            </a:extLst>
          </p:cNvPr>
          <p:cNvCxnSpPr>
            <a:cxnSpLocks/>
          </p:cNvCxnSpPr>
          <p:nvPr userDrawn="1"/>
        </p:nvCxnSpPr>
        <p:spPr>
          <a:xfrm rot="5400000" flipH="1" flipV="1">
            <a:off x="9476398" y="4639828"/>
            <a:ext cx="1052760" cy="3841"/>
          </a:xfrm>
          <a:prstGeom prst="line">
            <a:avLst/>
          </a:prstGeom>
          <a:ln w="25400" cap="rnd">
            <a:solidFill>
              <a:schemeClr val="accent2"/>
            </a:solidFill>
            <a:prstDash val="sysDot"/>
            <a:round/>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C9FDA8D-28E9-9575-A86C-EC12F6B963F1}"/>
              </a:ext>
            </a:extLst>
          </p:cNvPr>
          <p:cNvCxnSpPr>
            <a:cxnSpLocks/>
          </p:cNvCxnSpPr>
          <p:nvPr userDrawn="1"/>
        </p:nvCxnSpPr>
        <p:spPr>
          <a:xfrm rot="5400000" flipH="1" flipV="1">
            <a:off x="3409526" y="2692894"/>
            <a:ext cx="1052760" cy="3841"/>
          </a:xfrm>
          <a:prstGeom prst="line">
            <a:avLst/>
          </a:prstGeom>
          <a:ln w="25400" cap="rnd">
            <a:solidFill>
              <a:schemeClr val="accent2"/>
            </a:solidFill>
            <a:prstDash val="sysDot"/>
            <a:round/>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9FBAFA7-F5CB-4A19-C490-5FD43E2A359F}"/>
              </a:ext>
            </a:extLst>
          </p:cNvPr>
          <p:cNvCxnSpPr>
            <a:cxnSpLocks/>
          </p:cNvCxnSpPr>
          <p:nvPr userDrawn="1"/>
        </p:nvCxnSpPr>
        <p:spPr>
          <a:xfrm rot="5400000" flipH="1" flipV="1">
            <a:off x="6876310" y="2692894"/>
            <a:ext cx="1052760" cy="3841"/>
          </a:xfrm>
          <a:prstGeom prst="line">
            <a:avLst/>
          </a:prstGeom>
          <a:ln w="25400" cap="rnd">
            <a:solidFill>
              <a:schemeClr val="accent2"/>
            </a:solidFill>
            <a:prstDash val="sysDot"/>
            <a:round/>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206BEBF-A641-B4B6-5B34-BDD83A108D53}"/>
              </a:ext>
            </a:extLst>
          </p:cNvPr>
          <p:cNvCxnSpPr>
            <a:cxnSpLocks/>
          </p:cNvCxnSpPr>
          <p:nvPr userDrawn="1"/>
        </p:nvCxnSpPr>
        <p:spPr>
          <a:xfrm rot="5400000" flipH="1" flipV="1">
            <a:off x="10343098" y="2692894"/>
            <a:ext cx="1052760" cy="3841"/>
          </a:xfrm>
          <a:prstGeom prst="line">
            <a:avLst/>
          </a:prstGeom>
          <a:ln w="25400" cap="rnd">
            <a:solidFill>
              <a:schemeClr val="accent2"/>
            </a:solidFill>
            <a:prstDash val="sysDot"/>
            <a:round/>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94AE2BE-124F-7CA5-AC14-93A614CAD49A}"/>
              </a:ext>
            </a:extLst>
          </p:cNvPr>
          <p:cNvCxnSpPr>
            <a:cxnSpLocks/>
          </p:cNvCxnSpPr>
          <p:nvPr userDrawn="1"/>
        </p:nvCxnSpPr>
        <p:spPr>
          <a:xfrm rot="5400000" flipH="1" flipV="1">
            <a:off x="809438" y="4639828"/>
            <a:ext cx="1052760" cy="3841"/>
          </a:xfrm>
          <a:prstGeom prst="line">
            <a:avLst/>
          </a:prstGeom>
          <a:ln w="25400" cap="rnd">
            <a:solidFill>
              <a:schemeClr val="accent2"/>
            </a:solidFill>
            <a:prstDash val="sysDot"/>
            <a:round/>
            <a:headEnd type="none"/>
            <a:tailEnd type="oval" w="sm" len="sm"/>
          </a:ln>
        </p:spPr>
        <p:style>
          <a:lnRef idx="1">
            <a:schemeClr val="accent1"/>
          </a:lnRef>
          <a:fillRef idx="0">
            <a:schemeClr val="accent1"/>
          </a:fillRef>
          <a:effectRef idx="0">
            <a:schemeClr val="accent1"/>
          </a:effectRef>
          <a:fontRef idx="minor">
            <a:schemeClr val="tx1"/>
          </a:fontRef>
        </p:style>
      </p:cxnSp>
      <p:sp>
        <p:nvSpPr>
          <p:cNvPr id="9" name="Text Placeholder 2">
            <a:extLst>
              <a:ext uri="{FF2B5EF4-FFF2-40B4-BE49-F238E27FC236}">
                <a16:creationId xmlns:a16="http://schemas.microsoft.com/office/drawing/2014/main" id="{5326C16F-2EA9-B204-C674-8474659B1BAD}"/>
              </a:ext>
            </a:extLst>
          </p:cNvPr>
          <p:cNvSpPr>
            <a:spLocks noGrp="1"/>
          </p:cNvSpPr>
          <p:nvPr>
            <p:ph idx="22" hasCustomPrompt="1"/>
          </p:nvPr>
        </p:nvSpPr>
        <p:spPr>
          <a:xfrm>
            <a:off x="2349985" y="2168434"/>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r">
              <a:lnSpc>
                <a:spcPct val="100000"/>
              </a:lnSpc>
              <a:spcAft>
                <a:spcPts val="800"/>
              </a:spcAft>
              <a:buNone/>
              <a:defRPr sz="1200" b="1" i="0">
                <a:solidFill>
                  <a:schemeClr val="tx2"/>
                </a:solidFill>
                <a:latin typeface="Montserrat" pitchFamily="2" charset="77"/>
              </a:defRPr>
            </a:lvl1pPr>
            <a:lvl2pPr marL="0" indent="0" algn="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0" name="Text Placeholder 2">
            <a:extLst>
              <a:ext uri="{FF2B5EF4-FFF2-40B4-BE49-F238E27FC236}">
                <a16:creationId xmlns:a16="http://schemas.microsoft.com/office/drawing/2014/main" id="{B8220D06-2283-DDAF-0DC0-FBB9F254CD8A}"/>
              </a:ext>
            </a:extLst>
          </p:cNvPr>
          <p:cNvSpPr>
            <a:spLocks noGrp="1"/>
          </p:cNvSpPr>
          <p:nvPr>
            <p:ph idx="23" hasCustomPrompt="1"/>
          </p:nvPr>
        </p:nvSpPr>
        <p:spPr>
          <a:xfrm>
            <a:off x="612751" y="2168434"/>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r">
              <a:lnSpc>
                <a:spcPct val="100000"/>
              </a:lnSpc>
              <a:spcAft>
                <a:spcPts val="800"/>
              </a:spcAft>
              <a:buNone/>
              <a:defRPr sz="1200" b="1" i="0">
                <a:solidFill>
                  <a:schemeClr val="tx2"/>
                </a:solidFill>
                <a:latin typeface="Montserrat" pitchFamily="2" charset="77"/>
              </a:defRPr>
            </a:lvl1pPr>
            <a:lvl2pPr marL="0" indent="0" algn="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AE1C6789-F7FA-C3C7-5773-6F4FAFE2AD1A}"/>
              </a:ext>
            </a:extLst>
          </p:cNvPr>
          <p:cNvSpPr>
            <a:spLocks noGrp="1"/>
          </p:cNvSpPr>
          <p:nvPr>
            <p:ph idx="24" hasCustomPrompt="1"/>
          </p:nvPr>
        </p:nvSpPr>
        <p:spPr>
          <a:xfrm>
            <a:off x="5816769" y="2168434"/>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r">
              <a:lnSpc>
                <a:spcPct val="100000"/>
              </a:lnSpc>
              <a:spcAft>
                <a:spcPts val="800"/>
              </a:spcAft>
              <a:buNone/>
              <a:defRPr sz="1200" b="1" i="0">
                <a:solidFill>
                  <a:schemeClr val="tx2"/>
                </a:solidFill>
                <a:latin typeface="Montserrat" pitchFamily="2" charset="77"/>
              </a:defRPr>
            </a:lvl1pPr>
            <a:lvl2pPr marL="0" indent="0" algn="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4" name="Text Placeholder 2">
            <a:extLst>
              <a:ext uri="{FF2B5EF4-FFF2-40B4-BE49-F238E27FC236}">
                <a16:creationId xmlns:a16="http://schemas.microsoft.com/office/drawing/2014/main" id="{EC3D474D-F3B4-BB4F-5F44-32B27E7365DE}"/>
              </a:ext>
            </a:extLst>
          </p:cNvPr>
          <p:cNvSpPr>
            <a:spLocks noGrp="1"/>
          </p:cNvSpPr>
          <p:nvPr>
            <p:ph idx="25" hasCustomPrompt="1"/>
          </p:nvPr>
        </p:nvSpPr>
        <p:spPr>
          <a:xfrm>
            <a:off x="4079535" y="2168434"/>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r">
              <a:lnSpc>
                <a:spcPct val="100000"/>
              </a:lnSpc>
              <a:spcAft>
                <a:spcPts val="800"/>
              </a:spcAft>
              <a:buNone/>
              <a:defRPr sz="1200" b="1" i="0">
                <a:solidFill>
                  <a:schemeClr val="tx2"/>
                </a:solidFill>
                <a:latin typeface="Montserrat" pitchFamily="2" charset="77"/>
              </a:defRPr>
            </a:lvl1pPr>
            <a:lvl2pPr marL="0" indent="0" algn="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5" name="Text Placeholder 2">
            <a:extLst>
              <a:ext uri="{FF2B5EF4-FFF2-40B4-BE49-F238E27FC236}">
                <a16:creationId xmlns:a16="http://schemas.microsoft.com/office/drawing/2014/main" id="{3D77E26A-9013-745C-CCD4-4BAA5AB3938F}"/>
              </a:ext>
            </a:extLst>
          </p:cNvPr>
          <p:cNvSpPr>
            <a:spLocks noGrp="1"/>
          </p:cNvSpPr>
          <p:nvPr>
            <p:ph idx="26" hasCustomPrompt="1"/>
          </p:nvPr>
        </p:nvSpPr>
        <p:spPr>
          <a:xfrm>
            <a:off x="9283557" y="2168434"/>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r">
              <a:lnSpc>
                <a:spcPct val="100000"/>
              </a:lnSpc>
              <a:spcAft>
                <a:spcPts val="800"/>
              </a:spcAft>
              <a:buNone/>
              <a:defRPr sz="1200" b="1" i="0">
                <a:solidFill>
                  <a:schemeClr val="tx2"/>
                </a:solidFill>
                <a:latin typeface="Montserrat" pitchFamily="2" charset="77"/>
              </a:defRPr>
            </a:lvl1pPr>
            <a:lvl2pPr marL="0" indent="0" algn="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6" name="Text Placeholder 2">
            <a:extLst>
              <a:ext uri="{FF2B5EF4-FFF2-40B4-BE49-F238E27FC236}">
                <a16:creationId xmlns:a16="http://schemas.microsoft.com/office/drawing/2014/main" id="{1CC3BAEA-5B53-5F44-6BEB-1E1F9607AE33}"/>
              </a:ext>
            </a:extLst>
          </p:cNvPr>
          <p:cNvSpPr>
            <a:spLocks noGrp="1"/>
          </p:cNvSpPr>
          <p:nvPr>
            <p:ph idx="27" hasCustomPrompt="1"/>
          </p:nvPr>
        </p:nvSpPr>
        <p:spPr>
          <a:xfrm>
            <a:off x="7546323" y="2168434"/>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r">
              <a:lnSpc>
                <a:spcPct val="100000"/>
              </a:lnSpc>
              <a:spcAft>
                <a:spcPts val="800"/>
              </a:spcAft>
              <a:buNone/>
              <a:defRPr sz="1200" b="1" i="0">
                <a:solidFill>
                  <a:schemeClr val="tx2"/>
                </a:solidFill>
                <a:latin typeface="Montserrat" pitchFamily="2" charset="77"/>
              </a:defRPr>
            </a:lvl1pPr>
            <a:lvl2pPr marL="0" indent="0" algn="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0" name="Text Placeholder 2">
            <a:extLst>
              <a:ext uri="{FF2B5EF4-FFF2-40B4-BE49-F238E27FC236}">
                <a16:creationId xmlns:a16="http://schemas.microsoft.com/office/drawing/2014/main" id="{5AE5A718-731B-3BD3-F837-2009B7922B54}"/>
              </a:ext>
            </a:extLst>
          </p:cNvPr>
          <p:cNvSpPr>
            <a:spLocks noGrp="1"/>
          </p:cNvSpPr>
          <p:nvPr>
            <p:ph idx="28" hasCustomPrompt="1"/>
          </p:nvPr>
        </p:nvSpPr>
        <p:spPr>
          <a:xfrm>
            <a:off x="3067285" y="423212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l">
              <a:lnSpc>
                <a:spcPct val="100000"/>
              </a:lnSpc>
              <a:spcAft>
                <a:spcPts val="800"/>
              </a:spcAft>
              <a:buNone/>
              <a:defRPr sz="1200" b="1" i="0">
                <a:solidFill>
                  <a:schemeClr val="tx2"/>
                </a:solidFill>
                <a:latin typeface="Montserrat" pitchFamily="2" charset="77"/>
              </a:defRPr>
            </a:lvl1pPr>
            <a:lvl2pPr marL="0" indent="0" algn="l">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1" name="Text Placeholder 2">
            <a:extLst>
              <a:ext uri="{FF2B5EF4-FFF2-40B4-BE49-F238E27FC236}">
                <a16:creationId xmlns:a16="http://schemas.microsoft.com/office/drawing/2014/main" id="{519D1F9E-F7CC-7B5E-D6BB-F156C9D2FC75}"/>
              </a:ext>
            </a:extLst>
          </p:cNvPr>
          <p:cNvSpPr>
            <a:spLocks noGrp="1"/>
          </p:cNvSpPr>
          <p:nvPr>
            <p:ph idx="29" hasCustomPrompt="1"/>
          </p:nvPr>
        </p:nvSpPr>
        <p:spPr>
          <a:xfrm>
            <a:off x="1330051" y="423212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l">
              <a:lnSpc>
                <a:spcPct val="100000"/>
              </a:lnSpc>
              <a:spcAft>
                <a:spcPts val="800"/>
              </a:spcAft>
              <a:buNone/>
              <a:defRPr sz="1200" b="1" i="0">
                <a:solidFill>
                  <a:schemeClr val="tx2"/>
                </a:solidFill>
                <a:latin typeface="Montserrat" pitchFamily="2" charset="77"/>
              </a:defRPr>
            </a:lvl1pPr>
            <a:lvl2pPr marL="0" indent="0" algn="l">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2" name="Text Placeholder 2">
            <a:extLst>
              <a:ext uri="{FF2B5EF4-FFF2-40B4-BE49-F238E27FC236}">
                <a16:creationId xmlns:a16="http://schemas.microsoft.com/office/drawing/2014/main" id="{8B7D472B-6285-58BE-9CE3-4D8B888B454C}"/>
              </a:ext>
            </a:extLst>
          </p:cNvPr>
          <p:cNvSpPr>
            <a:spLocks noGrp="1"/>
          </p:cNvSpPr>
          <p:nvPr>
            <p:ph idx="30" hasCustomPrompt="1"/>
          </p:nvPr>
        </p:nvSpPr>
        <p:spPr>
          <a:xfrm>
            <a:off x="6534069" y="423212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l">
              <a:lnSpc>
                <a:spcPct val="100000"/>
              </a:lnSpc>
              <a:spcAft>
                <a:spcPts val="800"/>
              </a:spcAft>
              <a:buNone/>
              <a:defRPr sz="1200" b="1" i="0">
                <a:solidFill>
                  <a:schemeClr val="tx2"/>
                </a:solidFill>
                <a:latin typeface="Montserrat" pitchFamily="2" charset="77"/>
              </a:defRPr>
            </a:lvl1pPr>
            <a:lvl2pPr marL="0" indent="0" algn="l">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3" name="Text Placeholder 2">
            <a:extLst>
              <a:ext uri="{FF2B5EF4-FFF2-40B4-BE49-F238E27FC236}">
                <a16:creationId xmlns:a16="http://schemas.microsoft.com/office/drawing/2014/main" id="{A412CF00-AC88-1112-B2B9-98A4EC1BED7E}"/>
              </a:ext>
            </a:extLst>
          </p:cNvPr>
          <p:cNvSpPr>
            <a:spLocks noGrp="1"/>
          </p:cNvSpPr>
          <p:nvPr>
            <p:ph idx="31" hasCustomPrompt="1"/>
          </p:nvPr>
        </p:nvSpPr>
        <p:spPr>
          <a:xfrm>
            <a:off x="4796835" y="423212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l">
              <a:lnSpc>
                <a:spcPct val="100000"/>
              </a:lnSpc>
              <a:spcAft>
                <a:spcPts val="800"/>
              </a:spcAft>
              <a:buNone/>
              <a:defRPr sz="1200" b="1" i="0">
                <a:solidFill>
                  <a:schemeClr val="tx2"/>
                </a:solidFill>
                <a:latin typeface="Montserrat" pitchFamily="2" charset="77"/>
              </a:defRPr>
            </a:lvl1pPr>
            <a:lvl2pPr marL="0" indent="0" algn="l">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4" name="Text Placeholder 2">
            <a:extLst>
              <a:ext uri="{FF2B5EF4-FFF2-40B4-BE49-F238E27FC236}">
                <a16:creationId xmlns:a16="http://schemas.microsoft.com/office/drawing/2014/main" id="{D2E0FA33-3D0B-C211-7078-4119D163E22B}"/>
              </a:ext>
            </a:extLst>
          </p:cNvPr>
          <p:cNvSpPr>
            <a:spLocks noGrp="1"/>
          </p:cNvSpPr>
          <p:nvPr>
            <p:ph idx="32" hasCustomPrompt="1"/>
          </p:nvPr>
        </p:nvSpPr>
        <p:spPr>
          <a:xfrm>
            <a:off x="10000857" y="423212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l">
              <a:lnSpc>
                <a:spcPct val="100000"/>
              </a:lnSpc>
              <a:spcAft>
                <a:spcPts val="800"/>
              </a:spcAft>
              <a:buNone/>
              <a:defRPr sz="1200" b="1" i="0">
                <a:solidFill>
                  <a:schemeClr val="tx2"/>
                </a:solidFill>
                <a:latin typeface="Montserrat" pitchFamily="2" charset="77"/>
              </a:defRPr>
            </a:lvl1pPr>
            <a:lvl2pPr marL="0" indent="0" algn="l">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5" name="Text Placeholder 2">
            <a:extLst>
              <a:ext uri="{FF2B5EF4-FFF2-40B4-BE49-F238E27FC236}">
                <a16:creationId xmlns:a16="http://schemas.microsoft.com/office/drawing/2014/main" id="{C8812403-76CB-1DD1-4160-8F944549C20D}"/>
              </a:ext>
            </a:extLst>
          </p:cNvPr>
          <p:cNvSpPr>
            <a:spLocks noGrp="1"/>
          </p:cNvSpPr>
          <p:nvPr>
            <p:ph idx="33" hasCustomPrompt="1"/>
          </p:nvPr>
        </p:nvSpPr>
        <p:spPr>
          <a:xfrm>
            <a:off x="8263623" y="423212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l">
              <a:lnSpc>
                <a:spcPct val="100000"/>
              </a:lnSpc>
              <a:spcAft>
                <a:spcPts val="800"/>
              </a:spcAft>
              <a:buNone/>
              <a:defRPr sz="1200" b="1" i="0">
                <a:solidFill>
                  <a:schemeClr val="tx2"/>
                </a:solidFill>
                <a:latin typeface="Montserrat" pitchFamily="2" charset="77"/>
              </a:defRPr>
            </a:lvl1pPr>
            <a:lvl2pPr marL="0" indent="0" algn="l">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41607725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mileston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30745C-8AB3-5EC1-A376-FD70D33C67E6}"/>
              </a:ext>
            </a:extLst>
          </p:cNvPr>
          <p:cNvSpPr>
            <a:spLocks noGrp="1"/>
          </p:cNvSpPr>
          <p:nvPr>
            <p:ph type="title"/>
          </p:nvPr>
        </p:nvSpPr>
        <p:spPr/>
        <p:txBody>
          <a:bodyPr/>
          <a:lstStyle/>
          <a:p>
            <a:r>
              <a:rPr lang="en-GB"/>
              <a:t>Click to edit Master title style</a:t>
            </a:r>
            <a:endParaRPr lang="nl-NL"/>
          </a:p>
        </p:txBody>
      </p:sp>
      <p:sp>
        <p:nvSpPr>
          <p:cNvPr id="9" name="Text Placeholder 2">
            <a:extLst>
              <a:ext uri="{FF2B5EF4-FFF2-40B4-BE49-F238E27FC236}">
                <a16:creationId xmlns:a16="http://schemas.microsoft.com/office/drawing/2014/main" id="{5326C16F-2EA9-B204-C674-8474659B1BAD}"/>
              </a:ext>
            </a:extLst>
          </p:cNvPr>
          <p:cNvSpPr>
            <a:spLocks noGrp="1"/>
          </p:cNvSpPr>
          <p:nvPr>
            <p:ph idx="22" hasCustomPrompt="1"/>
          </p:nvPr>
        </p:nvSpPr>
        <p:spPr>
          <a:xfrm>
            <a:off x="3766276" y="404495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0" name="Text Placeholder 2">
            <a:extLst>
              <a:ext uri="{FF2B5EF4-FFF2-40B4-BE49-F238E27FC236}">
                <a16:creationId xmlns:a16="http://schemas.microsoft.com/office/drawing/2014/main" id="{B8220D06-2283-DDAF-0DC0-FBB9F254CD8A}"/>
              </a:ext>
            </a:extLst>
          </p:cNvPr>
          <p:cNvSpPr>
            <a:spLocks noGrp="1"/>
          </p:cNvSpPr>
          <p:nvPr>
            <p:ph idx="23" hasCustomPrompt="1"/>
          </p:nvPr>
        </p:nvSpPr>
        <p:spPr>
          <a:xfrm>
            <a:off x="674174" y="404495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AE1C6789-F7FA-C3C7-5773-6F4FAFE2AD1A}"/>
              </a:ext>
            </a:extLst>
          </p:cNvPr>
          <p:cNvSpPr>
            <a:spLocks noGrp="1"/>
          </p:cNvSpPr>
          <p:nvPr>
            <p:ph idx="24" hasCustomPrompt="1"/>
          </p:nvPr>
        </p:nvSpPr>
        <p:spPr>
          <a:xfrm>
            <a:off x="9918390" y="404495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4" name="Text Placeholder 2">
            <a:extLst>
              <a:ext uri="{FF2B5EF4-FFF2-40B4-BE49-F238E27FC236}">
                <a16:creationId xmlns:a16="http://schemas.microsoft.com/office/drawing/2014/main" id="{EC3D474D-F3B4-BB4F-5F44-32B27E7365DE}"/>
              </a:ext>
            </a:extLst>
          </p:cNvPr>
          <p:cNvSpPr>
            <a:spLocks noGrp="1"/>
          </p:cNvSpPr>
          <p:nvPr>
            <p:ph idx="25" hasCustomPrompt="1"/>
          </p:nvPr>
        </p:nvSpPr>
        <p:spPr>
          <a:xfrm>
            <a:off x="6837908" y="4044959"/>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43" name="Right Bracket 42">
            <a:extLst>
              <a:ext uri="{FF2B5EF4-FFF2-40B4-BE49-F238E27FC236}">
                <a16:creationId xmlns:a16="http://schemas.microsoft.com/office/drawing/2014/main" id="{DF21E86D-E8EC-1F3D-8489-F4642C69779C}"/>
              </a:ext>
            </a:extLst>
          </p:cNvPr>
          <p:cNvSpPr/>
          <p:nvPr userDrawn="1"/>
        </p:nvSpPr>
        <p:spPr>
          <a:xfrm rot="16200000">
            <a:off x="10294503" y="2217239"/>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Montserrat"/>
              <a:ea typeface="+mn-ea"/>
              <a:cs typeface="+mn-cs"/>
            </a:endParaRPr>
          </a:p>
        </p:txBody>
      </p:sp>
      <p:sp>
        <p:nvSpPr>
          <p:cNvPr id="44" name="Right Bracket 43">
            <a:extLst>
              <a:ext uri="{FF2B5EF4-FFF2-40B4-BE49-F238E27FC236}">
                <a16:creationId xmlns:a16="http://schemas.microsoft.com/office/drawing/2014/main" id="{5E7F0F98-69FC-E0C4-7E68-94994345C981}"/>
              </a:ext>
            </a:extLst>
          </p:cNvPr>
          <p:cNvSpPr/>
          <p:nvPr userDrawn="1"/>
        </p:nvSpPr>
        <p:spPr>
          <a:xfrm rot="5400000">
            <a:off x="8754261" y="3056395"/>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Montserrat"/>
              <a:ea typeface="+mn-ea"/>
              <a:cs typeface="+mn-cs"/>
            </a:endParaRPr>
          </a:p>
        </p:txBody>
      </p:sp>
      <p:sp>
        <p:nvSpPr>
          <p:cNvPr id="45" name="Right Bracket 44">
            <a:extLst>
              <a:ext uri="{FF2B5EF4-FFF2-40B4-BE49-F238E27FC236}">
                <a16:creationId xmlns:a16="http://schemas.microsoft.com/office/drawing/2014/main" id="{03820AE9-5CEF-1A41-4576-1FFF68F3A0B9}"/>
              </a:ext>
            </a:extLst>
          </p:cNvPr>
          <p:cNvSpPr/>
          <p:nvPr userDrawn="1"/>
        </p:nvSpPr>
        <p:spPr>
          <a:xfrm rot="16200000">
            <a:off x="7216657" y="2222020"/>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Montserrat"/>
              <a:ea typeface="+mn-ea"/>
              <a:cs typeface="+mn-cs"/>
            </a:endParaRPr>
          </a:p>
        </p:txBody>
      </p:sp>
      <p:sp>
        <p:nvSpPr>
          <p:cNvPr id="46" name="Right Bracket 45">
            <a:extLst>
              <a:ext uri="{FF2B5EF4-FFF2-40B4-BE49-F238E27FC236}">
                <a16:creationId xmlns:a16="http://schemas.microsoft.com/office/drawing/2014/main" id="{D044579A-8DD7-281E-57DA-555ED5EA6EB3}"/>
              </a:ext>
            </a:extLst>
          </p:cNvPr>
          <p:cNvSpPr/>
          <p:nvPr userDrawn="1"/>
        </p:nvSpPr>
        <p:spPr>
          <a:xfrm rot="5400000">
            <a:off x="5679679" y="3056395"/>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Montserrat"/>
              <a:ea typeface="+mn-ea"/>
              <a:cs typeface="+mn-cs"/>
            </a:endParaRPr>
          </a:p>
        </p:txBody>
      </p:sp>
      <p:sp>
        <p:nvSpPr>
          <p:cNvPr id="47" name="Right Bracket 46">
            <a:extLst>
              <a:ext uri="{FF2B5EF4-FFF2-40B4-BE49-F238E27FC236}">
                <a16:creationId xmlns:a16="http://schemas.microsoft.com/office/drawing/2014/main" id="{9D7E2CB0-B40A-199A-8AE7-D920FC8FC8CC}"/>
              </a:ext>
            </a:extLst>
          </p:cNvPr>
          <p:cNvSpPr/>
          <p:nvPr userDrawn="1"/>
        </p:nvSpPr>
        <p:spPr>
          <a:xfrm rot="16200000">
            <a:off x="4142075" y="2222020"/>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Montserrat"/>
              <a:ea typeface="+mn-ea"/>
              <a:cs typeface="+mn-cs"/>
            </a:endParaRPr>
          </a:p>
        </p:txBody>
      </p:sp>
      <p:sp>
        <p:nvSpPr>
          <p:cNvPr id="48" name="Right Bracket 47">
            <a:extLst>
              <a:ext uri="{FF2B5EF4-FFF2-40B4-BE49-F238E27FC236}">
                <a16:creationId xmlns:a16="http://schemas.microsoft.com/office/drawing/2014/main" id="{6FA34678-BB35-3E60-68AA-AF5514F3E1A1}"/>
              </a:ext>
            </a:extLst>
          </p:cNvPr>
          <p:cNvSpPr/>
          <p:nvPr userDrawn="1"/>
        </p:nvSpPr>
        <p:spPr>
          <a:xfrm rot="5400000">
            <a:off x="2611088" y="3056395"/>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Montserrat"/>
              <a:ea typeface="+mn-ea"/>
              <a:cs typeface="+mn-cs"/>
            </a:endParaRPr>
          </a:p>
        </p:txBody>
      </p:sp>
      <p:sp>
        <p:nvSpPr>
          <p:cNvPr id="49" name="Right Bracket 48">
            <a:extLst>
              <a:ext uri="{FF2B5EF4-FFF2-40B4-BE49-F238E27FC236}">
                <a16:creationId xmlns:a16="http://schemas.microsoft.com/office/drawing/2014/main" id="{8DA4BF57-83BD-DB35-ADD4-FDB8F8BE1076}"/>
              </a:ext>
            </a:extLst>
          </p:cNvPr>
          <p:cNvSpPr/>
          <p:nvPr userDrawn="1"/>
        </p:nvSpPr>
        <p:spPr>
          <a:xfrm rot="16200000">
            <a:off x="1073484" y="2222020"/>
            <a:ext cx="831776" cy="1534344"/>
          </a:xfrm>
          <a:prstGeom prst="rightBracket">
            <a:avLst>
              <a:gd name="adj" fmla="val 99669"/>
            </a:avLst>
          </a:prstGeom>
          <a:noFill/>
          <a:ln w="155575" cap="rnd">
            <a:gradFill>
              <a:gsLst>
                <a:gs pos="0">
                  <a:schemeClr val="accent2"/>
                </a:gs>
                <a:gs pos="100000">
                  <a:schemeClr val="accent2"/>
                </a:gs>
              </a:gsLst>
              <a:lin ang="5400000" scaled="1"/>
            </a:gra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000000"/>
                </a:solidFill>
                <a:effectLst/>
                <a:uLnTx/>
                <a:uFillTx/>
                <a:latin typeface="Montserrat"/>
                <a:ea typeface="+mn-ea"/>
                <a:cs typeface="+mn-cs"/>
              </a:rPr>
              <a:t>&lt;</a:t>
            </a:r>
          </a:p>
        </p:txBody>
      </p:sp>
      <p:sp>
        <p:nvSpPr>
          <p:cNvPr id="50" name="Text Placeholder 27">
            <a:extLst>
              <a:ext uri="{FF2B5EF4-FFF2-40B4-BE49-F238E27FC236}">
                <a16:creationId xmlns:a16="http://schemas.microsoft.com/office/drawing/2014/main" id="{78085779-8F47-0597-7EDB-0759B83F1E1E}"/>
              </a:ext>
            </a:extLst>
          </p:cNvPr>
          <p:cNvSpPr>
            <a:spLocks noGrp="1"/>
          </p:cNvSpPr>
          <p:nvPr>
            <p:ph type="body" sz="quarter" idx="10"/>
          </p:nvPr>
        </p:nvSpPr>
        <p:spPr>
          <a:xfrm>
            <a:off x="984933" y="285074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51" name="Text Placeholder 28">
            <a:extLst>
              <a:ext uri="{FF2B5EF4-FFF2-40B4-BE49-F238E27FC236}">
                <a16:creationId xmlns:a16="http://schemas.microsoft.com/office/drawing/2014/main" id="{89F60CBB-FA61-6B81-D026-9EE79BC0AB92}"/>
              </a:ext>
            </a:extLst>
          </p:cNvPr>
          <p:cNvSpPr>
            <a:spLocks noGrp="1"/>
          </p:cNvSpPr>
          <p:nvPr>
            <p:ph type="body" sz="quarter" idx="11"/>
          </p:nvPr>
        </p:nvSpPr>
        <p:spPr>
          <a:xfrm>
            <a:off x="2522539" y="295090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52" name="Text Placeholder 31">
            <a:extLst>
              <a:ext uri="{FF2B5EF4-FFF2-40B4-BE49-F238E27FC236}">
                <a16:creationId xmlns:a16="http://schemas.microsoft.com/office/drawing/2014/main" id="{87FBB25F-42B1-B3FD-C53D-94BE7840463D}"/>
              </a:ext>
            </a:extLst>
          </p:cNvPr>
          <p:cNvSpPr>
            <a:spLocks noGrp="1"/>
          </p:cNvSpPr>
          <p:nvPr>
            <p:ph type="body" sz="quarter" idx="14"/>
          </p:nvPr>
        </p:nvSpPr>
        <p:spPr>
          <a:xfrm>
            <a:off x="4053525" y="285074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53" name="Text Placeholder 32">
            <a:extLst>
              <a:ext uri="{FF2B5EF4-FFF2-40B4-BE49-F238E27FC236}">
                <a16:creationId xmlns:a16="http://schemas.microsoft.com/office/drawing/2014/main" id="{3D83E798-77BB-52AE-08C2-702633FEA268}"/>
              </a:ext>
            </a:extLst>
          </p:cNvPr>
          <p:cNvSpPr>
            <a:spLocks noGrp="1"/>
          </p:cNvSpPr>
          <p:nvPr>
            <p:ph type="body" sz="quarter" idx="15"/>
          </p:nvPr>
        </p:nvSpPr>
        <p:spPr>
          <a:xfrm>
            <a:off x="5591129" y="295090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54" name="Text Placeholder 33">
            <a:extLst>
              <a:ext uri="{FF2B5EF4-FFF2-40B4-BE49-F238E27FC236}">
                <a16:creationId xmlns:a16="http://schemas.microsoft.com/office/drawing/2014/main" id="{AFB5AE97-0B29-D4AE-BA98-79F054BD0A60}"/>
              </a:ext>
            </a:extLst>
          </p:cNvPr>
          <p:cNvSpPr>
            <a:spLocks noGrp="1"/>
          </p:cNvSpPr>
          <p:nvPr>
            <p:ph type="body" sz="quarter" idx="16"/>
          </p:nvPr>
        </p:nvSpPr>
        <p:spPr>
          <a:xfrm>
            <a:off x="7128108" y="285074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59" name="Text Placeholder 34">
            <a:extLst>
              <a:ext uri="{FF2B5EF4-FFF2-40B4-BE49-F238E27FC236}">
                <a16:creationId xmlns:a16="http://schemas.microsoft.com/office/drawing/2014/main" id="{EB53436D-6108-DB79-A110-5D82BE27F279}"/>
              </a:ext>
            </a:extLst>
          </p:cNvPr>
          <p:cNvSpPr>
            <a:spLocks noGrp="1"/>
          </p:cNvSpPr>
          <p:nvPr>
            <p:ph type="body" sz="quarter" idx="17"/>
          </p:nvPr>
        </p:nvSpPr>
        <p:spPr>
          <a:xfrm>
            <a:off x="8665712" y="295090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60" name="Text Placeholder 35">
            <a:extLst>
              <a:ext uri="{FF2B5EF4-FFF2-40B4-BE49-F238E27FC236}">
                <a16:creationId xmlns:a16="http://schemas.microsoft.com/office/drawing/2014/main" id="{17BD18E3-FB78-FD54-DBFD-47C9466F9F58}"/>
              </a:ext>
            </a:extLst>
          </p:cNvPr>
          <p:cNvSpPr>
            <a:spLocks noGrp="1"/>
          </p:cNvSpPr>
          <p:nvPr>
            <p:ph type="body" sz="quarter" idx="18"/>
          </p:nvPr>
        </p:nvSpPr>
        <p:spPr>
          <a:xfrm>
            <a:off x="10205953" y="2850745"/>
            <a:ext cx="1008875" cy="1008872"/>
          </a:xfrm>
          <a:custGeom>
            <a:avLst/>
            <a:gdLst>
              <a:gd name="connsiteX0" fmla="*/ 378328 w 756656"/>
              <a:gd name="connsiteY0" fmla="*/ 0 h 756654"/>
              <a:gd name="connsiteX1" fmla="*/ 756656 w 756656"/>
              <a:gd name="connsiteY1" fmla="*/ 378327 h 756654"/>
              <a:gd name="connsiteX2" fmla="*/ 378328 w 756656"/>
              <a:gd name="connsiteY2" fmla="*/ 756654 h 756654"/>
              <a:gd name="connsiteX3" fmla="*/ 0 w 756656"/>
              <a:gd name="connsiteY3" fmla="*/ 378327 h 756654"/>
              <a:gd name="connsiteX4" fmla="*/ 378328 w 756656"/>
              <a:gd name="connsiteY4" fmla="*/ 0 h 75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6" h="756654">
                <a:moveTo>
                  <a:pt x="378328" y="0"/>
                </a:moveTo>
                <a:cubicBezTo>
                  <a:pt x="587273" y="0"/>
                  <a:pt x="756656" y="169383"/>
                  <a:pt x="756656" y="378327"/>
                </a:cubicBezTo>
                <a:cubicBezTo>
                  <a:pt x="756656" y="587271"/>
                  <a:pt x="587273" y="756654"/>
                  <a:pt x="378328" y="756654"/>
                </a:cubicBezTo>
                <a:cubicBezTo>
                  <a:pt x="169383" y="756654"/>
                  <a:pt x="0" y="587271"/>
                  <a:pt x="0" y="378327"/>
                </a:cubicBezTo>
                <a:cubicBezTo>
                  <a:pt x="0" y="169383"/>
                  <a:pt x="169383" y="0"/>
                  <a:pt x="378328" y="0"/>
                </a:cubicBezTo>
                <a:close/>
              </a:path>
            </a:pathLst>
          </a:custGeom>
          <a:solidFill>
            <a:schemeClr val="accent1"/>
          </a:solidFill>
        </p:spPr>
        <p:txBody>
          <a:bodyPr wrap="square" anchor="ctr">
            <a:noAutofit/>
          </a:bodyPr>
          <a:lstStyle>
            <a:lvl1pPr algn="ctr">
              <a:lnSpc>
                <a:spcPct val="100000"/>
              </a:lnSpc>
              <a:defRPr sz="1000" b="0" i="0">
                <a:solidFill>
                  <a:schemeClr val="bg1"/>
                </a:solidFill>
                <a:latin typeface="Montserrat" pitchFamily="2" charset="77"/>
              </a:defRPr>
            </a:lvl1pPr>
            <a:lvl2pPr algn="ctr">
              <a:defRPr sz="1333"/>
            </a:lvl2pPr>
            <a:lvl3pPr algn="ctr">
              <a:defRPr sz="1333"/>
            </a:lvl3pPr>
            <a:lvl4pPr algn="ctr">
              <a:defRPr sz="1333"/>
            </a:lvl4pPr>
            <a:lvl5pPr algn="ctr">
              <a:defRPr sz="1333"/>
            </a:lvl5pPr>
          </a:lstStyle>
          <a:p>
            <a:pPr lvl="0"/>
            <a:r>
              <a:rPr lang="en-GB"/>
              <a:t>Click to edit Master text styles</a:t>
            </a:r>
          </a:p>
        </p:txBody>
      </p:sp>
      <p:sp>
        <p:nvSpPr>
          <p:cNvPr id="61" name="Text Placeholder 2">
            <a:extLst>
              <a:ext uri="{FF2B5EF4-FFF2-40B4-BE49-F238E27FC236}">
                <a16:creationId xmlns:a16="http://schemas.microsoft.com/office/drawing/2014/main" id="{6D1C24CE-FC22-5A00-017E-60DD8F678134}"/>
              </a:ext>
            </a:extLst>
          </p:cNvPr>
          <p:cNvSpPr>
            <a:spLocks noGrp="1"/>
          </p:cNvSpPr>
          <p:nvPr>
            <p:ph idx="26" hasCustomPrompt="1"/>
          </p:nvPr>
        </p:nvSpPr>
        <p:spPr>
          <a:xfrm>
            <a:off x="5306316" y="1841028"/>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62" name="Text Placeholder 2">
            <a:extLst>
              <a:ext uri="{FF2B5EF4-FFF2-40B4-BE49-F238E27FC236}">
                <a16:creationId xmlns:a16="http://schemas.microsoft.com/office/drawing/2014/main" id="{A779555C-092A-7BBA-F9E1-3B58A6DB0F39}"/>
              </a:ext>
            </a:extLst>
          </p:cNvPr>
          <p:cNvSpPr>
            <a:spLocks noGrp="1"/>
          </p:cNvSpPr>
          <p:nvPr>
            <p:ph idx="27" hasCustomPrompt="1"/>
          </p:nvPr>
        </p:nvSpPr>
        <p:spPr>
          <a:xfrm>
            <a:off x="2214214" y="1841028"/>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64" name="Text Placeholder 2">
            <a:extLst>
              <a:ext uri="{FF2B5EF4-FFF2-40B4-BE49-F238E27FC236}">
                <a16:creationId xmlns:a16="http://schemas.microsoft.com/office/drawing/2014/main" id="{0DEFB301-AFAC-CBFF-463D-3A906BAEC93D}"/>
              </a:ext>
            </a:extLst>
          </p:cNvPr>
          <p:cNvSpPr>
            <a:spLocks noGrp="1"/>
          </p:cNvSpPr>
          <p:nvPr>
            <p:ph idx="29" hasCustomPrompt="1"/>
          </p:nvPr>
        </p:nvSpPr>
        <p:spPr>
          <a:xfrm>
            <a:off x="8377948" y="1841028"/>
            <a:ext cx="1584000" cy="936000"/>
          </a:xfrm>
          <a:prstGeom prst="roundRect">
            <a:avLst>
              <a:gd name="adj" fmla="val 8018"/>
            </a:avLst>
          </a:prstGeom>
          <a:solidFill>
            <a:schemeClr val="bg1"/>
          </a:solidFill>
        </p:spPr>
        <p:txBody>
          <a:bodyPr vert="horz" lIns="108000" tIns="108000" rIns="108000" bIns="108000" numCol="1" spcCol="0" rtlCol="0" anchor="t" anchorCtr="0">
            <a:noAutofit/>
          </a:bodyPr>
          <a:lstStyle>
            <a:lvl1pPr marL="0" indent="0" algn="ctr">
              <a:lnSpc>
                <a:spcPct val="100000"/>
              </a:lnSpc>
              <a:spcAft>
                <a:spcPts val="800"/>
              </a:spcAft>
              <a:buNone/>
              <a:defRPr sz="1200" b="1" i="0">
                <a:solidFill>
                  <a:schemeClr val="tx2"/>
                </a:solidFill>
                <a:latin typeface="Montserrat" pitchFamily="2" charset="77"/>
              </a:defRPr>
            </a:lvl1pPr>
            <a:lvl2pPr marL="0" indent="0" algn="ctr">
              <a:lnSpc>
                <a:spcPct val="100000"/>
              </a:lnSpc>
              <a:spcAft>
                <a:spcPts val="800"/>
              </a:spcAft>
              <a:buClr>
                <a:schemeClr val="accent1"/>
              </a:buClr>
              <a:buFont typeface="Montserrat" panose="020B0604020202020204" pitchFamily="34" charset="0"/>
              <a:buNone/>
              <a:tabLst/>
              <a:defRPr sz="12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23653740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 txt">
    <p:bg>
      <p:bgPr>
        <a:solidFill>
          <a:schemeClr val="accent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0" i="0" u="none" strike="noStrike" kern="1200" cap="none" spc="0" normalizeH="0" baseline="0" noProof="0" smtClean="0">
                <a:ln>
                  <a:noFill/>
                </a:ln>
                <a:solidFill>
                  <a:srgbClr val="16BEC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16BECF"/>
              </a:solidFill>
              <a:effectLst/>
              <a:uLnTx/>
              <a:uFillTx/>
              <a:latin typeface="Montserrat" pitchFamily="2" charset="77"/>
              <a:ea typeface="+mn-ea"/>
              <a:cs typeface="+mn-cs"/>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8" name="Text Placeholder 2">
            <a:extLst>
              <a:ext uri="{FF2B5EF4-FFF2-40B4-BE49-F238E27FC236}">
                <a16:creationId xmlns:a16="http://schemas.microsoft.com/office/drawing/2014/main" id="{CAE15DBE-6CBF-8FFB-CCDD-2B76FD9DCC07}"/>
              </a:ext>
            </a:extLst>
          </p:cNvPr>
          <p:cNvSpPr>
            <a:spLocks noGrp="1"/>
          </p:cNvSpPr>
          <p:nvPr>
            <p:ph idx="1" hasCustomPrompt="1"/>
          </p:nvPr>
        </p:nvSpPr>
        <p:spPr>
          <a:xfrm>
            <a:off x="550863" y="1423314"/>
            <a:ext cx="3489815" cy="4500000"/>
          </a:xfrm>
          <a:prstGeom prst="roundRect">
            <a:avLst>
              <a:gd name="adj" fmla="val 363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Font typeface="Arial" panose="020B0604020202020204" pitchFamily="34" charset="0"/>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1" name="Text Placeholder 2">
            <a:extLst>
              <a:ext uri="{FF2B5EF4-FFF2-40B4-BE49-F238E27FC236}">
                <a16:creationId xmlns:a16="http://schemas.microsoft.com/office/drawing/2014/main" id="{47AAB0A9-74B5-7FAB-5236-4BB3F0930050}"/>
              </a:ext>
            </a:extLst>
          </p:cNvPr>
          <p:cNvSpPr>
            <a:spLocks noGrp="1"/>
          </p:cNvSpPr>
          <p:nvPr>
            <p:ph idx="10" hasCustomPrompt="1"/>
          </p:nvPr>
        </p:nvSpPr>
        <p:spPr>
          <a:xfrm>
            <a:off x="4351094" y="1423314"/>
            <a:ext cx="3489815" cy="4500000"/>
          </a:xfrm>
          <a:prstGeom prst="roundRect">
            <a:avLst>
              <a:gd name="adj" fmla="val 363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6279B244-1D9C-9928-27B7-FE17326896F5}"/>
              </a:ext>
            </a:extLst>
          </p:cNvPr>
          <p:cNvSpPr>
            <a:spLocks noGrp="1"/>
          </p:cNvSpPr>
          <p:nvPr>
            <p:ph idx="11" hasCustomPrompt="1"/>
          </p:nvPr>
        </p:nvSpPr>
        <p:spPr>
          <a:xfrm>
            <a:off x="8151324" y="1423314"/>
            <a:ext cx="3489815" cy="4500000"/>
          </a:xfrm>
          <a:prstGeom prst="roundRect">
            <a:avLst>
              <a:gd name="adj" fmla="val 363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15445995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ol txt">
    <p:bg>
      <p:bgPr>
        <a:solidFill>
          <a:schemeClr val="accent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0" i="0" u="none" strike="noStrike" kern="1200" cap="none" spc="0" normalizeH="0" baseline="0" noProof="0" smtClean="0">
                <a:ln>
                  <a:noFill/>
                </a:ln>
                <a:solidFill>
                  <a:srgbClr val="16BEC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16BECF"/>
              </a:solidFill>
              <a:effectLst/>
              <a:uLnTx/>
              <a:uFillTx/>
              <a:latin typeface="Montserrat" pitchFamily="2" charset="77"/>
              <a:ea typeface="+mn-ea"/>
              <a:cs typeface="+mn-cs"/>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8" name="Text Placeholder 2">
            <a:extLst>
              <a:ext uri="{FF2B5EF4-FFF2-40B4-BE49-F238E27FC236}">
                <a16:creationId xmlns:a16="http://schemas.microsoft.com/office/drawing/2014/main" id="{CAE15DBE-6CBF-8FFB-CCDD-2B76FD9DCC07}"/>
              </a:ext>
            </a:extLst>
          </p:cNvPr>
          <p:cNvSpPr>
            <a:spLocks noGrp="1"/>
          </p:cNvSpPr>
          <p:nvPr>
            <p:ph idx="1" hasCustomPrompt="1"/>
          </p:nvPr>
        </p:nvSpPr>
        <p:spPr>
          <a:xfrm>
            <a:off x="550863" y="1423314"/>
            <a:ext cx="2592000" cy="450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1" name="Text Placeholder 2">
            <a:extLst>
              <a:ext uri="{FF2B5EF4-FFF2-40B4-BE49-F238E27FC236}">
                <a16:creationId xmlns:a16="http://schemas.microsoft.com/office/drawing/2014/main" id="{47AAB0A9-74B5-7FAB-5236-4BB3F0930050}"/>
              </a:ext>
            </a:extLst>
          </p:cNvPr>
          <p:cNvSpPr>
            <a:spLocks noGrp="1"/>
          </p:cNvSpPr>
          <p:nvPr>
            <p:ph idx="10" hasCustomPrompt="1"/>
          </p:nvPr>
        </p:nvSpPr>
        <p:spPr>
          <a:xfrm>
            <a:off x="3380159" y="1423314"/>
            <a:ext cx="2592000" cy="450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6279B244-1D9C-9928-27B7-FE17326896F5}"/>
              </a:ext>
            </a:extLst>
          </p:cNvPr>
          <p:cNvSpPr>
            <a:spLocks noGrp="1"/>
          </p:cNvSpPr>
          <p:nvPr>
            <p:ph idx="11" hasCustomPrompt="1"/>
          </p:nvPr>
        </p:nvSpPr>
        <p:spPr>
          <a:xfrm>
            <a:off x="6209455" y="1423314"/>
            <a:ext cx="2592000" cy="450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4" name="Text Placeholder 2">
            <a:extLst>
              <a:ext uri="{FF2B5EF4-FFF2-40B4-BE49-F238E27FC236}">
                <a16:creationId xmlns:a16="http://schemas.microsoft.com/office/drawing/2014/main" id="{DFBC8840-2E6F-5D8E-D47E-9764BCE8CB89}"/>
              </a:ext>
            </a:extLst>
          </p:cNvPr>
          <p:cNvSpPr>
            <a:spLocks noGrp="1"/>
          </p:cNvSpPr>
          <p:nvPr>
            <p:ph idx="12" hasCustomPrompt="1"/>
          </p:nvPr>
        </p:nvSpPr>
        <p:spPr>
          <a:xfrm>
            <a:off x="9038752" y="1423988"/>
            <a:ext cx="2592000" cy="450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41291118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 col txt">
    <p:bg>
      <p:bgPr>
        <a:solidFill>
          <a:schemeClr val="accent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0" i="0" u="none" strike="noStrike" kern="1200" cap="none" spc="0" normalizeH="0" baseline="0" noProof="0" smtClean="0">
                <a:ln>
                  <a:noFill/>
                </a:ln>
                <a:solidFill>
                  <a:srgbClr val="16BEC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16BECF"/>
              </a:solidFill>
              <a:effectLst/>
              <a:uLnTx/>
              <a:uFillTx/>
              <a:latin typeface="Montserrat" pitchFamily="2" charset="77"/>
              <a:ea typeface="+mn-ea"/>
              <a:cs typeface="+mn-cs"/>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4" name="Text Placeholder 2">
            <a:extLst>
              <a:ext uri="{FF2B5EF4-FFF2-40B4-BE49-F238E27FC236}">
                <a16:creationId xmlns:a16="http://schemas.microsoft.com/office/drawing/2014/main" id="{9120372B-7036-B56B-F93B-1DC22B39401E}"/>
              </a:ext>
            </a:extLst>
          </p:cNvPr>
          <p:cNvSpPr>
            <a:spLocks noGrp="1"/>
          </p:cNvSpPr>
          <p:nvPr>
            <p:ph idx="1" hasCustomPrompt="1"/>
          </p:nvPr>
        </p:nvSpPr>
        <p:spPr>
          <a:xfrm>
            <a:off x="550863" y="1423314"/>
            <a:ext cx="2052000" cy="4500000"/>
          </a:xfrm>
          <a:prstGeom prst="roundRect">
            <a:avLst>
              <a:gd name="adj" fmla="val 618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9" name="Text Placeholder 2">
            <a:extLst>
              <a:ext uri="{FF2B5EF4-FFF2-40B4-BE49-F238E27FC236}">
                <a16:creationId xmlns:a16="http://schemas.microsoft.com/office/drawing/2014/main" id="{F929CCD8-782C-C373-BF97-F9E878857752}"/>
              </a:ext>
            </a:extLst>
          </p:cNvPr>
          <p:cNvSpPr>
            <a:spLocks noGrp="1"/>
          </p:cNvSpPr>
          <p:nvPr>
            <p:ph idx="10" hasCustomPrompt="1"/>
          </p:nvPr>
        </p:nvSpPr>
        <p:spPr>
          <a:xfrm>
            <a:off x="2807835" y="1423314"/>
            <a:ext cx="2052000" cy="4500000"/>
          </a:xfrm>
          <a:prstGeom prst="roundRect">
            <a:avLst>
              <a:gd name="adj" fmla="val 618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0" name="Text Placeholder 2">
            <a:extLst>
              <a:ext uri="{FF2B5EF4-FFF2-40B4-BE49-F238E27FC236}">
                <a16:creationId xmlns:a16="http://schemas.microsoft.com/office/drawing/2014/main" id="{F9E7EF19-8CD2-E7E7-4CC4-0FA03B8FBCD4}"/>
              </a:ext>
            </a:extLst>
          </p:cNvPr>
          <p:cNvSpPr>
            <a:spLocks noGrp="1"/>
          </p:cNvSpPr>
          <p:nvPr>
            <p:ph idx="11" hasCustomPrompt="1"/>
          </p:nvPr>
        </p:nvSpPr>
        <p:spPr>
          <a:xfrm>
            <a:off x="5064807" y="1423314"/>
            <a:ext cx="2052000" cy="4500000"/>
          </a:xfrm>
          <a:prstGeom prst="roundRect">
            <a:avLst>
              <a:gd name="adj" fmla="val 618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1" name="Text Placeholder 2">
            <a:extLst>
              <a:ext uri="{FF2B5EF4-FFF2-40B4-BE49-F238E27FC236}">
                <a16:creationId xmlns:a16="http://schemas.microsoft.com/office/drawing/2014/main" id="{F8A96D28-FA55-855B-B41B-C043066DED9F}"/>
              </a:ext>
            </a:extLst>
          </p:cNvPr>
          <p:cNvSpPr>
            <a:spLocks noGrp="1"/>
          </p:cNvSpPr>
          <p:nvPr>
            <p:ph idx="12" hasCustomPrompt="1"/>
          </p:nvPr>
        </p:nvSpPr>
        <p:spPr>
          <a:xfrm>
            <a:off x="7321779" y="1423314"/>
            <a:ext cx="2052000" cy="4500000"/>
          </a:xfrm>
          <a:prstGeom prst="roundRect">
            <a:avLst>
              <a:gd name="adj" fmla="val 618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48E7BDE1-A735-557A-9CDA-B83C6F820B62}"/>
              </a:ext>
            </a:extLst>
          </p:cNvPr>
          <p:cNvSpPr>
            <a:spLocks noGrp="1"/>
          </p:cNvSpPr>
          <p:nvPr>
            <p:ph idx="13" hasCustomPrompt="1"/>
          </p:nvPr>
        </p:nvSpPr>
        <p:spPr>
          <a:xfrm>
            <a:off x="9578752" y="1423314"/>
            <a:ext cx="2052000" cy="4500000"/>
          </a:xfrm>
          <a:prstGeom prst="roundRect">
            <a:avLst>
              <a:gd name="adj" fmla="val 6189"/>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30978932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 col txt">
    <p:bg>
      <p:bgPr>
        <a:solidFill>
          <a:schemeClr val="accent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0" i="0" u="none" strike="noStrike" kern="1200" cap="none" spc="0" normalizeH="0" baseline="0" noProof="0" smtClean="0">
                <a:ln>
                  <a:noFill/>
                </a:ln>
                <a:solidFill>
                  <a:srgbClr val="16BEC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16BECF"/>
              </a:solidFill>
              <a:effectLst/>
              <a:uLnTx/>
              <a:uFillTx/>
              <a:latin typeface="Montserrat" pitchFamily="2" charset="77"/>
              <a:ea typeface="+mn-ea"/>
              <a:cs typeface="+mn-cs"/>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4" name="Text Placeholder 2">
            <a:extLst>
              <a:ext uri="{FF2B5EF4-FFF2-40B4-BE49-F238E27FC236}">
                <a16:creationId xmlns:a16="http://schemas.microsoft.com/office/drawing/2014/main" id="{9120372B-7036-B56B-F93B-1DC22B39401E}"/>
              </a:ext>
            </a:extLst>
          </p:cNvPr>
          <p:cNvSpPr>
            <a:spLocks noGrp="1"/>
          </p:cNvSpPr>
          <p:nvPr>
            <p:ph idx="1" hasCustomPrompt="1"/>
          </p:nvPr>
        </p:nvSpPr>
        <p:spPr>
          <a:xfrm>
            <a:off x="550863" y="1423988"/>
            <a:ext cx="1692000" cy="4500000"/>
          </a:xfrm>
          <a:prstGeom prst="roundRect">
            <a:avLst>
              <a:gd name="adj" fmla="val 7506"/>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0" name="Text Placeholder 2">
            <a:extLst>
              <a:ext uri="{FF2B5EF4-FFF2-40B4-BE49-F238E27FC236}">
                <a16:creationId xmlns:a16="http://schemas.microsoft.com/office/drawing/2014/main" id="{A4022B0E-F3EA-29D0-453F-F84EE5792A3C}"/>
              </a:ext>
            </a:extLst>
          </p:cNvPr>
          <p:cNvSpPr>
            <a:spLocks noGrp="1"/>
          </p:cNvSpPr>
          <p:nvPr>
            <p:ph idx="10" hasCustomPrompt="1"/>
          </p:nvPr>
        </p:nvSpPr>
        <p:spPr>
          <a:xfrm>
            <a:off x="2430518" y="1423988"/>
            <a:ext cx="1692000" cy="4500000"/>
          </a:xfrm>
          <a:prstGeom prst="roundRect">
            <a:avLst>
              <a:gd name="adj" fmla="val 7506"/>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1" name="Text Placeholder 2">
            <a:extLst>
              <a:ext uri="{FF2B5EF4-FFF2-40B4-BE49-F238E27FC236}">
                <a16:creationId xmlns:a16="http://schemas.microsoft.com/office/drawing/2014/main" id="{E1DEF7DC-9ED9-ABBA-783C-8DC5F8578D17}"/>
              </a:ext>
            </a:extLst>
          </p:cNvPr>
          <p:cNvSpPr>
            <a:spLocks noGrp="1"/>
          </p:cNvSpPr>
          <p:nvPr>
            <p:ph idx="11" hasCustomPrompt="1"/>
          </p:nvPr>
        </p:nvSpPr>
        <p:spPr>
          <a:xfrm>
            <a:off x="4310173" y="1423988"/>
            <a:ext cx="1692000" cy="4500000"/>
          </a:xfrm>
          <a:prstGeom prst="roundRect">
            <a:avLst>
              <a:gd name="adj" fmla="val 7506"/>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E4281AA3-84ED-87B2-2B3F-885B9CDA893C}"/>
              </a:ext>
            </a:extLst>
          </p:cNvPr>
          <p:cNvSpPr>
            <a:spLocks noGrp="1"/>
          </p:cNvSpPr>
          <p:nvPr>
            <p:ph idx="12" hasCustomPrompt="1"/>
          </p:nvPr>
        </p:nvSpPr>
        <p:spPr>
          <a:xfrm>
            <a:off x="6189828" y="1423988"/>
            <a:ext cx="1692000" cy="4500000"/>
          </a:xfrm>
          <a:prstGeom prst="roundRect">
            <a:avLst>
              <a:gd name="adj" fmla="val 7506"/>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3" name="Text Placeholder 2">
            <a:extLst>
              <a:ext uri="{FF2B5EF4-FFF2-40B4-BE49-F238E27FC236}">
                <a16:creationId xmlns:a16="http://schemas.microsoft.com/office/drawing/2014/main" id="{D5A217B6-559A-C46C-F268-3D2A9EF36548}"/>
              </a:ext>
            </a:extLst>
          </p:cNvPr>
          <p:cNvSpPr>
            <a:spLocks noGrp="1"/>
          </p:cNvSpPr>
          <p:nvPr>
            <p:ph idx="13" hasCustomPrompt="1"/>
          </p:nvPr>
        </p:nvSpPr>
        <p:spPr>
          <a:xfrm>
            <a:off x="8069483" y="1423988"/>
            <a:ext cx="1692000" cy="4500000"/>
          </a:xfrm>
          <a:prstGeom prst="roundRect">
            <a:avLst>
              <a:gd name="adj" fmla="val 7506"/>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4" name="Text Placeholder 2">
            <a:extLst>
              <a:ext uri="{FF2B5EF4-FFF2-40B4-BE49-F238E27FC236}">
                <a16:creationId xmlns:a16="http://schemas.microsoft.com/office/drawing/2014/main" id="{1F9D2B59-67B1-5AC6-8CB0-94FB5390083A}"/>
              </a:ext>
            </a:extLst>
          </p:cNvPr>
          <p:cNvSpPr>
            <a:spLocks noGrp="1"/>
          </p:cNvSpPr>
          <p:nvPr>
            <p:ph idx="14" hasCustomPrompt="1"/>
          </p:nvPr>
        </p:nvSpPr>
        <p:spPr>
          <a:xfrm>
            <a:off x="9949138" y="1423988"/>
            <a:ext cx="1692000" cy="4500000"/>
          </a:xfrm>
          <a:prstGeom prst="roundRect">
            <a:avLst>
              <a:gd name="adj" fmla="val 7506"/>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23218028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8 col txt">
    <p:bg>
      <p:bgPr>
        <a:solidFill>
          <a:schemeClr val="accent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0" i="0" u="none" strike="noStrike" kern="1200" cap="none" spc="0" normalizeH="0" baseline="0" noProof="0" smtClean="0">
                <a:ln>
                  <a:noFill/>
                </a:ln>
                <a:solidFill>
                  <a:srgbClr val="16BEC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16BECF"/>
              </a:solidFill>
              <a:effectLst/>
              <a:uLnTx/>
              <a:uFillTx/>
              <a:latin typeface="Montserrat" pitchFamily="2" charset="77"/>
              <a:ea typeface="+mn-ea"/>
              <a:cs typeface="+mn-cs"/>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8" name="Text Placeholder 2">
            <a:extLst>
              <a:ext uri="{FF2B5EF4-FFF2-40B4-BE49-F238E27FC236}">
                <a16:creationId xmlns:a16="http://schemas.microsoft.com/office/drawing/2014/main" id="{CAE15DBE-6CBF-8FFB-CCDD-2B76FD9DCC07}"/>
              </a:ext>
            </a:extLst>
          </p:cNvPr>
          <p:cNvSpPr>
            <a:spLocks noGrp="1"/>
          </p:cNvSpPr>
          <p:nvPr>
            <p:ph idx="1" hasCustomPrompt="1"/>
          </p:nvPr>
        </p:nvSpPr>
        <p:spPr>
          <a:xfrm>
            <a:off x="550863" y="1423314"/>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1" name="Text Placeholder 2">
            <a:extLst>
              <a:ext uri="{FF2B5EF4-FFF2-40B4-BE49-F238E27FC236}">
                <a16:creationId xmlns:a16="http://schemas.microsoft.com/office/drawing/2014/main" id="{47AAB0A9-74B5-7FAB-5236-4BB3F0930050}"/>
              </a:ext>
            </a:extLst>
          </p:cNvPr>
          <p:cNvSpPr>
            <a:spLocks noGrp="1"/>
          </p:cNvSpPr>
          <p:nvPr>
            <p:ph idx="10" hasCustomPrompt="1"/>
          </p:nvPr>
        </p:nvSpPr>
        <p:spPr>
          <a:xfrm>
            <a:off x="3380159" y="1423314"/>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12" name="Text Placeholder 2">
            <a:extLst>
              <a:ext uri="{FF2B5EF4-FFF2-40B4-BE49-F238E27FC236}">
                <a16:creationId xmlns:a16="http://schemas.microsoft.com/office/drawing/2014/main" id="{6279B244-1D9C-9928-27B7-FE17326896F5}"/>
              </a:ext>
            </a:extLst>
          </p:cNvPr>
          <p:cNvSpPr>
            <a:spLocks noGrp="1"/>
          </p:cNvSpPr>
          <p:nvPr>
            <p:ph idx="11" hasCustomPrompt="1"/>
          </p:nvPr>
        </p:nvSpPr>
        <p:spPr>
          <a:xfrm>
            <a:off x="6209455" y="1423314"/>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4" name="Text Placeholder 2">
            <a:extLst>
              <a:ext uri="{FF2B5EF4-FFF2-40B4-BE49-F238E27FC236}">
                <a16:creationId xmlns:a16="http://schemas.microsoft.com/office/drawing/2014/main" id="{DFBC8840-2E6F-5D8E-D47E-9764BCE8CB89}"/>
              </a:ext>
            </a:extLst>
          </p:cNvPr>
          <p:cNvSpPr>
            <a:spLocks noGrp="1"/>
          </p:cNvSpPr>
          <p:nvPr>
            <p:ph idx="12" hasCustomPrompt="1"/>
          </p:nvPr>
        </p:nvSpPr>
        <p:spPr>
          <a:xfrm>
            <a:off x="9038752" y="1423988"/>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5" name="Text Placeholder 2">
            <a:extLst>
              <a:ext uri="{FF2B5EF4-FFF2-40B4-BE49-F238E27FC236}">
                <a16:creationId xmlns:a16="http://schemas.microsoft.com/office/drawing/2014/main" id="{3E011DFB-AA51-4F9E-AE2A-43B85D9FA892}"/>
              </a:ext>
            </a:extLst>
          </p:cNvPr>
          <p:cNvSpPr>
            <a:spLocks noGrp="1"/>
          </p:cNvSpPr>
          <p:nvPr>
            <p:ph idx="13" hasCustomPrompt="1"/>
          </p:nvPr>
        </p:nvSpPr>
        <p:spPr>
          <a:xfrm>
            <a:off x="550863" y="3860855"/>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6" name="Text Placeholder 2">
            <a:extLst>
              <a:ext uri="{FF2B5EF4-FFF2-40B4-BE49-F238E27FC236}">
                <a16:creationId xmlns:a16="http://schemas.microsoft.com/office/drawing/2014/main" id="{26659D32-62B8-56E3-0996-64553B2222AE}"/>
              </a:ext>
            </a:extLst>
          </p:cNvPr>
          <p:cNvSpPr>
            <a:spLocks noGrp="1"/>
          </p:cNvSpPr>
          <p:nvPr>
            <p:ph idx="14" hasCustomPrompt="1"/>
          </p:nvPr>
        </p:nvSpPr>
        <p:spPr>
          <a:xfrm>
            <a:off x="3380159" y="3860855"/>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7" name="Text Placeholder 2">
            <a:extLst>
              <a:ext uri="{FF2B5EF4-FFF2-40B4-BE49-F238E27FC236}">
                <a16:creationId xmlns:a16="http://schemas.microsoft.com/office/drawing/2014/main" id="{C87294E2-59BD-232C-175B-CA9A73B2E9C8}"/>
              </a:ext>
            </a:extLst>
          </p:cNvPr>
          <p:cNvSpPr>
            <a:spLocks noGrp="1"/>
          </p:cNvSpPr>
          <p:nvPr>
            <p:ph idx="15" hasCustomPrompt="1"/>
          </p:nvPr>
        </p:nvSpPr>
        <p:spPr>
          <a:xfrm>
            <a:off x="6209455" y="3860855"/>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9" name="Text Placeholder 2">
            <a:extLst>
              <a:ext uri="{FF2B5EF4-FFF2-40B4-BE49-F238E27FC236}">
                <a16:creationId xmlns:a16="http://schemas.microsoft.com/office/drawing/2014/main" id="{F7E2D64D-B92D-02BC-A884-081D376C2698}"/>
              </a:ext>
            </a:extLst>
          </p:cNvPr>
          <p:cNvSpPr>
            <a:spLocks noGrp="1"/>
          </p:cNvSpPr>
          <p:nvPr>
            <p:ph idx="16" hasCustomPrompt="1"/>
          </p:nvPr>
        </p:nvSpPr>
        <p:spPr>
          <a:xfrm>
            <a:off x="9038752" y="3861529"/>
            <a:ext cx="2592000" cy="2160000"/>
          </a:xfrm>
          <a:prstGeom prst="roundRect">
            <a:avLst>
              <a:gd name="adj" fmla="val 4900"/>
            </a:avLst>
          </a:prstGeom>
          <a:solidFill>
            <a:schemeClr val="bg1"/>
          </a:solidFill>
        </p:spPr>
        <p:txBody>
          <a:bodyPr vert="horz" lIns="180000" tIns="180000" rIns="180000" bIns="180000" numCol="1" spcCol="0" rtlCol="0" anchor="t" anchorCtr="0">
            <a:noAutofit/>
          </a:bodyPr>
          <a:lstStyle>
            <a:lvl1pPr marL="0" indent="0">
              <a:lnSpc>
                <a:spcPct val="100000"/>
              </a:lnSpc>
              <a:spcAft>
                <a:spcPts val="800"/>
              </a:spcAft>
              <a:buNone/>
              <a:defRPr sz="1800" b="1" i="0">
                <a:solidFill>
                  <a:schemeClr val="tx2"/>
                </a:solidFill>
                <a:latin typeface="Montserrat" pitchFamily="2" charset="77"/>
              </a:defRPr>
            </a:lvl1pPr>
            <a:lvl2pPr marL="177800" indent="-177800">
              <a:lnSpc>
                <a:spcPct val="100000"/>
              </a:lnSpc>
              <a:spcAft>
                <a:spcPts val="800"/>
              </a:spcAft>
              <a:buClr>
                <a:schemeClr val="accent1"/>
              </a:buClr>
              <a:buFont typeface="Montserrat" panose="020B0604020202020204" pitchFamily="34" charset="0"/>
              <a:buChar char="•"/>
              <a:tabLst/>
              <a:defRPr sz="1800" b="0" i="0">
                <a:solidFill>
                  <a:schemeClr val="tx2"/>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2261873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dots">
    <p:bg>
      <p:bgPr>
        <a:solidFill>
          <a:schemeClr val="tx2"/>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0" i="0" u="none" strike="noStrike" kern="1200" cap="none" spc="0" normalizeH="0" baseline="0" noProof="0" smtClean="0">
                <a:ln>
                  <a:noFill/>
                </a:ln>
                <a:solidFill>
                  <a:srgbClr val="16BEC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16BECF"/>
              </a:solidFill>
              <a:effectLst/>
              <a:uLnTx/>
              <a:uFillTx/>
              <a:latin typeface="Montserrat" pitchFamily="2" charset="77"/>
              <a:ea typeface="+mn-ea"/>
              <a:cs typeface="+mn-cs"/>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10" name="Text Placeholder 50">
            <a:extLst>
              <a:ext uri="{FF2B5EF4-FFF2-40B4-BE49-F238E27FC236}">
                <a16:creationId xmlns:a16="http://schemas.microsoft.com/office/drawing/2014/main" id="{A422DDC8-9D1A-77D8-388C-3C9A6075237E}"/>
              </a:ext>
            </a:extLst>
          </p:cNvPr>
          <p:cNvSpPr>
            <a:spLocks noGrp="1"/>
          </p:cNvSpPr>
          <p:nvPr>
            <p:ph type="body" sz="quarter" idx="10"/>
          </p:nvPr>
        </p:nvSpPr>
        <p:spPr>
          <a:xfrm>
            <a:off x="569656" y="2403500"/>
            <a:ext cx="1717667" cy="1717667"/>
          </a:xfrm>
          <a:custGeom>
            <a:avLst/>
            <a:gdLst>
              <a:gd name="connsiteX0" fmla="*/ 644125 w 1288250"/>
              <a:gd name="connsiteY0" fmla="*/ 0 h 1288250"/>
              <a:gd name="connsiteX1" fmla="*/ 1288250 w 1288250"/>
              <a:gd name="connsiteY1" fmla="*/ 644125 h 1288250"/>
              <a:gd name="connsiteX2" fmla="*/ 644125 w 1288250"/>
              <a:gd name="connsiteY2" fmla="*/ 1288250 h 1288250"/>
              <a:gd name="connsiteX3" fmla="*/ 0 w 1288250"/>
              <a:gd name="connsiteY3" fmla="*/ 644125 h 1288250"/>
              <a:gd name="connsiteX4" fmla="*/ 644125 w 1288250"/>
              <a:gd name="connsiteY4" fmla="*/ 0 h 1288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0" h="1288250">
                <a:moveTo>
                  <a:pt x="644125" y="0"/>
                </a:moveTo>
                <a:cubicBezTo>
                  <a:pt x="999865" y="0"/>
                  <a:pt x="1288250" y="288385"/>
                  <a:pt x="1288250" y="644125"/>
                </a:cubicBezTo>
                <a:cubicBezTo>
                  <a:pt x="1288250" y="999865"/>
                  <a:pt x="999865" y="1288250"/>
                  <a:pt x="644125" y="1288250"/>
                </a:cubicBezTo>
                <a:cubicBezTo>
                  <a:pt x="288385" y="1288250"/>
                  <a:pt x="0" y="999865"/>
                  <a:pt x="0" y="644125"/>
                </a:cubicBezTo>
                <a:cubicBezTo>
                  <a:pt x="0" y="288385"/>
                  <a:pt x="288385" y="0"/>
                  <a:pt x="644125" y="0"/>
                </a:cubicBezTo>
                <a:close/>
              </a:path>
            </a:pathLst>
          </a:custGeom>
          <a:solidFill>
            <a:schemeClr val="accent2"/>
          </a:solidFill>
        </p:spPr>
        <p:txBody>
          <a:bodyPr wrap="square" lIns="108000" tIns="108000" rIns="108000" bIns="108000" anchor="ctr">
            <a:noAutofit/>
          </a:bodyPr>
          <a:lstStyle>
            <a:lvl1pPr algn="ctr">
              <a:lnSpc>
                <a:spcPct val="100000"/>
              </a:lnSpc>
              <a:defRPr sz="1867" b="0" i="0">
                <a:solidFill>
                  <a:schemeClr val="tx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3" name="Text Placeholder 51">
            <a:extLst>
              <a:ext uri="{FF2B5EF4-FFF2-40B4-BE49-F238E27FC236}">
                <a16:creationId xmlns:a16="http://schemas.microsoft.com/office/drawing/2014/main" id="{B48A4A19-2BEA-67D2-09AC-A3427E39C891}"/>
              </a:ext>
            </a:extLst>
          </p:cNvPr>
          <p:cNvSpPr>
            <a:spLocks noGrp="1"/>
          </p:cNvSpPr>
          <p:nvPr>
            <p:ph type="body" sz="quarter" idx="11"/>
          </p:nvPr>
        </p:nvSpPr>
        <p:spPr>
          <a:xfrm>
            <a:off x="2353481" y="1456236"/>
            <a:ext cx="1188448" cy="1188448"/>
          </a:xfrm>
          <a:custGeom>
            <a:avLst/>
            <a:gdLst>
              <a:gd name="connsiteX0" fmla="*/ 445668 w 891336"/>
              <a:gd name="connsiteY0" fmla="*/ 0 h 891336"/>
              <a:gd name="connsiteX1" fmla="*/ 891336 w 891336"/>
              <a:gd name="connsiteY1" fmla="*/ 445668 h 891336"/>
              <a:gd name="connsiteX2" fmla="*/ 445668 w 891336"/>
              <a:gd name="connsiteY2" fmla="*/ 891336 h 891336"/>
              <a:gd name="connsiteX3" fmla="*/ 0 w 891336"/>
              <a:gd name="connsiteY3" fmla="*/ 445668 h 891336"/>
              <a:gd name="connsiteX4" fmla="*/ 445668 w 891336"/>
              <a:gd name="connsiteY4" fmla="*/ 0 h 891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336" h="891336">
                <a:moveTo>
                  <a:pt x="445668" y="0"/>
                </a:moveTo>
                <a:cubicBezTo>
                  <a:pt x="691804" y="0"/>
                  <a:pt x="891336" y="199532"/>
                  <a:pt x="891336" y="445668"/>
                </a:cubicBezTo>
                <a:cubicBezTo>
                  <a:pt x="891336" y="691804"/>
                  <a:pt x="691804" y="891336"/>
                  <a:pt x="445668" y="891336"/>
                </a:cubicBezTo>
                <a:cubicBezTo>
                  <a:pt x="199532" y="891336"/>
                  <a:pt x="0" y="691804"/>
                  <a:pt x="0" y="445668"/>
                </a:cubicBezTo>
                <a:cubicBezTo>
                  <a:pt x="0" y="199532"/>
                  <a:pt x="199532" y="0"/>
                  <a:pt x="445668" y="0"/>
                </a:cubicBezTo>
                <a:close/>
              </a:path>
            </a:pathLst>
          </a:custGeom>
          <a:solidFill>
            <a:schemeClr val="accent1"/>
          </a:solidFill>
        </p:spPr>
        <p:txBody>
          <a:bodyPr wrap="square" lIns="108000" tIns="108000" rIns="108000" bIns="108000" anchor="ctr">
            <a:noAutofit/>
          </a:bodyPr>
          <a:lstStyle>
            <a:lvl1pPr algn="ctr">
              <a:lnSpc>
                <a:spcPct val="100000"/>
              </a:lnSpc>
              <a:defRPr sz="1333" b="0"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4" name="Text Placeholder 53">
            <a:extLst>
              <a:ext uri="{FF2B5EF4-FFF2-40B4-BE49-F238E27FC236}">
                <a16:creationId xmlns:a16="http://schemas.microsoft.com/office/drawing/2014/main" id="{789BCF42-240D-F169-0A0B-F268C1756110}"/>
              </a:ext>
            </a:extLst>
          </p:cNvPr>
          <p:cNvSpPr>
            <a:spLocks noGrp="1"/>
          </p:cNvSpPr>
          <p:nvPr>
            <p:ph type="body" sz="quarter" idx="12"/>
          </p:nvPr>
        </p:nvSpPr>
        <p:spPr>
          <a:xfrm>
            <a:off x="3469109" y="2759551"/>
            <a:ext cx="1429317" cy="1429317"/>
          </a:xfrm>
          <a:custGeom>
            <a:avLst/>
            <a:gdLst>
              <a:gd name="connsiteX0" fmla="*/ 535994 w 1071988"/>
              <a:gd name="connsiteY0" fmla="*/ 0 h 1071988"/>
              <a:gd name="connsiteX1" fmla="*/ 1071988 w 1071988"/>
              <a:gd name="connsiteY1" fmla="*/ 535994 h 1071988"/>
              <a:gd name="connsiteX2" fmla="*/ 535994 w 1071988"/>
              <a:gd name="connsiteY2" fmla="*/ 1071988 h 1071988"/>
              <a:gd name="connsiteX3" fmla="*/ 0 w 1071988"/>
              <a:gd name="connsiteY3" fmla="*/ 535994 h 1071988"/>
              <a:gd name="connsiteX4" fmla="*/ 535994 w 1071988"/>
              <a:gd name="connsiteY4" fmla="*/ 0 h 1071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88" h="1071988">
                <a:moveTo>
                  <a:pt x="535994" y="0"/>
                </a:moveTo>
                <a:cubicBezTo>
                  <a:pt x="832015" y="0"/>
                  <a:pt x="1071988" y="239973"/>
                  <a:pt x="1071988" y="535994"/>
                </a:cubicBezTo>
                <a:cubicBezTo>
                  <a:pt x="1071988" y="832015"/>
                  <a:pt x="832015" y="1071988"/>
                  <a:pt x="535994" y="1071988"/>
                </a:cubicBezTo>
                <a:cubicBezTo>
                  <a:pt x="239973" y="1071988"/>
                  <a:pt x="0" y="832015"/>
                  <a:pt x="0" y="535994"/>
                </a:cubicBezTo>
                <a:cubicBezTo>
                  <a:pt x="0" y="239973"/>
                  <a:pt x="239973" y="0"/>
                  <a:pt x="535994" y="0"/>
                </a:cubicBezTo>
                <a:close/>
              </a:path>
            </a:pathLst>
          </a:custGeom>
          <a:solidFill>
            <a:schemeClr val="accent3">
              <a:lumMod val="75000"/>
            </a:schemeClr>
          </a:solidFill>
        </p:spPr>
        <p:txBody>
          <a:bodyPr wrap="square" lIns="108000" tIns="108000" rIns="108000" bIns="108000" anchor="ctr">
            <a:noAutofit/>
          </a:bodyPr>
          <a:lstStyle>
            <a:lvl1pPr algn="ctr">
              <a:lnSpc>
                <a:spcPct val="100000"/>
              </a:lnSpc>
              <a:defRPr sz="1333" b="0"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5" name="Text Placeholder 52">
            <a:extLst>
              <a:ext uri="{FF2B5EF4-FFF2-40B4-BE49-F238E27FC236}">
                <a16:creationId xmlns:a16="http://schemas.microsoft.com/office/drawing/2014/main" id="{1CADDE0F-0315-BFDC-D9A7-20671241E24E}"/>
              </a:ext>
            </a:extLst>
          </p:cNvPr>
          <p:cNvSpPr>
            <a:spLocks noGrp="1"/>
          </p:cNvSpPr>
          <p:nvPr>
            <p:ph type="body" sz="quarter" idx="13"/>
          </p:nvPr>
        </p:nvSpPr>
        <p:spPr>
          <a:xfrm>
            <a:off x="6314172" y="1136262"/>
            <a:ext cx="1736085" cy="1736085"/>
          </a:xfrm>
          <a:custGeom>
            <a:avLst/>
            <a:gdLst>
              <a:gd name="connsiteX0" fmla="*/ 651032 w 1302064"/>
              <a:gd name="connsiteY0" fmla="*/ 0 h 1302064"/>
              <a:gd name="connsiteX1" fmla="*/ 1302064 w 1302064"/>
              <a:gd name="connsiteY1" fmla="*/ 651032 h 1302064"/>
              <a:gd name="connsiteX2" fmla="*/ 651032 w 1302064"/>
              <a:gd name="connsiteY2" fmla="*/ 1302064 h 1302064"/>
              <a:gd name="connsiteX3" fmla="*/ 0 w 1302064"/>
              <a:gd name="connsiteY3" fmla="*/ 651032 h 1302064"/>
              <a:gd name="connsiteX4" fmla="*/ 651032 w 1302064"/>
              <a:gd name="connsiteY4" fmla="*/ 0 h 1302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2064" h="1302064">
                <a:moveTo>
                  <a:pt x="651032" y="0"/>
                </a:moveTo>
                <a:cubicBezTo>
                  <a:pt x="1010587" y="0"/>
                  <a:pt x="1302064" y="291477"/>
                  <a:pt x="1302064" y="651032"/>
                </a:cubicBezTo>
                <a:cubicBezTo>
                  <a:pt x="1302064" y="1010587"/>
                  <a:pt x="1010587" y="1302064"/>
                  <a:pt x="651032" y="1302064"/>
                </a:cubicBezTo>
                <a:cubicBezTo>
                  <a:pt x="291477" y="1302064"/>
                  <a:pt x="0" y="1010587"/>
                  <a:pt x="0" y="651032"/>
                </a:cubicBezTo>
                <a:cubicBezTo>
                  <a:pt x="0" y="291477"/>
                  <a:pt x="291477" y="0"/>
                  <a:pt x="651032" y="0"/>
                </a:cubicBezTo>
                <a:close/>
              </a:path>
            </a:pathLst>
          </a:custGeom>
          <a:solidFill>
            <a:schemeClr val="accent3"/>
          </a:solidFill>
          <a:ln w="12700">
            <a:solidFill>
              <a:schemeClr val="bg1"/>
            </a:solidFill>
          </a:ln>
        </p:spPr>
        <p:txBody>
          <a:bodyPr wrap="square" lIns="108000" tIns="108000" rIns="108000" bIns="108000" anchor="ctr">
            <a:noAutofit/>
          </a:bodyPr>
          <a:lstStyle>
            <a:lvl1pPr algn="ctr">
              <a:lnSpc>
                <a:spcPct val="100000"/>
              </a:lnSpc>
              <a:defRPr sz="1600" b="1"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6" name="Text Placeholder 59">
            <a:extLst>
              <a:ext uri="{FF2B5EF4-FFF2-40B4-BE49-F238E27FC236}">
                <a16:creationId xmlns:a16="http://schemas.microsoft.com/office/drawing/2014/main" id="{1B5C555D-BE09-CA00-719B-48E49DCF6399}"/>
              </a:ext>
            </a:extLst>
          </p:cNvPr>
          <p:cNvSpPr>
            <a:spLocks noGrp="1"/>
          </p:cNvSpPr>
          <p:nvPr>
            <p:ph type="body" sz="quarter" idx="14"/>
          </p:nvPr>
        </p:nvSpPr>
        <p:spPr>
          <a:xfrm>
            <a:off x="8672272" y="542038"/>
            <a:ext cx="1188448" cy="1188448"/>
          </a:xfrm>
          <a:custGeom>
            <a:avLst/>
            <a:gdLst>
              <a:gd name="connsiteX0" fmla="*/ 445668 w 891336"/>
              <a:gd name="connsiteY0" fmla="*/ 0 h 891336"/>
              <a:gd name="connsiteX1" fmla="*/ 891336 w 891336"/>
              <a:gd name="connsiteY1" fmla="*/ 445668 h 891336"/>
              <a:gd name="connsiteX2" fmla="*/ 445668 w 891336"/>
              <a:gd name="connsiteY2" fmla="*/ 891336 h 891336"/>
              <a:gd name="connsiteX3" fmla="*/ 0 w 891336"/>
              <a:gd name="connsiteY3" fmla="*/ 445668 h 891336"/>
              <a:gd name="connsiteX4" fmla="*/ 445668 w 891336"/>
              <a:gd name="connsiteY4" fmla="*/ 0 h 891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336" h="891336">
                <a:moveTo>
                  <a:pt x="445668" y="0"/>
                </a:moveTo>
                <a:cubicBezTo>
                  <a:pt x="691804" y="0"/>
                  <a:pt x="891336" y="199532"/>
                  <a:pt x="891336" y="445668"/>
                </a:cubicBezTo>
                <a:cubicBezTo>
                  <a:pt x="891336" y="691804"/>
                  <a:pt x="691804" y="891336"/>
                  <a:pt x="445668" y="891336"/>
                </a:cubicBezTo>
                <a:cubicBezTo>
                  <a:pt x="199532" y="891336"/>
                  <a:pt x="0" y="691804"/>
                  <a:pt x="0" y="445668"/>
                </a:cubicBezTo>
                <a:cubicBezTo>
                  <a:pt x="0" y="199532"/>
                  <a:pt x="199532" y="0"/>
                  <a:pt x="445668" y="0"/>
                </a:cubicBezTo>
                <a:close/>
              </a:path>
            </a:pathLst>
          </a:custGeom>
          <a:solidFill>
            <a:schemeClr val="accent2"/>
          </a:solidFill>
        </p:spPr>
        <p:txBody>
          <a:bodyPr wrap="square" lIns="108000" tIns="108000" rIns="108000" bIns="108000" anchor="ctr">
            <a:noAutofit/>
          </a:bodyPr>
          <a:lstStyle>
            <a:lvl1pPr algn="ctr">
              <a:lnSpc>
                <a:spcPct val="100000"/>
              </a:lnSpc>
              <a:defRPr sz="1333" b="0" i="0">
                <a:solidFill>
                  <a:schemeClr val="tx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7" name="Text Placeholder 58">
            <a:extLst>
              <a:ext uri="{FF2B5EF4-FFF2-40B4-BE49-F238E27FC236}">
                <a16:creationId xmlns:a16="http://schemas.microsoft.com/office/drawing/2014/main" id="{48787017-BBC8-2974-C1A2-DD13291DEF21}"/>
              </a:ext>
            </a:extLst>
          </p:cNvPr>
          <p:cNvSpPr>
            <a:spLocks noGrp="1"/>
          </p:cNvSpPr>
          <p:nvPr>
            <p:ph type="body" sz="quarter" idx="15"/>
          </p:nvPr>
        </p:nvSpPr>
        <p:spPr>
          <a:xfrm>
            <a:off x="10051245" y="1691234"/>
            <a:ext cx="1571099" cy="1571099"/>
          </a:xfrm>
          <a:custGeom>
            <a:avLst/>
            <a:gdLst>
              <a:gd name="connsiteX0" fmla="*/ 589162 w 1178324"/>
              <a:gd name="connsiteY0" fmla="*/ 0 h 1178324"/>
              <a:gd name="connsiteX1" fmla="*/ 1178324 w 1178324"/>
              <a:gd name="connsiteY1" fmla="*/ 589162 h 1178324"/>
              <a:gd name="connsiteX2" fmla="*/ 589162 w 1178324"/>
              <a:gd name="connsiteY2" fmla="*/ 1178324 h 1178324"/>
              <a:gd name="connsiteX3" fmla="*/ 0 w 1178324"/>
              <a:gd name="connsiteY3" fmla="*/ 589162 h 1178324"/>
              <a:gd name="connsiteX4" fmla="*/ 589162 w 1178324"/>
              <a:gd name="connsiteY4" fmla="*/ 0 h 1178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324" h="1178324">
                <a:moveTo>
                  <a:pt x="589162" y="0"/>
                </a:moveTo>
                <a:cubicBezTo>
                  <a:pt x="914547" y="0"/>
                  <a:pt x="1178324" y="263777"/>
                  <a:pt x="1178324" y="589162"/>
                </a:cubicBezTo>
                <a:cubicBezTo>
                  <a:pt x="1178324" y="914547"/>
                  <a:pt x="914547" y="1178324"/>
                  <a:pt x="589162" y="1178324"/>
                </a:cubicBezTo>
                <a:cubicBezTo>
                  <a:pt x="263777" y="1178324"/>
                  <a:pt x="0" y="914547"/>
                  <a:pt x="0" y="589162"/>
                </a:cubicBezTo>
                <a:cubicBezTo>
                  <a:pt x="0" y="263777"/>
                  <a:pt x="263777" y="0"/>
                  <a:pt x="589162" y="0"/>
                </a:cubicBezTo>
                <a:close/>
              </a:path>
            </a:pathLst>
          </a:custGeom>
          <a:solidFill>
            <a:schemeClr val="accent3">
              <a:lumMod val="75000"/>
            </a:schemeClr>
          </a:solidFill>
        </p:spPr>
        <p:txBody>
          <a:bodyPr wrap="square" lIns="108000" tIns="108000" rIns="108000" bIns="108000" anchor="ctr">
            <a:noAutofit/>
          </a:bodyPr>
          <a:lstStyle>
            <a:lvl1pPr algn="ctr">
              <a:lnSpc>
                <a:spcPct val="100000"/>
              </a:lnSpc>
              <a:defRPr sz="1333" b="1"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8" name="Text Placeholder 57">
            <a:extLst>
              <a:ext uri="{FF2B5EF4-FFF2-40B4-BE49-F238E27FC236}">
                <a16:creationId xmlns:a16="http://schemas.microsoft.com/office/drawing/2014/main" id="{E337AA78-A3BC-8706-C1C5-92E2DFB3E821}"/>
              </a:ext>
            </a:extLst>
          </p:cNvPr>
          <p:cNvSpPr>
            <a:spLocks noGrp="1"/>
          </p:cNvSpPr>
          <p:nvPr>
            <p:ph type="body" sz="quarter" idx="16"/>
          </p:nvPr>
        </p:nvSpPr>
        <p:spPr>
          <a:xfrm>
            <a:off x="7712742" y="2783975"/>
            <a:ext cx="2280280" cy="2280280"/>
          </a:xfrm>
          <a:custGeom>
            <a:avLst/>
            <a:gdLst>
              <a:gd name="connsiteX0" fmla="*/ 855105 w 1710210"/>
              <a:gd name="connsiteY0" fmla="*/ 0 h 1710210"/>
              <a:gd name="connsiteX1" fmla="*/ 1710210 w 1710210"/>
              <a:gd name="connsiteY1" fmla="*/ 855105 h 1710210"/>
              <a:gd name="connsiteX2" fmla="*/ 855105 w 1710210"/>
              <a:gd name="connsiteY2" fmla="*/ 1710210 h 1710210"/>
              <a:gd name="connsiteX3" fmla="*/ 0 w 1710210"/>
              <a:gd name="connsiteY3" fmla="*/ 855105 h 1710210"/>
              <a:gd name="connsiteX4" fmla="*/ 855105 w 1710210"/>
              <a:gd name="connsiteY4" fmla="*/ 0 h 1710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0210" h="1710210">
                <a:moveTo>
                  <a:pt x="855105" y="0"/>
                </a:moveTo>
                <a:cubicBezTo>
                  <a:pt x="1327366" y="0"/>
                  <a:pt x="1710210" y="382844"/>
                  <a:pt x="1710210" y="855105"/>
                </a:cubicBezTo>
                <a:cubicBezTo>
                  <a:pt x="1710210" y="1327366"/>
                  <a:pt x="1327366" y="1710210"/>
                  <a:pt x="855105" y="1710210"/>
                </a:cubicBezTo>
                <a:cubicBezTo>
                  <a:pt x="382844" y="1710210"/>
                  <a:pt x="0" y="1327366"/>
                  <a:pt x="0" y="855105"/>
                </a:cubicBezTo>
                <a:cubicBezTo>
                  <a:pt x="0" y="382844"/>
                  <a:pt x="382844" y="0"/>
                  <a:pt x="855105" y="0"/>
                </a:cubicBezTo>
                <a:close/>
              </a:path>
            </a:pathLst>
          </a:custGeom>
          <a:solidFill>
            <a:schemeClr val="accent3">
              <a:lumMod val="75000"/>
            </a:schemeClr>
          </a:solidFill>
        </p:spPr>
        <p:txBody>
          <a:bodyPr wrap="square" lIns="108000" tIns="108000" rIns="108000" bIns="108000" anchor="ctr">
            <a:noAutofit/>
          </a:bodyPr>
          <a:lstStyle>
            <a:lvl1pPr algn="ctr">
              <a:lnSpc>
                <a:spcPct val="100000"/>
              </a:lnSpc>
              <a:defRPr sz="1867" b="0"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19" name="Text Placeholder 54">
            <a:extLst>
              <a:ext uri="{FF2B5EF4-FFF2-40B4-BE49-F238E27FC236}">
                <a16:creationId xmlns:a16="http://schemas.microsoft.com/office/drawing/2014/main" id="{3E52CC3E-B3FF-4478-1769-EC4677891BC4}"/>
              </a:ext>
            </a:extLst>
          </p:cNvPr>
          <p:cNvSpPr>
            <a:spLocks noGrp="1"/>
          </p:cNvSpPr>
          <p:nvPr>
            <p:ph type="body" sz="quarter" idx="17"/>
          </p:nvPr>
        </p:nvSpPr>
        <p:spPr>
          <a:xfrm>
            <a:off x="5508746" y="3151124"/>
            <a:ext cx="1188448" cy="1188448"/>
          </a:xfrm>
          <a:custGeom>
            <a:avLst/>
            <a:gdLst>
              <a:gd name="connsiteX0" fmla="*/ 445668 w 891336"/>
              <a:gd name="connsiteY0" fmla="*/ 0 h 891336"/>
              <a:gd name="connsiteX1" fmla="*/ 891336 w 891336"/>
              <a:gd name="connsiteY1" fmla="*/ 445668 h 891336"/>
              <a:gd name="connsiteX2" fmla="*/ 445668 w 891336"/>
              <a:gd name="connsiteY2" fmla="*/ 891336 h 891336"/>
              <a:gd name="connsiteX3" fmla="*/ 0 w 891336"/>
              <a:gd name="connsiteY3" fmla="*/ 445668 h 891336"/>
              <a:gd name="connsiteX4" fmla="*/ 445668 w 891336"/>
              <a:gd name="connsiteY4" fmla="*/ 0 h 891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336" h="891336">
                <a:moveTo>
                  <a:pt x="445668" y="0"/>
                </a:moveTo>
                <a:cubicBezTo>
                  <a:pt x="691804" y="0"/>
                  <a:pt x="891336" y="199532"/>
                  <a:pt x="891336" y="445668"/>
                </a:cubicBezTo>
                <a:cubicBezTo>
                  <a:pt x="891336" y="691804"/>
                  <a:pt x="691804" y="891336"/>
                  <a:pt x="445668" y="891336"/>
                </a:cubicBezTo>
                <a:cubicBezTo>
                  <a:pt x="199532" y="891336"/>
                  <a:pt x="0" y="691804"/>
                  <a:pt x="0" y="445668"/>
                </a:cubicBezTo>
                <a:cubicBezTo>
                  <a:pt x="0" y="199532"/>
                  <a:pt x="199532" y="0"/>
                  <a:pt x="445668" y="0"/>
                </a:cubicBezTo>
                <a:close/>
              </a:path>
            </a:pathLst>
          </a:custGeom>
          <a:solidFill>
            <a:schemeClr val="accent2"/>
          </a:solidFill>
        </p:spPr>
        <p:txBody>
          <a:bodyPr wrap="square" lIns="108000" tIns="108000" rIns="108000" bIns="108000" anchor="ctr">
            <a:noAutofit/>
          </a:bodyPr>
          <a:lstStyle>
            <a:lvl1pPr algn="ctr">
              <a:lnSpc>
                <a:spcPct val="100000"/>
              </a:lnSpc>
              <a:defRPr sz="1333" b="0" i="0">
                <a:solidFill>
                  <a:schemeClr val="tx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20" name="Text Placeholder 56">
            <a:extLst>
              <a:ext uri="{FF2B5EF4-FFF2-40B4-BE49-F238E27FC236}">
                <a16:creationId xmlns:a16="http://schemas.microsoft.com/office/drawing/2014/main" id="{DD2B1B30-139A-51DC-794F-09B54DE3E861}"/>
              </a:ext>
            </a:extLst>
          </p:cNvPr>
          <p:cNvSpPr>
            <a:spLocks noGrp="1"/>
          </p:cNvSpPr>
          <p:nvPr>
            <p:ph type="body" sz="quarter" idx="18"/>
          </p:nvPr>
        </p:nvSpPr>
        <p:spPr>
          <a:xfrm>
            <a:off x="6225202" y="4513647"/>
            <a:ext cx="1429317" cy="1429317"/>
          </a:xfrm>
          <a:custGeom>
            <a:avLst/>
            <a:gdLst>
              <a:gd name="connsiteX0" fmla="*/ 535994 w 1071988"/>
              <a:gd name="connsiteY0" fmla="*/ 0 h 1071988"/>
              <a:gd name="connsiteX1" fmla="*/ 1071988 w 1071988"/>
              <a:gd name="connsiteY1" fmla="*/ 535994 h 1071988"/>
              <a:gd name="connsiteX2" fmla="*/ 535994 w 1071988"/>
              <a:gd name="connsiteY2" fmla="*/ 1071988 h 1071988"/>
              <a:gd name="connsiteX3" fmla="*/ 0 w 1071988"/>
              <a:gd name="connsiteY3" fmla="*/ 535994 h 1071988"/>
              <a:gd name="connsiteX4" fmla="*/ 535994 w 1071988"/>
              <a:gd name="connsiteY4" fmla="*/ 0 h 1071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88" h="1071988">
                <a:moveTo>
                  <a:pt x="535994" y="0"/>
                </a:moveTo>
                <a:cubicBezTo>
                  <a:pt x="832015" y="0"/>
                  <a:pt x="1071988" y="239973"/>
                  <a:pt x="1071988" y="535994"/>
                </a:cubicBezTo>
                <a:cubicBezTo>
                  <a:pt x="1071988" y="832015"/>
                  <a:pt x="832015" y="1071988"/>
                  <a:pt x="535994" y="1071988"/>
                </a:cubicBezTo>
                <a:cubicBezTo>
                  <a:pt x="239973" y="1071988"/>
                  <a:pt x="0" y="832015"/>
                  <a:pt x="0" y="535994"/>
                </a:cubicBezTo>
                <a:cubicBezTo>
                  <a:pt x="0" y="239973"/>
                  <a:pt x="239973" y="0"/>
                  <a:pt x="535994" y="0"/>
                </a:cubicBezTo>
                <a:close/>
              </a:path>
            </a:pathLst>
          </a:custGeom>
          <a:solidFill>
            <a:schemeClr val="accent1"/>
          </a:solidFill>
        </p:spPr>
        <p:txBody>
          <a:bodyPr wrap="square" lIns="108000" tIns="108000" rIns="108000" bIns="108000" anchor="ctr">
            <a:noAutofit/>
          </a:bodyPr>
          <a:lstStyle>
            <a:lvl1pPr algn="ctr">
              <a:lnSpc>
                <a:spcPct val="100000"/>
              </a:lnSpc>
              <a:defRPr sz="1333" b="1"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21" name="Text Placeholder 55">
            <a:extLst>
              <a:ext uri="{FF2B5EF4-FFF2-40B4-BE49-F238E27FC236}">
                <a16:creationId xmlns:a16="http://schemas.microsoft.com/office/drawing/2014/main" id="{2B6056CF-85EC-C8AB-B686-CC53C30EF2C0}"/>
              </a:ext>
            </a:extLst>
          </p:cNvPr>
          <p:cNvSpPr>
            <a:spLocks noGrp="1"/>
          </p:cNvSpPr>
          <p:nvPr>
            <p:ph type="body" sz="quarter" idx="19"/>
          </p:nvPr>
        </p:nvSpPr>
        <p:spPr>
          <a:xfrm>
            <a:off x="3946361" y="4434869"/>
            <a:ext cx="1586872" cy="1586872"/>
          </a:xfrm>
          <a:custGeom>
            <a:avLst/>
            <a:gdLst>
              <a:gd name="connsiteX0" fmla="*/ 595077 w 1190154"/>
              <a:gd name="connsiteY0" fmla="*/ 0 h 1190154"/>
              <a:gd name="connsiteX1" fmla="*/ 1190154 w 1190154"/>
              <a:gd name="connsiteY1" fmla="*/ 595077 h 1190154"/>
              <a:gd name="connsiteX2" fmla="*/ 595077 w 1190154"/>
              <a:gd name="connsiteY2" fmla="*/ 1190154 h 1190154"/>
              <a:gd name="connsiteX3" fmla="*/ 0 w 1190154"/>
              <a:gd name="connsiteY3" fmla="*/ 595077 h 1190154"/>
              <a:gd name="connsiteX4" fmla="*/ 595077 w 1190154"/>
              <a:gd name="connsiteY4" fmla="*/ 0 h 1190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0154" h="1190154">
                <a:moveTo>
                  <a:pt x="595077" y="0"/>
                </a:moveTo>
                <a:cubicBezTo>
                  <a:pt x="923729" y="0"/>
                  <a:pt x="1190154" y="266425"/>
                  <a:pt x="1190154" y="595077"/>
                </a:cubicBezTo>
                <a:cubicBezTo>
                  <a:pt x="1190154" y="923729"/>
                  <a:pt x="923729" y="1190154"/>
                  <a:pt x="595077" y="1190154"/>
                </a:cubicBezTo>
                <a:cubicBezTo>
                  <a:pt x="266425" y="1190154"/>
                  <a:pt x="0" y="923729"/>
                  <a:pt x="0" y="595077"/>
                </a:cubicBezTo>
                <a:cubicBezTo>
                  <a:pt x="0" y="266425"/>
                  <a:pt x="266425" y="0"/>
                  <a:pt x="595077" y="0"/>
                </a:cubicBezTo>
                <a:close/>
              </a:path>
            </a:pathLst>
          </a:custGeom>
          <a:solidFill>
            <a:schemeClr val="accent1"/>
          </a:solidFill>
        </p:spPr>
        <p:txBody>
          <a:bodyPr wrap="square" lIns="108000" tIns="108000" rIns="108000" bIns="108000" anchor="ctr">
            <a:noAutofit/>
          </a:bodyPr>
          <a:lstStyle>
            <a:lvl1pPr algn="ctr">
              <a:lnSpc>
                <a:spcPct val="100000"/>
              </a:lnSpc>
              <a:defRPr sz="1333" b="0"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
        <p:nvSpPr>
          <p:cNvPr id="22" name="Text Placeholder 49">
            <a:extLst>
              <a:ext uri="{FF2B5EF4-FFF2-40B4-BE49-F238E27FC236}">
                <a16:creationId xmlns:a16="http://schemas.microsoft.com/office/drawing/2014/main" id="{5CE31EB3-2E96-18F1-4B8E-24271A7F6A44}"/>
              </a:ext>
            </a:extLst>
          </p:cNvPr>
          <p:cNvSpPr>
            <a:spLocks noGrp="1"/>
          </p:cNvSpPr>
          <p:nvPr>
            <p:ph type="body" sz="quarter" idx="20"/>
          </p:nvPr>
        </p:nvSpPr>
        <p:spPr>
          <a:xfrm>
            <a:off x="1474104" y="4124360"/>
            <a:ext cx="1571099" cy="1571099"/>
          </a:xfrm>
          <a:custGeom>
            <a:avLst/>
            <a:gdLst>
              <a:gd name="connsiteX0" fmla="*/ 589162 w 1178324"/>
              <a:gd name="connsiteY0" fmla="*/ 0 h 1178324"/>
              <a:gd name="connsiteX1" fmla="*/ 1178324 w 1178324"/>
              <a:gd name="connsiteY1" fmla="*/ 589162 h 1178324"/>
              <a:gd name="connsiteX2" fmla="*/ 589162 w 1178324"/>
              <a:gd name="connsiteY2" fmla="*/ 1178324 h 1178324"/>
              <a:gd name="connsiteX3" fmla="*/ 0 w 1178324"/>
              <a:gd name="connsiteY3" fmla="*/ 589162 h 1178324"/>
              <a:gd name="connsiteX4" fmla="*/ 589162 w 1178324"/>
              <a:gd name="connsiteY4" fmla="*/ 0 h 1178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324" h="1178324">
                <a:moveTo>
                  <a:pt x="589162" y="0"/>
                </a:moveTo>
                <a:cubicBezTo>
                  <a:pt x="914547" y="0"/>
                  <a:pt x="1178324" y="263777"/>
                  <a:pt x="1178324" y="589162"/>
                </a:cubicBezTo>
                <a:cubicBezTo>
                  <a:pt x="1178324" y="914547"/>
                  <a:pt x="914547" y="1178324"/>
                  <a:pt x="589162" y="1178324"/>
                </a:cubicBezTo>
                <a:cubicBezTo>
                  <a:pt x="263777" y="1178324"/>
                  <a:pt x="0" y="914547"/>
                  <a:pt x="0" y="589162"/>
                </a:cubicBezTo>
                <a:cubicBezTo>
                  <a:pt x="0" y="263777"/>
                  <a:pt x="263777" y="0"/>
                  <a:pt x="589162" y="0"/>
                </a:cubicBezTo>
                <a:close/>
              </a:path>
            </a:pathLst>
          </a:custGeom>
          <a:solidFill>
            <a:schemeClr val="accent3"/>
          </a:solidFill>
          <a:ln w="12700">
            <a:solidFill>
              <a:schemeClr val="bg1"/>
            </a:solidFill>
          </a:ln>
        </p:spPr>
        <p:txBody>
          <a:bodyPr wrap="square" lIns="108000" tIns="108000" rIns="108000" bIns="108000" anchor="ctr">
            <a:noAutofit/>
          </a:bodyPr>
          <a:lstStyle>
            <a:lvl1pPr algn="ctr">
              <a:lnSpc>
                <a:spcPct val="100000"/>
              </a:lnSpc>
              <a:defRPr sz="1333" b="1" i="0">
                <a:solidFill>
                  <a:schemeClr val="bg1"/>
                </a:solidFill>
                <a:latin typeface="Montserrat" pitchFamily="2" charset="77"/>
              </a:defRPr>
            </a:lvl1pPr>
            <a:lvl2pPr algn="ctr">
              <a:lnSpc>
                <a:spcPct val="100000"/>
              </a:lnSpc>
              <a:defRPr sz="1400" b="0" i="0">
                <a:solidFill>
                  <a:schemeClr val="tx1"/>
                </a:solidFill>
                <a:latin typeface="Montserrat" pitchFamily="2" charset="77"/>
              </a:defRPr>
            </a:lvl2pPr>
            <a:lvl3pPr algn="ctr">
              <a:lnSpc>
                <a:spcPct val="100000"/>
              </a:lnSpc>
              <a:defRPr sz="1333" b="0" i="0">
                <a:solidFill>
                  <a:schemeClr val="tx1"/>
                </a:solidFill>
                <a:latin typeface="Montserrat" pitchFamily="2" charset="77"/>
              </a:defRPr>
            </a:lvl3pPr>
            <a:lvl4pPr algn="ctr">
              <a:lnSpc>
                <a:spcPct val="100000"/>
              </a:lnSpc>
              <a:defRPr sz="1200" b="0" i="0">
                <a:solidFill>
                  <a:schemeClr val="tx1"/>
                </a:solidFill>
                <a:latin typeface="Montserrat" pitchFamily="2" charset="77"/>
              </a:defRPr>
            </a:lvl4pPr>
            <a:lvl5pPr algn="ctr">
              <a:lnSpc>
                <a:spcPct val="100000"/>
              </a:lnSpc>
              <a:defRPr sz="1067" b="0" i="0">
                <a:solidFill>
                  <a:schemeClr val="tx1"/>
                </a:solidFill>
                <a:latin typeface="Montserrat" pitchFamily="2" charset="77"/>
              </a:defRPr>
            </a:lvl5pPr>
          </a:lstStyle>
          <a:p>
            <a:pPr lvl="0"/>
            <a:r>
              <a:rPr lang="en-GB"/>
              <a:t>Click to edit Master text styles</a:t>
            </a:r>
          </a:p>
        </p:txBody>
      </p:sp>
    </p:spTree>
    <p:extLst>
      <p:ext uri="{BB962C8B-B14F-4D97-AF65-F5344CB8AC3E}">
        <p14:creationId xmlns:p14="http://schemas.microsoft.com/office/powerpoint/2010/main" val="38346071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4 axes">
    <p:bg>
      <p:bgPr>
        <a:solidFill>
          <a:schemeClr val="tx2"/>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9477E542-70AB-18C6-1C4B-1B6D478B9B24}"/>
              </a:ext>
            </a:extLst>
          </p:cNvPr>
          <p:cNvSpPr>
            <a:spLocks noGrp="1"/>
          </p:cNvSpPr>
          <p:nvPr>
            <p:ph type="pic" sz="quarter" idx="27"/>
          </p:nvPr>
        </p:nvSpPr>
        <p:spPr>
          <a:xfrm>
            <a:off x="3709988" y="1423988"/>
            <a:ext cx="4775200" cy="4884737"/>
          </a:xfrm>
        </p:spPr>
        <p:txBody>
          <a:bodyPr anchor="ctr"/>
          <a:lstStyle>
            <a:lvl1pPr algn="ctr">
              <a:defRPr>
                <a:solidFill>
                  <a:schemeClr val="bg1"/>
                </a:solidFill>
              </a:defRPr>
            </a:lvl1pPr>
          </a:lstStyle>
          <a:p>
            <a:r>
              <a:rPr lang="en-GB"/>
              <a:t>Click icon to add picture</a:t>
            </a:r>
            <a:endParaRPr lang="en-BE"/>
          </a:p>
        </p:txBody>
      </p:sp>
      <p:sp>
        <p:nvSpPr>
          <p:cNvPr id="2" name="Slide Number Placeholder 5">
            <a:extLst>
              <a:ext uri="{FF2B5EF4-FFF2-40B4-BE49-F238E27FC236}">
                <a16:creationId xmlns:a16="http://schemas.microsoft.com/office/drawing/2014/main" id="{B1B6E011-81E4-95EB-237E-B3465B57FADC}"/>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0" i="0" u="none" strike="noStrike" kern="1200" cap="none" spc="0" normalizeH="0" baseline="0" noProof="0" smtClean="0">
                <a:ln>
                  <a:noFill/>
                </a:ln>
                <a:solidFill>
                  <a:srgbClr val="16BECF"/>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16BECF"/>
              </a:solidFill>
              <a:effectLst/>
              <a:uLnTx/>
              <a:uFillTx/>
              <a:latin typeface="Montserrat" pitchFamily="2" charset="77"/>
              <a:ea typeface="+mn-ea"/>
              <a:cs typeface="+mn-cs"/>
            </a:endParaRPr>
          </a:p>
        </p:txBody>
      </p:sp>
      <p:sp>
        <p:nvSpPr>
          <p:cNvPr id="3" name="Title 2">
            <a:extLst>
              <a:ext uri="{FF2B5EF4-FFF2-40B4-BE49-F238E27FC236}">
                <a16:creationId xmlns:a16="http://schemas.microsoft.com/office/drawing/2014/main" id="{53BAE227-BF12-0B78-D9AB-C1C7D4BA091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BE"/>
          </a:p>
        </p:txBody>
      </p:sp>
      <p:sp>
        <p:nvSpPr>
          <p:cNvPr id="8" name="Text Placeholder 7">
            <a:extLst>
              <a:ext uri="{FF2B5EF4-FFF2-40B4-BE49-F238E27FC236}">
                <a16:creationId xmlns:a16="http://schemas.microsoft.com/office/drawing/2014/main" id="{79702290-3732-D53E-C70B-705049421AE0}"/>
              </a:ext>
            </a:extLst>
          </p:cNvPr>
          <p:cNvSpPr>
            <a:spLocks noGrp="1"/>
          </p:cNvSpPr>
          <p:nvPr>
            <p:ph type="body" sz="quarter" idx="10"/>
          </p:nvPr>
        </p:nvSpPr>
        <p:spPr>
          <a:xfrm>
            <a:off x="550863" y="1423315"/>
            <a:ext cx="3309467" cy="494621"/>
          </a:xfrm>
          <a:custGeom>
            <a:avLst/>
            <a:gdLst>
              <a:gd name="connsiteX0" fmla="*/ 0 w 3309467"/>
              <a:gd name="connsiteY0" fmla="*/ 0 h 494621"/>
              <a:gd name="connsiteX1" fmla="*/ 3134102 w 3309467"/>
              <a:gd name="connsiteY1" fmla="*/ 0 h 494621"/>
              <a:gd name="connsiteX2" fmla="*/ 3309467 w 3309467"/>
              <a:gd name="connsiteY2" fmla="*/ 494621 h 494621"/>
              <a:gd name="connsiteX3" fmla="*/ 175366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0" y="0"/>
                </a:moveTo>
                <a:lnTo>
                  <a:pt x="3134102" y="0"/>
                </a:lnTo>
                <a:lnTo>
                  <a:pt x="3309467" y="494621"/>
                </a:lnTo>
                <a:lnTo>
                  <a:pt x="175366" y="494621"/>
                </a:lnTo>
                <a:close/>
              </a:path>
            </a:pathLst>
          </a:custGeom>
          <a:solidFill>
            <a:schemeClr val="bg1"/>
          </a:solidFill>
        </p:spPr>
        <p:txBody>
          <a:bodyPr wrap="square" anchor="ctr">
            <a:noAutofit/>
          </a:bodyPr>
          <a:lstStyle>
            <a:lvl1pPr marL="7938" indent="0" algn="ctr">
              <a:tabLst/>
              <a:defRPr sz="1400"/>
            </a:lvl1pPr>
          </a:lstStyle>
          <a:p>
            <a:pPr lvl="0"/>
            <a:r>
              <a:rPr lang="en-GB"/>
              <a:t>Click to edit Master text styles</a:t>
            </a:r>
          </a:p>
        </p:txBody>
      </p:sp>
      <p:sp>
        <p:nvSpPr>
          <p:cNvPr id="9" name="Text Placeholder 8">
            <a:extLst>
              <a:ext uri="{FF2B5EF4-FFF2-40B4-BE49-F238E27FC236}">
                <a16:creationId xmlns:a16="http://schemas.microsoft.com/office/drawing/2014/main" id="{174C047B-FEAB-12D4-1620-6E221696DA53}"/>
              </a:ext>
            </a:extLst>
          </p:cNvPr>
          <p:cNvSpPr>
            <a:spLocks noGrp="1"/>
          </p:cNvSpPr>
          <p:nvPr>
            <p:ph type="body" sz="quarter" idx="11"/>
          </p:nvPr>
        </p:nvSpPr>
        <p:spPr>
          <a:xfrm>
            <a:off x="967032" y="1917936"/>
            <a:ext cx="3309467" cy="494621"/>
          </a:xfrm>
          <a:custGeom>
            <a:avLst/>
            <a:gdLst>
              <a:gd name="connsiteX0" fmla="*/ 0 w 3309467"/>
              <a:gd name="connsiteY0" fmla="*/ 0 h 494621"/>
              <a:gd name="connsiteX1" fmla="*/ 3134102 w 3309467"/>
              <a:gd name="connsiteY1" fmla="*/ 0 h 494621"/>
              <a:gd name="connsiteX2" fmla="*/ 3309467 w 3309467"/>
              <a:gd name="connsiteY2" fmla="*/ 494621 h 494621"/>
              <a:gd name="connsiteX3" fmla="*/ 175366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0" y="0"/>
                </a:moveTo>
                <a:lnTo>
                  <a:pt x="3134102" y="0"/>
                </a:lnTo>
                <a:lnTo>
                  <a:pt x="3309467" y="494621"/>
                </a:lnTo>
                <a:lnTo>
                  <a:pt x="175366" y="494621"/>
                </a:lnTo>
                <a:close/>
              </a:path>
            </a:pathLst>
          </a:custGeom>
          <a:solidFill>
            <a:schemeClr val="accent2"/>
          </a:solidFill>
        </p:spPr>
        <p:txBody>
          <a:bodyPr wrap="square" anchor="ctr">
            <a:noAutofit/>
          </a:bodyPr>
          <a:lstStyle>
            <a:lvl1pPr marL="7938" indent="0" algn="ctr">
              <a:tabLst/>
              <a:defRPr sz="1400" b="1" i="0">
                <a:latin typeface="Montserrat" pitchFamily="2" charset="77"/>
              </a:defRPr>
            </a:lvl1pPr>
          </a:lstStyle>
          <a:p>
            <a:pPr lvl="0"/>
            <a:r>
              <a:rPr lang="en-GB"/>
              <a:t>Click to edit Master text styles</a:t>
            </a:r>
          </a:p>
        </p:txBody>
      </p:sp>
      <p:sp>
        <p:nvSpPr>
          <p:cNvPr id="32" name="Text Placeholder 31">
            <a:extLst>
              <a:ext uri="{FF2B5EF4-FFF2-40B4-BE49-F238E27FC236}">
                <a16:creationId xmlns:a16="http://schemas.microsoft.com/office/drawing/2014/main" id="{EBF3595B-7232-0044-8098-87D2AD9CE75D}"/>
              </a:ext>
            </a:extLst>
          </p:cNvPr>
          <p:cNvSpPr>
            <a:spLocks noGrp="1"/>
          </p:cNvSpPr>
          <p:nvPr>
            <p:ph type="body" sz="quarter" idx="12"/>
          </p:nvPr>
        </p:nvSpPr>
        <p:spPr>
          <a:xfrm>
            <a:off x="8331673" y="1423314"/>
            <a:ext cx="3309467" cy="494621"/>
          </a:xfrm>
          <a:custGeom>
            <a:avLst/>
            <a:gdLst>
              <a:gd name="connsiteX0" fmla="*/ 175365 w 3309467"/>
              <a:gd name="connsiteY0" fmla="*/ 0 h 494621"/>
              <a:gd name="connsiteX1" fmla="*/ 3309467 w 3309467"/>
              <a:gd name="connsiteY1" fmla="*/ 0 h 494621"/>
              <a:gd name="connsiteX2" fmla="*/ 3134101 w 3309467"/>
              <a:gd name="connsiteY2" fmla="*/ 494621 h 494621"/>
              <a:gd name="connsiteX3" fmla="*/ 0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175365" y="0"/>
                </a:moveTo>
                <a:lnTo>
                  <a:pt x="3309467" y="0"/>
                </a:lnTo>
                <a:lnTo>
                  <a:pt x="3134101" y="494621"/>
                </a:lnTo>
                <a:lnTo>
                  <a:pt x="0" y="494621"/>
                </a:lnTo>
                <a:close/>
              </a:path>
            </a:pathLst>
          </a:custGeom>
          <a:solidFill>
            <a:schemeClr val="bg1"/>
          </a:solidFill>
        </p:spPr>
        <p:txBody>
          <a:bodyPr wrap="square" anchor="ctr">
            <a:noAutofit/>
          </a:bodyPr>
          <a:lstStyle>
            <a:lvl1pPr marL="7938" indent="0" algn="ctr">
              <a:tabLst/>
              <a:defRPr sz="1400"/>
            </a:lvl1pPr>
          </a:lstStyle>
          <a:p>
            <a:pPr lvl="0"/>
            <a:r>
              <a:rPr lang="en-GB"/>
              <a:t>Click to edit Master text styles</a:t>
            </a:r>
          </a:p>
        </p:txBody>
      </p:sp>
      <p:sp>
        <p:nvSpPr>
          <p:cNvPr id="26" name="Text Placeholder 25">
            <a:extLst>
              <a:ext uri="{FF2B5EF4-FFF2-40B4-BE49-F238E27FC236}">
                <a16:creationId xmlns:a16="http://schemas.microsoft.com/office/drawing/2014/main" id="{80D97756-E247-4912-E00D-7A1F759B40F5}"/>
              </a:ext>
            </a:extLst>
          </p:cNvPr>
          <p:cNvSpPr>
            <a:spLocks noGrp="1"/>
          </p:cNvSpPr>
          <p:nvPr>
            <p:ph type="body" sz="quarter" idx="14"/>
          </p:nvPr>
        </p:nvSpPr>
        <p:spPr>
          <a:xfrm>
            <a:off x="550863" y="4369974"/>
            <a:ext cx="3309467" cy="494621"/>
          </a:xfrm>
          <a:custGeom>
            <a:avLst/>
            <a:gdLst>
              <a:gd name="connsiteX0" fmla="*/ 0 w 3309467"/>
              <a:gd name="connsiteY0" fmla="*/ 0 h 494621"/>
              <a:gd name="connsiteX1" fmla="*/ 3134102 w 3309467"/>
              <a:gd name="connsiteY1" fmla="*/ 0 h 494621"/>
              <a:gd name="connsiteX2" fmla="*/ 3309467 w 3309467"/>
              <a:gd name="connsiteY2" fmla="*/ 494621 h 494621"/>
              <a:gd name="connsiteX3" fmla="*/ 175366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0" y="0"/>
                </a:moveTo>
                <a:lnTo>
                  <a:pt x="3134102" y="0"/>
                </a:lnTo>
                <a:lnTo>
                  <a:pt x="3309467" y="494621"/>
                </a:lnTo>
                <a:lnTo>
                  <a:pt x="175366" y="494621"/>
                </a:lnTo>
                <a:close/>
              </a:path>
            </a:pathLst>
          </a:custGeom>
          <a:solidFill>
            <a:schemeClr val="bg1"/>
          </a:solidFill>
        </p:spPr>
        <p:txBody>
          <a:bodyPr wrap="square" anchor="ctr">
            <a:noAutofit/>
          </a:bodyPr>
          <a:lstStyle>
            <a:lvl1pPr marL="7938" indent="0" algn="ctr">
              <a:tabLst/>
              <a:defRPr sz="1400"/>
            </a:lvl1pPr>
          </a:lstStyle>
          <a:p>
            <a:pPr lvl="0"/>
            <a:r>
              <a:rPr lang="en-GB"/>
              <a:t>Click to edit Master text styles</a:t>
            </a:r>
          </a:p>
        </p:txBody>
      </p:sp>
      <p:sp>
        <p:nvSpPr>
          <p:cNvPr id="27" name="Text Placeholder 26">
            <a:extLst>
              <a:ext uri="{FF2B5EF4-FFF2-40B4-BE49-F238E27FC236}">
                <a16:creationId xmlns:a16="http://schemas.microsoft.com/office/drawing/2014/main" id="{90F4E110-6E58-AD01-70F4-68D6C3774EDE}"/>
              </a:ext>
            </a:extLst>
          </p:cNvPr>
          <p:cNvSpPr>
            <a:spLocks noGrp="1"/>
          </p:cNvSpPr>
          <p:nvPr>
            <p:ph type="body" sz="quarter" idx="15"/>
          </p:nvPr>
        </p:nvSpPr>
        <p:spPr>
          <a:xfrm>
            <a:off x="967032" y="3875353"/>
            <a:ext cx="3309467" cy="494621"/>
          </a:xfrm>
          <a:custGeom>
            <a:avLst/>
            <a:gdLst>
              <a:gd name="connsiteX0" fmla="*/ 0 w 3309467"/>
              <a:gd name="connsiteY0" fmla="*/ 0 h 494621"/>
              <a:gd name="connsiteX1" fmla="*/ 3134102 w 3309467"/>
              <a:gd name="connsiteY1" fmla="*/ 0 h 494621"/>
              <a:gd name="connsiteX2" fmla="*/ 3309467 w 3309467"/>
              <a:gd name="connsiteY2" fmla="*/ 494621 h 494621"/>
              <a:gd name="connsiteX3" fmla="*/ 175366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0" y="0"/>
                </a:moveTo>
                <a:lnTo>
                  <a:pt x="3134102" y="0"/>
                </a:lnTo>
                <a:lnTo>
                  <a:pt x="3309467" y="494621"/>
                </a:lnTo>
                <a:lnTo>
                  <a:pt x="175366" y="494621"/>
                </a:lnTo>
                <a:close/>
              </a:path>
            </a:pathLst>
          </a:custGeom>
          <a:solidFill>
            <a:schemeClr val="accent2"/>
          </a:solidFill>
        </p:spPr>
        <p:txBody>
          <a:bodyPr wrap="square" anchor="ctr">
            <a:noAutofit/>
          </a:bodyPr>
          <a:lstStyle>
            <a:lvl1pPr marL="7938" indent="0" algn="ctr">
              <a:tabLst/>
              <a:defRPr sz="1400" b="1" i="0">
                <a:latin typeface="Montserrat" pitchFamily="2" charset="77"/>
              </a:defRPr>
            </a:lvl1pPr>
          </a:lstStyle>
          <a:p>
            <a:pPr lvl="0"/>
            <a:r>
              <a:rPr lang="en-GB"/>
              <a:t>Click to edit Master text styles</a:t>
            </a:r>
          </a:p>
        </p:txBody>
      </p:sp>
      <p:sp>
        <p:nvSpPr>
          <p:cNvPr id="33" name="Text Placeholder 32">
            <a:extLst>
              <a:ext uri="{FF2B5EF4-FFF2-40B4-BE49-F238E27FC236}">
                <a16:creationId xmlns:a16="http://schemas.microsoft.com/office/drawing/2014/main" id="{6A85BDA4-74E1-772D-0B00-150F77EDBE57}"/>
              </a:ext>
            </a:extLst>
          </p:cNvPr>
          <p:cNvSpPr>
            <a:spLocks noGrp="1"/>
          </p:cNvSpPr>
          <p:nvPr>
            <p:ph type="body" sz="quarter" idx="18"/>
          </p:nvPr>
        </p:nvSpPr>
        <p:spPr>
          <a:xfrm>
            <a:off x="7915503" y="1917935"/>
            <a:ext cx="3309467" cy="494621"/>
          </a:xfrm>
          <a:custGeom>
            <a:avLst/>
            <a:gdLst>
              <a:gd name="connsiteX0" fmla="*/ 175365 w 3309467"/>
              <a:gd name="connsiteY0" fmla="*/ 0 h 494621"/>
              <a:gd name="connsiteX1" fmla="*/ 3309467 w 3309467"/>
              <a:gd name="connsiteY1" fmla="*/ 0 h 494621"/>
              <a:gd name="connsiteX2" fmla="*/ 3134101 w 3309467"/>
              <a:gd name="connsiteY2" fmla="*/ 494621 h 494621"/>
              <a:gd name="connsiteX3" fmla="*/ 0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175365" y="0"/>
                </a:moveTo>
                <a:lnTo>
                  <a:pt x="3309467" y="0"/>
                </a:lnTo>
                <a:lnTo>
                  <a:pt x="3134101" y="494621"/>
                </a:lnTo>
                <a:lnTo>
                  <a:pt x="0" y="494621"/>
                </a:lnTo>
                <a:close/>
              </a:path>
            </a:pathLst>
          </a:custGeom>
          <a:solidFill>
            <a:schemeClr val="accent2"/>
          </a:solidFill>
        </p:spPr>
        <p:txBody>
          <a:bodyPr wrap="square" anchor="ctr">
            <a:noAutofit/>
          </a:bodyPr>
          <a:lstStyle>
            <a:lvl1pPr marL="7938" indent="0" algn="ctr">
              <a:tabLst/>
              <a:defRPr sz="1400" b="1" i="0">
                <a:latin typeface="Montserrat" pitchFamily="2" charset="77"/>
              </a:defRPr>
            </a:lvl1pPr>
          </a:lstStyle>
          <a:p>
            <a:pPr lvl="0"/>
            <a:r>
              <a:rPr lang="en-GB"/>
              <a:t>Click to edit Master text styles</a:t>
            </a:r>
          </a:p>
        </p:txBody>
      </p:sp>
      <p:sp>
        <p:nvSpPr>
          <p:cNvPr id="34" name="Text Placeholder 33">
            <a:extLst>
              <a:ext uri="{FF2B5EF4-FFF2-40B4-BE49-F238E27FC236}">
                <a16:creationId xmlns:a16="http://schemas.microsoft.com/office/drawing/2014/main" id="{57554662-098C-7558-D267-A70F1E064AA7}"/>
              </a:ext>
            </a:extLst>
          </p:cNvPr>
          <p:cNvSpPr>
            <a:spLocks noGrp="1"/>
          </p:cNvSpPr>
          <p:nvPr>
            <p:ph type="body" sz="quarter" idx="19"/>
          </p:nvPr>
        </p:nvSpPr>
        <p:spPr>
          <a:xfrm>
            <a:off x="8321285" y="4369973"/>
            <a:ext cx="3309467" cy="494621"/>
          </a:xfrm>
          <a:custGeom>
            <a:avLst/>
            <a:gdLst>
              <a:gd name="connsiteX0" fmla="*/ 175365 w 3309467"/>
              <a:gd name="connsiteY0" fmla="*/ 0 h 494621"/>
              <a:gd name="connsiteX1" fmla="*/ 3309467 w 3309467"/>
              <a:gd name="connsiteY1" fmla="*/ 0 h 494621"/>
              <a:gd name="connsiteX2" fmla="*/ 3134101 w 3309467"/>
              <a:gd name="connsiteY2" fmla="*/ 494621 h 494621"/>
              <a:gd name="connsiteX3" fmla="*/ 0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175365" y="0"/>
                </a:moveTo>
                <a:lnTo>
                  <a:pt x="3309467" y="0"/>
                </a:lnTo>
                <a:lnTo>
                  <a:pt x="3134101" y="494621"/>
                </a:lnTo>
                <a:lnTo>
                  <a:pt x="0" y="494621"/>
                </a:lnTo>
                <a:close/>
              </a:path>
            </a:pathLst>
          </a:custGeom>
          <a:solidFill>
            <a:schemeClr val="bg1"/>
          </a:solidFill>
        </p:spPr>
        <p:txBody>
          <a:bodyPr wrap="square" anchor="ctr">
            <a:noAutofit/>
          </a:bodyPr>
          <a:lstStyle>
            <a:lvl1pPr marL="7938" indent="0" algn="ctr">
              <a:tabLst/>
              <a:defRPr sz="1400"/>
            </a:lvl1pPr>
          </a:lstStyle>
          <a:p>
            <a:pPr lvl="0"/>
            <a:r>
              <a:rPr lang="en-GB"/>
              <a:t>Click to edit Master text styles</a:t>
            </a:r>
          </a:p>
        </p:txBody>
      </p:sp>
      <p:sp>
        <p:nvSpPr>
          <p:cNvPr id="35" name="Text Placeholder 34">
            <a:extLst>
              <a:ext uri="{FF2B5EF4-FFF2-40B4-BE49-F238E27FC236}">
                <a16:creationId xmlns:a16="http://schemas.microsoft.com/office/drawing/2014/main" id="{3A59D8DD-0354-E49B-0D0C-115C6C530EA8}"/>
              </a:ext>
            </a:extLst>
          </p:cNvPr>
          <p:cNvSpPr>
            <a:spLocks noGrp="1"/>
          </p:cNvSpPr>
          <p:nvPr>
            <p:ph type="body" sz="quarter" idx="20"/>
          </p:nvPr>
        </p:nvSpPr>
        <p:spPr>
          <a:xfrm>
            <a:off x="7905115" y="3875352"/>
            <a:ext cx="3309467" cy="494621"/>
          </a:xfrm>
          <a:custGeom>
            <a:avLst/>
            <a:gdLst>
              <a:gd name="connsiteX0" fmla="*/ 175365 w 3309467"/>
              <a:gd name="connsiteY0" fmla="*/ 0 h 494621"/>
              <a:gd name="connsiteX1" fmla="*/ 3309467 w 3309467"/>
              <a:gd name="connsiteY1" fmla="*/ 0 h 494621"/>
              <a:gd name="connsiteX2" fmla="*/ 3134101 w 3309467"/>
              <a:gd name="connsiteY2" fmla="*/ 494621 h 494621"/>
              <a:gd name="connsiteX3" fmla="*/ 0 w 3309467"/>
              <a:gd name="connsiteY3" fmla="*/ 494621 h 494621"/>
            </a:gdLst>
            <a:ahLst/>
            <a:cxnLst>
              <a:cxn ang="0">
                <a:pos x="connsiteX0" y="connsiteY0"/>
              </a:cxn>
              <a:cxn ang="0">
                <a:pos x="connsiteX1" y="connsiteY1"/>
              </a:cxn>
              <a:cxn ang="0">
                <a:pos x="connsiteX2" y="connsiteY2"/>
              </a:cxn>
              <a:cxn ang="0">
                <a:pos x="connsiteX3" y="connsiteY3"/>
              </a:cxn>
            </a:cxnLst>
            <a:rect l="l" t="t" r="r" b="b"/>
            <a:pathLst>
              <a:path w="3309467" h="494621">
                <a:moveTo>
                  <a:pt x="175365" y="0"/>
                </a:moveTo>
                <a:lnTo>
                  <a:pt x="3309467" y="0"/>
                </a:lnTo>
                <a:lnTo>
                  <a:pt x="3134101" y="494621"/>
                </a:lnTo>
                <a:lnTo>
                  <a:pt x="0" y="494621"/>
                </a:lnTo>
                <a:close/>
              </a:path>
            </a:pathLst>
          </a:custGeom>
          <a:solidFill>
            <a:schemeClr val="accent2"/>
          </a:solidFill>
        </p:spPr>
        <p:txBody>
          <a:bodyPr wrap="square" anchor="ctr">
            <a:noAutofit/>
          </a:bodyPr>
          <a:lstStyle>
            <a:lvl1pPr marL="7938" indent="0" algn="ctr">
              <a:tabLst/>
              <a:defRPr sz="1400" b="1" i="0">
                <a:latin typeface="Montserrat" pitchFamily="2" charset="77"/>
              </a:defRPr>
            </a:lvl1pPr>
          </a:lstStyle>
          <a:p>
            <a:pPr lvl="0"/>
            <a:r>
              <a:rPr lang="en-GB"/>
              <a:t>Click to edit Master text styles</a:t>
            </a:r>
          </a:p>
        </p:txBody>
      </p:sp>
      <p:sp>
        <p:nvSpPr>
          <p:cNvPr id="36" name="Text Placeholder 2">
            <a:extLst>
              <a:ext uri="{FF2B5EF4-FFF2-40B4-BE49-F238E27FC236}">
                <a16:creationId xmlns:a16="http://schemas.microsoft.com/office/drawing/2014/main" id="{588B306D-A801-F984-EC85-B88ECCDA0762}"/>
              </a:ext>
            </a:extLst>
          </p:cNvPr>
          <p:cNvSpPr>
            <a:spLocks noGrp="1"/>
          </p:cNvSpPr>
          <p:nvPr>
            <p:ph idx="23" hasCustomPrompt="1"/>
          </p:nvPr>
        </p:nvSpPr>
        <p:spPr>
          <a:xfrm>
            <a:off x="1140290" y="2412555"/>
            <a:ext cx="3136208" cy="1139537"/>
          </a:xfrm>
          <a:prstGeom prst="roundRect">
            <a:avLst>
              <a:gd name="adj" fmla="val 4049"/>
            </a:avLst>
          </a:prstGeom>
          <a:noFill/>
        </p:spPr>
        <p:txBody>
          <a:bodyPr vert="horz" lIns="108000" tIns="108000" rIns="108000" bIns="108000" numCol="1" spcCol="0" rtlCol="0" anchor="t" anchorCtr="0">
            <a:noAutofit/>
          </a:bodyPr>
          <a:lstStyle>
            <a:lvl1pPr marL="171450" indent="-171450" algn="l">
              <a:lnSpc>
                <a:spcPct val="100000"/>
              </a:lnSpc>
              <a:spcAft>
                <a:spcPts val="800"/>
              </a:spcAft>
              <a:buClr>
                <a:schemeClr val="accent2"/>
              </a:buClr>
              <a:buFont typeface="Montserrat" panose="020B0604020202020204" pitchFamily="34" charset="0"/>
              <a:buChar char="•"/>
              <a:defRPr sz="1200" b="0" i="0">
                <a:solidFill>
                  <a:schemeClr val="bg1"/>
                </a:solidFill>
                <a:latin typeface="Montserrat" pitchFamily="2" charset="77"/>
              </a:defRPr>
            </a:lvl1pPr>
            <a:lvl2pPr marL="171450" indent="-171450" algn="l">
              <a:lnSpc>
                <a:spcPct val="100000"/>
              </a:lnSpc>
              <a:spcAft>
                <a:spcPts val="800"/>
              </a:spcAft>
              <a:buClr>
                <a:schemeClr val="accent2"/>
              </a:buClr>
              <a:buFont typeface="Montserrat" panose="020B0604020202020204" pitchFamily="34" charset="0"/>
              <a:buChar char="•"/>
              <a:tabLst/>
              <a:defRPr sz="1200" b="0" i="0">
                <a:solidFill>
                  <a:schemeClr val="bg1"/>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37" name="Text Placeholder 2">
            <a:extLst>
              <a:ext uri="{FF2B5EF4-FFF2-40B4-BE49-F238E27FC236}">
                <a16:creationId xmlns:a16="http://schemas.microsoft.com/office/drawing/2014/main" id="{7A56DFBD-F1DC-0756-CDC3-67E478CDFA09}"/>
              </a:ext>
            </a:extLst>
          </p:cNvPr>
          <p:cNvSpPr>
            <a:spLocks noGrp="1"/>
          </p:cNvSpPr>
          <p:nvPr>
            <p:ph idx="24" hasCustomPrompt="1"/>
          </p:nvPr>
        </p:nvSpPr>
        <p:spPr>
          <a:xfrm>
            <a:off x="1140290" y="4864593"/>
            <a:ext cx="3136208" cy="1139537"/>
          </a:xfrm>
          <a:prstGeom prst="roundRect">
            <a:avLst>
              <a:gd name="adj" fmla="val 4049"/>
            </a:avLst>
          </a:prstGeom>
          <a:noFill/>
        </p:spPr>
        <p:txBody>
          <a:bodyPr vert="horz" lIns="108000" tIns="108000" rIns="108000" bIns="108000" numCol="1" spcCol="0" rtlCol="0" anchor="t" anchorCtr="0">
            <a:noAutofit/>
          </a:bodyPr>
          <a:lstStyle>
            <a:lvl1pPr marL="171450" indent="-171450" algn="l">
              <a:lnSpc>
                <a:spcPct val="100000"/>
              </a:lnSpc>
              <a:spcAft>
                <a:spcPts val="800"/>
              </a:spcAft>
              <a:buClr>
                <a:schemeClr val="accent2"/>
              </a:buClr>
              <a:buFont typeface="Montserrat" panose="020B0604020202020204" pitchFamily="34" charset="0"/>
              <a:buChar char="•"/>
              <a:defRPr sz="1200" b="0" i="0">
                <a:solidFill>
                  <a:schemeClr val="bg1"/>
                </a:solidFill>
                <a:latin typeface="Montserrat" pitchFamily="2" charset="77"/>
              </a:defRPr>
            </a:lvl1pPr>
            <a:lvl2pPr marL="171450" indent="-171450" algn="l">
              <a:lnSpc>
                <a:spcPct val="100000"/>
              </a:lnSpc>
              <a:spcAft>
                <a:spcPts val="800"/>
              </a:spcAft>
              <a:buClr>
                <a:schemeClr val="accent2"/>
              </a:buClr>
              <a:buFont typeface="Montserrat" panose="020B0604020202020204" pitchFamily="34" charset="0"/>
              <a:buChar char="•"/>
              <a:tabLst/>
              <a:defRPr sz="1200" b="0" i="0">
                <a:solidFill>
                  <a:schemeClr val="bg1"/>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38" name="Text Placeholder 2">
            <a:extLst>
              <a:ext uri="{FF2B5EF4-FFF2-40B4-BE49-F238E27FC236}">
                <a16:creationId xmlns:a16="http://schemas.microsoft.com/office/drawing/2014/main" id="{D5AE4FD1-1F1B-994E-4552-286205B56496}"/>
              </a:ext>
            </a:extLst>
          </p:cNvPr>
          <p:cNvSpPr>
            <a:spLocks noGrp="1"/>
          </p:cNvSpPr>
          <p:nvPr>
            <p:ph idx="25" hasCustomPrompt="1"/>
          </p:nvPr>
        </p:nvSpPr>
        <p:spPr>
          <a:xfrm>
            <a:off x="7923867" y="2412555"/>
            <a:ext cx="3136208" cy="1139537"/>
          </a:xfrm>
          <a:prstGeom prst="roundRect">
            <a:avLst>
              <a:gd name="adj" fmla="val 4049"/>
            </a:avLst>
          </a:prstGeom>
          <a:noFill/>
        </p:spPr>
        <p:txBody>
          <a:bodyPr vert="horz" lIns="108000" tIns="108000" rIns="108000" bIns="108000" numCol="1" spcCol="0" rtlCol="0" anchor="t" anchorCtr="0">
            <a:noAutofit/>
          </a:bodyPr>
          <a:lstStyle>
            <a:lvl1pPr marL="171450" indent="-171450" algn="l">
              <a:lnSpc>
                <a:spcPct val="100000"/>
              </a:lnSpc>
              <a:spcAft>
                <a:spcPts val="800"/>
              </a:spcAft>
              <a:buClr>
                <a:schemeClr val="accent2"/>
              </a:buClr>
              <a:buFont typeface="Montserrat" panose="020B0604020202020204" pitchFamily="34" charset="0"/>
              <a:buChar char="•"/>
              <a:defRPr sz="1200" b="0" i="0">
                <a:solidFill>
                  <a:schemeClr val="bg1"/>
                </a:solidFill>
                <a:latin typeface="Montserrat" pitchFamily="2" charset="77"/>
              </a:defRPr>
            </a:lvl1pPr>
            <a:lvl2pPr marL="171450" indent="-171450" algn="l">
              <a:lnSpc>
                <a:spcPct val="100000"/>
              </a:lnSpc>
              <a:spcAft>
                <a:spcPts val="800"/>
              </a:spcAft>
              <a:buClr>
                <a:schemeClr val="accent2"/>
              </a:buClr>
              <a:buFont typeface="Montserrat" panose="020B0604020202020204" pitchFamily="34" charset="0"/>
              <a:buChar char="•"/>
              <a:tabLst/>
              <a:defRPr sz="1200" b="0" i="0">
                <a:solidFill>
                  <a:schemeClr val="bg1"/>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
        <p:nvSpPr>
          <p:cNvPr id="39" name="Text Placeholder 2">
            <a:extLst>
              <a:ext uri="{FF2B5EF4-FFF2-40B4-BE49-F238E27FC236}">
                <a16:creationId xmlns:a16="http://schemas.microsoft.com/office/drawing/2014/main" id="{B0A9DA66-09EE-A72F-A9B0-522E9E53AF45}"/>
              </a:ext>
            </a:extLst>
          </p:cNvPr>
          <p:cNvSpPr>
            <a:spLocks noGrp="1"/>
          </p:cNvSpPr>
          <p:nvPr>
            <p:ph idx="26" hasCustomPrompt="1"/>
          </p:nvPr>
        </p:nvSpPr>
        <p:spPr>
          <a:xfrm>
            <a:off x="7923867" y="4864593"/>
            <a:ext cx="3136208" cy="1139537"/>
          </a:xfrm>
          <a:prstGeom prst="roundRect">
            <a:avLst>
              <a:gd name="adj" fmla="val 4049"/>
            </a:avLst>
          </a:prstGeom>
          <a:noFill/>
        </p:spPr>
        <p:txBody>
          <a:bodyPr vert="horz" lIns="108000" tIns="108000" rIns="108000" bIns="108000" numCol="1" spcCol="0" rtlCol="0" anchor="t" anchorCtr="0">
            <a:noAutofit/>
          </a:bodyPr>
          <a:lstStyle>
            <a:lvl1pPr marL="171450" indent="-171450" algn="l">
              <a:lnSpc>
                <a:spcPct val="100000"/>
              </a:lnSpc>
              <a:spcAft>
                <a:spcPts val="800"/>
              </a:spcAft>
              <a:buClr>
                <a:schemeClr val="accent2"/>
              </a:buClr>
              <a:buFont typeface="Montserrat" panose="020B0604020202020204" pitchFamily="34" charset="0"/>
              <a:buChar char="•"/>
              <a:defRPr sz="1200" b="0" i="0">
                <a:solidFill>
                  <a:schemeClr val="bg1"/>
                </a:solidFill>
                <a:latin typeface="Montserrat" pitchFamily="2" charset="77"/>
              </a:defRPr>
            </a:lvl1pPr>
            <a:lvl2pPr marL="171450" indent="-171450" algn="l">
              <a:lnSpc>
                <a:spcPct val="100000"/>
              </a:lnSpc>
              <a:spcAft>
                <a:spcPts val="800"/>
              </a:spcAft>
              <a:buClr>
                <a:schemeClr val="accent2"/>
              </a:buClr>
              <a:buFont typeface="Montserrat" panose="020B0604020202020204" pitchFamily="34" charset="0"/>
              <a:buChar char="•"/>
              <a:tabLst/>
              <a:defRPr sz="1200" b="0" i="0">
                <a:solidFill>
                  <a:schemeClr val="bg1"/>
                </a:solidFill>
                <a:latin typeface="Montserrat" pitchFamily="2" charset="77"/>
              </a:defRPr>
            </a:lvl2pPr>
            <a:lvl3pPr marL="237061" indent="-237061">
              <a:lnSpc>
                <a:spcPct val="100000"/>
              </a:lnSpc>
              <a:spcAft>
                <a:spcPts val="800"/>
              </a:spcAft>
              <a:buClr>
                <a:schemeClr val="bg1"/>
              </a:buClr>
              <a:tabLst/>
              <a:defRPr sz="1867">
                <a:solidFill>
                  <a:schemeClr val="bg1"/>
                </a:solidFill>
              </a:defRPr>
            </a:lvl3pPr>
            <a:lvl4pPr marL="237061" indent="-237061">
              <a:lnSpc>
                <a:spcPct val="100000"/>
              </a:lnSpc>
              <a:spcAft>
                <a:spcPts val="800"/>
              </a:spcAft>
              <a:buClr>
                <a:schemeClr val="bg1"/>
              </a:buClr>
              <a:tabLst/>
              <a:defRPr sz="1867">
                <a:solidFill>
                  <a:schemeClr val="bg1"/>
                </a:solidFill>
              </a:defRPr>
            </a:lvl4pPr>
            <a:lvl5pPr marL="237061" indent="-237061">
              <a:lnSpc>
                <a:spcPct val="100000"/>
              </a:lnSpc>
              <a:spcAft>
                <a:spcPts val="800"/>
              </a:spcAft>
              <a:buClr>
                <a:schemeClr val="bg1"/>
              </a:buClr>
              <a:tabLst/>
              <a:defRPr sz="1867">
                <a:solidFill>
                  <a:schemeClr val="bg1"/>
                </a:solidFill>
              </a:defRPr>
            </a:lvl5pPr>
          </a:lstStyle>
          <a:p>
            <a:pPr lvl="0"/>
            <a:r>
              <a:rPr lang="en-US"/>
              <a:t>Click to edit text</a:t>
            </a:r>
          </a:p>
          <a:p>
            <a:pPr lvl="1"/>
            <a:r>
              <a:rPr lang="en-US"/>
              <a:t>Second level</a:t>
            </a:r>
            <a:endParaRPr lang="nl-BE"/>
          </a:p>
        </p:txBody>
      </p:sp>
    </p:spTree>
    <p:extLst>
      <p:ext uri="{BB962C8B-B14F-4D97-AF65-F5344CB8AC3E}">
        <p14:creationId xmlns:p14="http://schemas.microsoft.com/office/powerpoint/2010/main" val="24678240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image">
    <p:spTree>
      <p:nvGrpSpPr>
        <p:cNvPr id="1" name=""/>
        <p:cNvGrpSpPr/>
        <p:nvPr/>
      </p:nvGrpSpPr>
      <p:grpSpPr>
        <a:xfrm>
          <a:off x="0" y="0"/>
          <a:ext cx="0" cy="0"/>
          <a:chOff x="0" y="0"/>
          <a:chExt cx="0" cy="0"/>
        </a:xfrm>
      </p:grpSpPr>
      <p:sp>
        <p:nvSpPr>
          <p:cNvPr id="5" name="Graphic 2">
            <a:extLst>
              <a:ext uri="{FF2B5EF4-FFF2-40B4-BE49-F238E27FC236}">
                <a16:creationId xmlns:a16="http://schemas.microsoft.com/office/drawing/2014/main" id="{E1F6A91D-56EF-BB44-9C7D-61319042C36D}"/>
              </a:ext>
            </a:extLst>
          </p:cNvPr>
          <p:cNvSpPr/>
          <p:nvPr/>
        </p:nvSpPr>
        <p:spPr>
          <a:xfrm>
            <a:off x="9091699" y="853136"/>
            <a:ext cx="3596664" cy="5463085"/>
          </a:xfrm>
          <a:custGeom>
            <a:avLst/>
            <a:gdLst>
              <a:gd name="connsiteX0" fmla="*/ 2369197 w 4350058"/>
              <a:gd name="connsiteY0" fmla="*/ 0 h 6860193"/>
              <a:gd name="connsiteX1" fmla="*/ 0 w 4350058"/>
              <a:gd name="connsiteY1" fmla="*/ 6860194 h 6860193"/>
              <a:gd name="connsiteX2" fmla="*/ 1980862 w 4350058"/>
              <a:gd name="connsiteY2" fmla="*/ 6860194 h 6860193"/>
              <a:gd name="connsiteX3" fmla="*/ 4350059 w 4350058"/>
              <a:gd name="connsiteY3" fmla="*/ 0 h 6860193"/>
              <a:gd name="connsiteX4" fmla="*/ 2369197 w 4350058"/>
              <a:gd name="connsiteY4" fmla="*/ 0 h 6860193"/>
              <a:gd name="connsiteX0" fmla="*/ 2369197 w 4350059"/>
              <a:gd name="connsiteY0" fmla="*/ 0 h 6860194"/>
              <a:gd name="connsiteX1" fmla="*/ 0 w 4350059"/>
              <a:gd name="connsiteY1" fmla="*/ 6860194 h 6860194"/>
              <a:gd name="connsiteX2" fmla="*/ 2163247 w 4350059"/>
              <a:gd name="connsiteY2" fmla="*/ 6321724 h 6860194"/>
              <a:gd name="connsiteX3" fmla="*/ 4350059 w 4350059"/>
              <a:gd name="connsiteY3" fmla="*/ 0 h 6860194"/>
              <a:gd name="connsiteX4" fmla="*/ 2369197 w 4350059"/>
              <a:gd name="connsiteY4" fmla="*/ 0 h 6860194"/>
              <a:gd name="connsiteX0" fmla="*/ 2186812 w 4167674"/>
              <a:gd name="connsiteY0" fmla="*/ 0 h 6330409"/>
              <a:gd name="connsiteX1" fmla="*/ 0 w 4167674"/>
              <a:gd name="connsiteY1" fmla="*/ 6330409 h 6330409"/>
              <a:gd name="connsiteX2" fmla="*/ 1980862 w 4167674"/>
              <a:gd name="connsiteY2" fmla="*/ 6321724 h 6330409"/>
              <a:gd name="connsiteX3" fmla="*/ 4167674 w 4167674"/>
              <a:gd name="connsiteY3" fmla="*/ 0 h 6330409"/>
              <a:gd name="connsiteX4" fmla="*/ 2186812 w 4167674"/>
              <a:gd name="connsiteY4" fmla="*/ 0 h 6330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7674" h="6330409">
                <a:moveTo>
                  <a:pt x="2186812" y="0"/>
                </a:moveTo>
                <a:lnTo>
                  <a:pt x="0" y="6330409"/>
                </a:lnTo>
                <a:lnTo>
                  <a:pt x="1980862" y="6321724"/>
                </a:lnTo>
                <a:lnTo>
                  <a:pt x="4167674" y="0"/>
                </a:lnTo>
                <a:lnTo>
                  <a:pt x="2186812" y="0"/>
                </a:lnTo>
                <a:close/>
              </a:path>
            </a:pathLst>
          </a:custGeom>
          <a:solidFill>
            <a:schemeClr val="tx2"/>
          </a:solidFill>
          <a:ln w="1460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13" name="Graphic 2">
            <a:extLst>
              <a:ext uri="{FF2B5EF4-FFF2-40B4-BE49-F238E27FC236}">
                <a16:creationId xmlns:a16="http://schemas.microsoft.com/office/drawing/2014/main" id="{0B96FFF6-E4A8-4B41-A30D-5F038AE66A44}"/>
              </a:ext>
            </a:extLst>
          </p:cNvPr>
          <p:cNvSpPr/>
          <p:nvPr userDrawn="1"/>
        </p:nvSpPr>
        <p:spPr>
          <a:xfrm>
            <a:off x="11363305" y="1327598"/>
            <a:ext cx="1160819" cy="2401052"/>
          </a:xfrm>
          <a:custGeom>
            <a:avLst/>
            <a:gdLst>
              <a:gd name="connsiteX0" fmla="*/ 2369197 w 4350058"/>
              <a:gd name="connsiteY0" fmla="*/ 0 h 6860193"/>
              <a:gd name="connsiteX1" fmla="*/ 0 w 4350058"/>
              <a:gd name="connsiteY1" fmla="*/ 6860194 h 6860193"/>
              <a:gd name="connsiteX2" fmla="*/ 1980862 w 4350058"/>
              <a:gd name="connsiteY2" fmla="*/ 6860194 h 6860193"/>
              <a:gd name="connsiteX3" fmla="*/ 4350059 w 4350058"/>
              <a:gd name="connsiteY3" fmla="*/ 0 h 6860193"/>
              <a:gd name="connsiteX4" fmla="*/ 2369197 w 4350058"/>
              <a:gd name="connsiteY4" fmla="*/ 0 h 6860193"/>
              <a:gd name="connsiteX0" fmla="*/ 3377807 w 4350058"/>
              <a:gd name="connsiteY0" fmla="*/ 0 h 6860193"/>
              <a:gd name="connsiteX1" fmla="*/ 0 w 4350058"/>
              <a:gd name="connsiteY1" fmla="*/ 6860194 h 6860193"/>
              <a:gd name="connsiteX2" fmla="*/ 1980862 w 4350058"/>
              <a:gd name="connsiteY2" fmla="*/ 6860194 h 6860193"/>
              <a:gd name="connsiteX3" fmla="*/ 4350059 w 4350058"/>
              <a:gd name="connsiteY3" fmla="*/ 0 h 6860193"/>
              <a:gd name="connsiteX4" fmla="*/ 3377807 w 4350058"/>
              <a:gd name="connsiteY4" fmla="*/ 0 h 6860193"/>
              <a:gd name="connsiteX0" fmla="*/ 2359214 w 3331465"/>
              <a:gd name="connsiteY0" fmla="*/ 0 h 6860193"/>
              <a:gd name="connsiteX1" fmla="*/ 0 w 3331465"/>
              <a:gd name="connsiteY1" fmla="*/ 6860193 h 6860193"/>
              <a:gd name="connsiteX2" fmla="*/ 962269 w 3331465"/>
              <a:gd name="connsiteY2" fmla="*/ 6860194 h 6860193"/>
              <a:gd name="connsiteX3" fmla="*/ 3331466 w 3331465"/>
              <a:gd name="connsiteY3" fmla="*/ 0 h 6860193"/>
              <a:gd name="connsiteX4" fmla="*/ 2359214 w 3331465"/>
              <a:gd name="connsiteY4" fmla="*/ 0 h 6860193"/>
              <a:gd name="connsiteX0" fmla="*/ 2389175 w 3331465"/>
              <a:gd name="connsiteY0" fmla="*/ 0 h 6860193"/>
              <a:gd name="connsiteX1" fmla="*/ 0 w 3331465"/>
              <a:gd name="connsiteY1" fmla="*/ 6860193 h 6860193"/>
              <a:gd name="connsiteX2" fmla="*/ 962269 w 3331465"/>
              <a:gd name="connsiteY2" fmla="*/ 6860194 h 6860193"/>
              <a:gd name="connsiteX3" fmla="*/ 3331466 w 3331465"/>
              <a:gd name="connsiteY3" fmla="*/ 0 h 6860193"/>
              <a:gd name="connsiteX4" fmla="*/ 2389175 w 3331465"/>
              <a:gd name="connsiteY4" fmla="*/ 0 h 6860193"/>
              <a:gd name="connsiteX0" fmla="*/ 2359214 w 3301504"/>
              <a:gd name="connsiteY0" fmla="*/ 0 h 6860193"/>
              <a:gd name="connsiteX1" fmla="*/ 0 w 3301504"/>
              <a:gd name="connsiteY1" fmla="*/ 6860193 h 6860193"/>
              <a:gd name="connsiteX2" fmla="*/ 932308 w 3301504"/>
              <a:gd name="connsiteY2" fmla="*/ 6860194 h 6860193"/>
              <a:gd name="connsiteX3" fmla="*/ 3301505 w 3301504"/>
              <a:gd name="connsiteY3" fmla="*/ 0 h 6860193"/>
              <a:gd name="connsiteX4" fmla="*/ 2359214 w 3301504"/>
              <a:gd name="connsiteY4" fmla="*/ 0 h 6860193"/>
              <a:gd name="connsiteX0" fmla="*/ 2379186 w 3321476"/>
              <a:gd name="connsiteY0" fmla="*/ 0 h 6870179"/>
              <a:gd name="connsiteX1" fmla="*/ 0 w 3321476"/>
              <a:gd name="connsiteY1" fmla="*/ 6870179 h 6870179"/>
              <a:gd name="connsiteX2" fmla="*/ 952280 w 3321476"/>
              <a:gd name="connsiteY2" fmla="*/ 6860194 h 6870179"/>
              <a:gd name="connsiteX3" fmla="*/ 3321477 w 3321476"/>
              <a:gd name="connsiteY3" fmla="*/ 0 h 6870179"/>
              <a:gd name="connsiteX4" fmla="*/ 2379186 w 3321476"/>
              <a:gd name="connsiteY4" fmla="*/ 0 h 6870179"/>
              <a:gd name="connsiteX0" fmla="*/ 2361016 w 3321476"/>
              <a:gd name="connsiteY0" fmla="*/ 9085 h 6870179"/>
              <a:gd name="connsiteX1" fmla="*/ 0 w 3321476"/>
              <a:gd name="connsiteY1" fmla="*/ 6870179 h 6870179"/>
              <a:gd name="connsiteX2" fmla="*/ 952280 w 3321476"/>
              <a:gd name="connsiteY2" fmla="*/ 6860194 h 6870179"/>
              <a:gd name="connsiteX3" fmla="*/ 3321477 w 3321476"/>
              <a:gd name="connsiteY3" fmla="*/ 0 h 6870179"/>
              <a:gd name="connsiteX4" fmla="*/ 2361016 w 3321476"/>
              <a:gd name="connsiteY4" fmla="*/ 9085 h 6870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1476" h="6870179">
                <a:moveTo>
                  <a:pt x="2361016" y="9085"/>
                </a:moveTo>
                <a:lnTo>
                  <a:pt x="0" y="6870179"/>
                </a:lnTo>
                <a:lnTo>
                  <a:pt x="952280" y="6860194"/>
                </a:lnTo>
                <a:lnTo>
                  <a:pt x="3321477" y="0"/>
                </a:lnTo>
                <a:lnTo>
                  <a:pt x="2361016" y="9085"/>
                </a:lnTo>
                <a:close/>
              </a:path>
            </a:pathLst>
          </a:custGeom>
          <a:solidFill>
            <a:schemeClr val="accent2"/>
          </a:solidFill>
          <a:ln w="1460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1"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7" name="Picture Placeholder 6">
            <a:extLst>
              <a:ext uri="{FF2B5EF4-FFF2-40B4-BE49-F238E27FC236}">
                <a16:creationId xmlns:a16="http://schemas.microsoft.com/office/drawing/2014/main" id="{EC232888-DC16-0D47-971E-7DE65ED916AD}"/>
              </a:ext>
            </a:extLst>
          </p:cNvPr>
          <p:cNvSpPr>
            <a:spLocks noGrp="1"/>
          </p:cNvSpPr>
          <p:nvPr>
            <p:ph type="pic" sz="quarter" idx="10"/>
          </p:nvPr>
        </p:nvSpPr>
        <p:spPr>
          <a:xfrm>
            <a:off x="6812331" y="853136"/>
            <a:ext cx="3868510" cy="5453911"/>
          </a:xfrm>
          <a:custGeom>
            <a:avLst/>
            <a:gdLst>
              <a:gd name="connsiteX0" fmla="*/ 0 w 4983163"/>
              <a:gd name="connsiteY0" fmla="*/ 5440363 h 5440363"/>
              <a:gd name="connsiteX1" fmla="*/ 1245791 w 4983163"/>
              <a:gd name="connsiteY1" fmla="*/ 0 h 5440363"/>
              <a:gd name="connsiteX2" fmla="*/ 4983163 w 4983163"/>
              <a:gd name="connsiteY2" fmla="*/ 0 h 5440363"/>
              <a:gd name="connsiteX3" fmla="*/ 3737372 w 4983163"/>
              <a:gd name="connsiteY3" fmla="*/ 5440363 h 5440363"/>
              <a:gd name="connsiteX4" fmla="*/ 0 w 4983163"/>
              <a:gd name="connsiteY4" fmla="*/ 5440363 h 5440363"/>
              <a:gd name="connsiteX0" fmla="*/ 0 w 4983163"/>
              <a:gd name="connsiteY0" fmla="*/ 5440363 h 5440363"/>
              <a:gd name="connsiteX1" fmla="*/ 3015975 w 4983163"/>
              <a:gd name="connsiteY1" fmla="*/ 11723 h 5440363"/>
              <a:gd name="connsiteX2" fmla="*/ 4983163 w 4983163"/>
              <a:gd name="connsiteY2" fmla="*/ 0 h 5440363"/>
              <a:gd name="connsiteX3" fmla="*/ 3737372 w 4983163"/>
              <a:gd name="connsiteY3" fmla="*/ 5440363 h 5440363"/>
              <a:gd name="connsiteX4" fmla="*/ 0 w 4983163"/>
              <a:gd name="connsiteY4" fmla="*/ 5440363 h 5440363"/>
              <a:gd name="connsiteX0" fmla="*/ 0 w 3810855"/>
              <a:gd name="connsiteY0" fmla="*/ 5428639 h 5440363"/>
              <a:gd name="connsiteX1" fmla="*/ 1843667 w 3810855"/>
              <a:gd name="connsiteY1" fmla="*/ 11723 h 5440363"/>
              <a:gd name="connsiteX2" fmla="*/ 3810855 w 3810855"/>
              <a:gd name="connsiteY2" fmla="*/ 0 h 5440363"/>
              <a:gd name="connsiteX3" fmla="*/ 2565064 w 3810855"/>
              <a:gd name="connsiteY3" fmla="*/ 5440363 h 5440363"/>
              <a:gd name="connsiteX4" fmla="*/ 0 w 3810855"/>
              <a:gd name="connsiteY4" fmla="*/ 5428639 h 5440363"/>
              <a:gd name="connsiteX0" fmla="*/ 0 w 3810855"/>
              <a:gd name="connsiteY0" fmla="*/ 5428639 h 5452086"/>
              <a:gd name="connsiteX1" fmla="*/ 1843667 w 3810855"/>
              <a:gd name="connsiteY1" fmla="*/ 11723 h 5452086"/>
              <a:gd name="connsiteX2" fmla="*/ 3810855 w 3810855"/>
              <a:gd name="connsiteY2" fmla="*/ 0 h 5452086"/>
              <a:gd name="connsiteX3" fmla="*/ 1990633 w 3810855"/>
              <a:gd name="connsiteY3" fmla="*/ 5452086 h 5452086"/>
              <a:gd name="connsiteX4" fmla="*/ 0 w 3810855"/>
              <a:gd name="connsiteY4" fmla="*/ 5428639 h 5452086"/>
              <a:gd name="connsiteX0" fmla="*/ 0 w 3846024"/>
              <a:gd name="connsiteY0" fmla="*/ 5416916 h 5440363"/>
              <a:gd name="connsiteX1" fmla="*/ 1843667 w 3846024"/>
              <a:gd name="connsiteY1" fmla="*/ 0 h 5440363"/>
              <a:gd name="connsiteX2" fmla="*/ 3846024 w 3846024"/>
              <a:gd name="connsiteY2" fmla="*/ 11723 h 5440363"/>
              <a:gd name="connsiteX3" fmla="*/ 1990633 w 3846024"/>
              <a:gd name="connsiteY3" fmla="*/ 5440363 h 5440363"/>
              <a:gd name="connsiteX4" fmla="*/ 0 w 3846024"/>
              <a:gd name="connsiteY4" fmla="*/ 5416916 h 5440363"/>
              <a:gd name="connsiteX0" fmla="*/ 0 w 3846024"/>
              <a:gd name="connsiteY0" fmla="*/ 5413169 h 5436616"/>
              <a:gd name="connsiteX1" fmla="*/ 1877395 w 3846024"/>
              <a:gd name="connsiteY1" fmla="*/ 0 h 5436616"/>
              <a:gd name="connsiteX2" fmla="*/ 3846024 w 3846024"/>
              <a:gd name="connsiteY2" fmla="*/ 7976 h 5436616"/>
              <a:gd name="connsiteX3" fmla="*/ 1990633 w 3846024"/>
              <a:gd name="connsiteY3" fmla="*/ 5436616 h 5436616"/>
              <a:gd name="connsiteX4" fmla="*/ 0 w 3846024"/>
              <a:gd name="connsiteY4" fmla="*/ 5413169 h 5436616"/>
              <a:gd name="connsiteX0" fmla="*/ 0 w 3853519"/>
              <a:gd name="connsiteY0" fmla="*/ 5413169 h 5436616"/>
              <a:gd name="connsiteX1" fmla="*/ 1877395 w 3853519"/>
              <a:gd name="connsiteY1" fmla="*/ 0 h 5436616"/>
              <a:gd name="connsiteX2" fmla="*/ 3853519 w 3853519"/>
              <a:gd name="connsiteY2" fmla="*/ 7976 h 5436616"/>
              <a:gd name="connsiteX3" fmla="*/ 1990633 w 3853519"/>
              <a:gd name="connsiteY3" fmla="*/ 5436616 h 5436616"/>
              <a:gd name="connsiteX4" fmla="*/ 0 w 3853519"/>
              <a:gd name="connsiteY4" fmla="*/ 5413169 h 5436616"/>
              <a:gd name="connsiteX0" fmla="*/ 0 w 3864762"/>
              <a:gd name="connsiteY0" fmla="*/ 5420183 h 5443630"/>
              <a:gd name="connsiteX1" fmla="*/ 1877395 w 3864762"/>
              <a:gd name="connsiteY1" fmla="*/ 7014 h 5443630"/>
              <a:gd name="connsiteX2" fmla="*/ 3864762 w 3864762"/>
              <a:gd name="connsiteY2" fmla="*/ 0 h 5443630"/>
              <a:gd name="connsiteX3" fmla="*/ 1990633 w 3864762"/>
              <a:gd name="connsiteY3" fmla="*/ 5443630 h 5443630"/>
              <a:gd name="connsiteX4" fmla="*/ 0 w 3864762"/>
              <a:gd name="connsiteY4" fmla="*/ 5420183 h 5443630"/>
              <a:gd name="connsiteX0" fmla="*/ 0 w 3861015"/>
              <a:gd name="connsiteY0" fmla="*/ 5453911 h 5453911"/>
              <a:gd name="connsiteX1" fmla="*/ 1873648 w 3861015"/>
              <a:gd name="connsiteY1" fmla="*/ 7014 h 5453911"/>
              <a:gd name="connsiteX2" fmla="*/ 3861015 w 3861015"/>
              <a:gd name="connsiteY2" fmla="*/ 0 h 5453911"/>
              <a:gd name="connsiteX3" fmla="*/ 1986886 w 3861015"/>
              <a:gd name="connsiteY3" fmla="*/ 5443630 h 5453911"/>
              <a:gd name="connsiteX4" fmla="*/ 0 w 3861015"/>
              <a:gd name="connsiteY4" fmla="*/ 5453911 h 5453911"/>
              <a:gd name="connsiteX0" fmla="*/ 0 w 3868510"/>
              <a:gd name="connsiteY0" fmla="*/ 5453911 h 5453911"/>
              <a:gd name="connsiteX1" fmla="*/ 1881143 w 3868510"/>
              <a:gd name="connsiteY1" fmla="*/ 7014 h 5453911"/>
              <a:gd name="connsiteX2" fmla="*/ 3868510 w 3868510"/>
              <a:gd name="connsiteY2" fmla="*/ 0 h 5453911"/>
              <a:gd name="connsiteX3" fmla="*/ 1994381 w 3868510"/>
              <a:gd name="connsiteY3" fmla="*/ 5443630 h 5453911"/>
              <a:gd name="connsiteX4" fmla="*/ 0 w 3868510"/>
              <a:gd name="connsiteY4" fmla="*/ 5453911 h 545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0" h="5453911">
                <a:moveTo>
                  <a:pt x="0" y="5453911"/>
                </a:moveTo>
                <a:lnTo>
                  <a:pt x="1881143" y="7014"/>
                </a:lnTo>
                <a:lnTo>
                  <a:pt x="3868510" y="0"/>
                </a:lnTo>
                <a:lnTo>
                  <a:pt x="1994381" y="5443630"/>
                </a:lnTo>
                <a:lnTo>
                  <a:pt x="0" y="5453911"/>
                </a:lnTo>
                <a:close/>
              </a:path>
            </a:pathLst>
          </a:custGeom>
          <a:solidFill>
            <a:schemeClr val="bg1">
              <a:lumMod val="85000"/>
            </a:schemeClr>
          </a:solidFill>
        </p:spPr>
        <p:txBody>
          <a:bodyPr anchor="ctr">
            <a:normAutofit/>
          </a:bodyPr>
          <a:lstStyle>
            <a:lvl1pPr algn="ctr">
              <a:defRPr sz="1100" b="0" i="0">
                <a:solidFill>
                  <a:schemeClr val="bg1"/>
                </a:solidFill>
                <a:latin typeface="Montserrat" pitchFamily="2" charset="77"/>
              </a:defRPr>
            </a:lvl1pPr>
          </a:lstStyle>
          <a:p>
            <a:r>
              <a:rPr lang="en-GB"/>
              <a:t>Click icon to add picture</a:t>
            </a:r>
            <a:endParaRPr lang="en-BE"/>
          </a:p>
        </p:txBody>
      </p:sp>
      <p:sp>
        <p:nvSpPr>
          <p:cNvPr id="2" name="Text Placeholder 3">
            <a:extLst>
              <a:ext uri="{FF2B5EF4-FFF2-40B4-BE49-F238E27FC236}">
                <a16:creationId xmlns:a16="http://schemas.microsoft.com/office/drawing/2014/main" id="{B3F114DC-1FA1-2949-4E68-B666E0DED7B5}"/>
              </a:ext>
            </a:extLst>
          </p:cNvPr>
          <p:cNvSpPr>
            <a:spLocks noGrp="1"/>
          </p:cNvSpPr>
          <p:nvPr>
            <p:ph type="body" sz="quarter" idx="11"/>
          </p:nvPr>
        </p:nvSpPr>
        <p:spPr>
          <a:xfrm>
            <a:off x="550863" y="549275"/>
            <a:ext cx="5545137" cy="5453911"/>
          </a:xfrm>
        </p:spPr>
        <p:txBody>
          <a:bodyPr anchor="ctr">
            <a:normAutofit/>
          </a:bodyPr>
          <a:lstStyle>
            <a:lvl1pPr marL="0" indent="0" algn="l">
              <a:buFontTx/>
              <a:buNone/>
              <a:defRPr sz="3200" b="1" i="0">
                <a:solidFill>
                  <a:schemeClr val="tx2"/>
                </a:solidFill>
                <a:latin typeface="Montserrat" pitchFamily="2" charset="77"/>
              </a:defRPr>
            </a:lvl1pPr>
            <a:lvl2pPr algn="l">
              <a:defRPr sz="3200" b="1" i="0">
                <a:solidFill>
                  <a:schemeClr val="bg1"/>
                </a:solidFill>
                <a:latin typeface="Montserrat Black" pitchFamily="2" charset="77"/>
              </a:defRPr>
            </a:lvl2pPr>
            <a:lvl3pPr algn="l">
              <a:defRPr sz="3200" b="1" i="0">
                <a:solidFill>
                  <a:schemeClr val="bg1"/>
                </a:solidFill>
                <a:latin typeface="Montserrat Black" pitchFamily="2" charset="77"/>
              </a:defRPr>
            </a:lvl3pPr>
            <a:lvl4pPr algn="l">
              <a:defRPr sz="3200" b="1" i="0">
                <a:solidFill>
                  <a:schemeClr val="bg1"/>
                </a:solidFill>
                <a:latin typeface="Montserrat Black" pitchFamily="2" charset="77"/>
              </a:defRPr>
            </a:lvl4pPr>
            <a:lvl5pPr algn="l">
              <a:defRPr sz="3200" b="1" i="0">
                <a:solidFill>
                  <a:schemeClr val="bg1"/>
                </a:solidFill>
                <a:latin typeface="Montserrat Black" pitchFamily="2" charset="77"/>
              </a:defRPr>
            </a:lvl5pPr>
          </a:lstStyle>
          <a:p>
            <a:pPr lvl="0"/>
            <a:r>
              <a:rPr lang="en-GB"/>
              <a:t>Click to edit Master text styles</a:t>
            </a:r>
          </a:p>
        </p:txBody>
      </p:sp>
    </p:spTree>
    <p:extLst>
      <p:ext uri="{BB962C8B-B14F-4D97-AF65-F5344CB8AC3E}">
        <p14:creationId xmlns:p14="http://schemas.microsoft.com/office/powerpoint/2010/main" val="33733065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er case">
    <p:spTree>
      <p:nvGrpSpPr>
        <p:cNvPr id="1" name=""/>
        <p:cNvGrpSpPr/>
        <p:nvPr/>
      </p:nvGrpSpPr>
      <p:grpSpPr>
        <a:xfrm>
          <a:off x="0" y="0"/>
          <a:ext cx="0" cy="0"/>
          <a:chOff x="0" y="0"/>
          <a:chExt cx="0" cy="0"/>
        </a:xfrm>
      </p:grpSpPr>
      <p:sp>
        <p:nvSpPr>
          <p:cNvPr id="3" name="Rechthoek 12">
            <a:extLst>
              <a:ext uri="{FF2B5EF4-FFF2-40B4-BE49-F238E27FC236}">
                <a16:creationId xmlns:a16="http://schemas.microsoft.com/office/drawing/2014/main" id="{D267D694-B262-FDC3-0178-5E318F95F796}"/>
              </a:ext>
            </a:extLst>
          </p:cNvPr>
          <p:cNvSpPr/>
          <p:nvPr userDrawn="1"/>
        </p:nvSpPr>
        <p:spPr>
          <a:xfrm>
            <a:off x="8129470" y="3440283"/>
            <a:ext cx="4081974" cy="2880000"/>
          </a:xfrm>
          <a:prstGeom prst="rect">
            <a:avLst/>
          </a:prstGeom>
          <a:solidFill>
            <a:schemeClr val="tx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1" i="0" u="none" strike="noStrike" kern="1200" cap="none" spc="0" normalizeH="0" baseline="0" noProof="0">
              <a:ln>
                <a:noFill/>
              </a:ln>
              <a:solidFill>
                <a:srgbClr val="FFFFFF"/>
              </a:solidFill>
              <a:effectLst/>
              <a:uLnTx/>
              <a:uFillTx/>
              <a:latin typeface="Montserrat" pitchFamily="2" charset="77"/>
              <a:ea typeface="+mn-ea"/>
              <a:cs typeface="+mn-cs"/>
            </a:endParaRPr>
          </a:p>
        </p:txBody>
      </p:sp>
      <p:sp>
        <p:nvSpPr>
          <p:cNvPr id="4" name="Rechthoek 4">
            <a:extLst>
              <a:ext uri="{FF2B5EF4-FFF2-40B4-BE49-F238E27FC236}">
                <a16:creationId xmlns:a16="http://schemas.microsoft.com/office/drawing/2014/main" id="{A5E77ADD-EA0F-74B9-5DCA-38951F40AF3C}"/>
              </a:ext>
            </a:extLst>
          </p:cNvPr>
          <p:cNvSpPr/>
          <p:nvPr userDrawn="1"/>
        </p:nvSpPr>
        <p:spPr>
          <a:xfrm>
            <a:off x="0" y="3440283"/>
            <a:ext cx="4078606" cy="288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BE" sz="1800" b="1" i="0" u="none" strike="noStrike" kern="1200" cap="none" spc="0" normalizeH="0" baseline="0" noProof="0">
              <a:ln>
                <a:noFill/>
              </a:ln>
              <a:solidFill>
                <a:srgbClr val="FFFFFF"/>
              </a:solidFill>
              <a:effectLst/>
              <a:uLnTx/>
              <a:uFillTx/>
              <a:latin typeface="Montserrat" pitchFamily="2" charset="77"/>
              <a:ea typeface="+mn-ea"/>
              <a:cs typeface="+mn-cs"/>
            </a:endParaRPr>
          </a:p>
        </p:txBody>
      </p:sp>
      <p:sp>
        <p:nvSpPr>
          <p:cNvPr id="5" name="Rectangle 2">
            <a:extLst>
              <a:ext uri="{FF2B5EF4-FFF2-40B4-BE49-F238E27FC236}">
                <a16:creationId xmlns:a16="http://schemas.microsoft.com/office/drawing/2014/main" id="{21FAC16A-3F65-CA5B-D23C-18B52DCA3265}"/>
              </a:ext>
            </a:extLst>
          </p:cNvPr>
          <p:cNvSpPr/>
          <p:nvPr userDrawn="1"/>
        </p:nvSpPr>
        <p:spPr>
          <a:xfrm>
            <a:off x="4072831" y="3440037"/>
            <a:ext cx="4062413" cy="2880492"/>
          </a:xfrm>
          <a:prstGeom prst="rect">
            <a:avLst/>
          </a:prstGeom>
          <a:solidFill>
            <a:schemeClr val="tx2">
              <a:alpha val="75000"/>
            </a:schemeClr>
          </a:solidFill>
          <a:effectLst>
            <a:outerShdw sx="1000" sy="1000" algn="t" rotWithShape="0">
              <a:prstClr val="black">
                <a:alpha val="0"/>
              </a:prstClr>
            </a:outerShdw>
          </a:effectLst>
        </p:spPr>
        <p:txBody>
          <a:bodyPr lIns="0" tIns="0" rIns="0" bIns="0" rtlCol="0" anchor="ctr">
            <a:noAutofit/>
          </a:bodyPr>
          <a:lstStyle/>
          <a:p>
            <a:pPr marL="0" marR="0" lvl="0" indent="0" algn="l" defTabSz="1218418" rtl="0" eaLnBrk="1" fontAlgn="auto" latinLnBrk="0" hangingPunct="1">
              <a:lnSpc>
                <a:spcPct val="100000"/>
              </a:lnSpc>
              <a:spcBef>
                <a:spcPts val="0"/>
              </a:spcBef>
              <a:spcAft>
                <a:spcPts val="1200"/>
              </a:spcAft>
              <a:buClr>
                <a:srgbClr val="000000"/>
              </a:buClr>
              <a:buSzTx/>
              <a:buFontTx/>
              <a:buNone/>
              <a:tabLst/>
              <a:defRPr/>
            </a:pPr>
            <a:endParaRPr kumimoji="0" lang="nl-NL" sz="1400" b="1" i="0" u="none" strike="noStrike" kern="1200" cap="none" spc="0" normalizeH="0" baseline="0" noProof="0">
              <a:ln>
                <a:noFill/>
              </a:ln>
              <a:solidFill>
                <a:srgbClr val="000000"/>
              </a:solidFill>
              <a:effectLst/>
              <a:uLnTx/>
              <a:uFillTx/>
              <a:latin typeface="Montserrat" pitchFamily="2" charset="77"/>
              <a:ea typeface="+mn-ea"/>
              <a:cs typeface="Proximus Bold"/>
            </a:endParaRPr>
          </a:p>
        </p:txBody>
      </p:sp>
      <p:sp>
        <p:nvSpPr>
          <p:cNvPr id="20" name="Text Placeholder 19">
            <a:extLst>
              <a:ext uri="{FF2B5EF4-FFF2-40B4-BE49-F238E27FC236}">
                <a16:creationId xmlns:a16="http://schemas.microsoft.com/office/drawing/2014/main" id="{9A50A0A2-C389-F493-B5A6-950B37D76183}"/>
              </a:ext>
            </a:extLst>
          </p:cNvPr>
          <p:cNvSpPr>
            <a:spLocks noGrp="1"/>
          </p:cNvSpPr>
          <p:nvPr>
            <p:ph type="body" sz="quarter" idx="10" hasCustomPrompt="1"/>
          </p:nvPr>
        </p:nvSpPr>
        <p:spPr>
          <a:xfrm>
            <a:off x="550863" y="3699789"/>
            <a:ext cx="2950797" cy="411163"/>
          </a:xfrm>
        </p:spPr>
        <p:txBody>
          <a:bodyPr anchor="ctr"/>
          <a:lstStyle>
            <a:lvl1pPr marL="0" indent="0" algn="l">
              <a:buNone/>
              <a:defRPr b="1">
                <a:solidFill>
                  <a:schemeClr val="bg1"/>
                </a:solidFill>
              </a:defRPr>
            </a:lvl1pPr>
          </a:lstStyle>
          <a:p>
            <a:pPr lvl="0"/>
            <a:r>
              <a:rPr lang="en-GB"/>
              <a:t>TITEL</a:t>
            </a:r>
            <a:endParaRPr lang="en-BE"/>
          </a:p>
        </p:txBody>
      </p:sp>
      <p:sp>
        <p:nvSpPr>
          <p:cNvPr id="21" name="Text Placeholder 19">
            <a:extLst>
              <a:ext uri="{FF2B5EF4-FFF2-40B4-BE49-F238E27FC236}">
                <a16:creationId xmlns:a16="http://schemas.microsoft.com/office/drawing/2014/main" id="{C930E7AB-202A-CF34-E9EB-12E4CFD5AC8E}"/>
              </a:ext>
            </a:extLst>
          </p:cNvPr>
          <p:cNvSpPr>
            <a:spLocks noGrp="1"/>
          </p:cNvSpPr>
          <p:nvPr>
            <p:ph type="body" sz="quarter" idx="11" hasCustomPrompt="1"/>
          </p:nvPr>
        </p:nvSpPr>
        <p:spPr>
          <a:xfrm>
            <a:off x="4607137" y="3699789"/>
            <a:ext cx="2945387" cy="411163"/>
          </a:xfrm>
        </p:spPr>
        <p:txBody>
          <a:bodyPr anchor="ctr"/>
          <a:lstStyle>
            <a:lvl1pPr marL="0" indent="0" algn="l">
              <a:buNone/>
              <a:defRPr b="1">
                <a:solidFill>
                  <a:schemeClr val="bg1"/>
                </a:solidFill>
              </a:defRPr>
            </a:lvl1pPr>
          </a:lstStyle>
          <a:p>
            <a:pPr lvl="0"/>
            <a:r>
              <a:rPr lang="en-GB"/>
              <a:t>TITEL</a:t>
            </a:r>
            <a:endParaRPr lang="en-BE"/>
          </a:p>
        </p:txBody>
      </p:sp>
      <p:sp>
        <p:nvSpPr>
          <p:cNvPr id="22" name="Text Placeholder 19">
            <a:extLst>
              <a:ext uri="{FF2B5EF4-FFF2-40B4-BE49-F238E27FC236}">
                <a16:creationId xmlns:a16="http://schemas.microsoft.com/office/drawing/2014/main" id="{61583469-85A6-9B65-709C-2AD3AA17D138}"/>
              </a:ext>
            </a:extLst>
          </p:cNvPr>
          <p:cNvSpPr>
            <a:spLocks noGrp="1"/>
          </p:cNvSpPr>
          <p:nvPr>
            <p:ph type="body" sz="quarter" idx="12" hasCustomPrompt="1"/>
          </p:nvPr>
        </p:nvSpPr>
        <p:spPr>
          <a:xfrm>
            <a:off x="8654336" y="3699789"/>
            <a:ext cx="2986802" cy="411163"/>
          </a:xfrm>
        </p:spPr>
        <p:txBody>
          <a:bodyPr anchor="ctr"/>
          <a:lstStyle>
            <a:lvl1pPr marL="0" indent="0" algn="l">
              <a:buNone/>
              <a:defRPr b="1">
                <a:solidFill>
                  <a:schemeClr val="bg1"/>
                </a:solidFill>
              </a:defRPr>
            </a:lvl1pPr>
          </a:lstStyle>
          <a:p>
            <a:pPr lvl="0"/>
            <a:r>
              <a:rPr lang="en-GB"/>
              <a:t>TITEL</a:t>
            </a:r>
            <a:endParaRPr lang="en-BE"/>
          </a:p>
        </p:txBody>
      </p:sp>
      <p:sp>
        <p:nvSpPr>
          <p:cNvPr id="24" name="Text Placeholder 23">
            <a:extLst>
              <a:ext uri="{FF2B5EF4-FFF2-40B4-BE49-F238E27FC236}">
                <a16:creationId xmlns:a16="http://schemas.microsoft.com/office/drawing/2014/main" id="{FB793A6D-0EBD-5E3B-B967-3468D755E811}"/>
              </a:ext>
            </a:extLst>
          </p:cNvPr>
          <p:cNvSpPr>
            <a:spLocks noGrp="1"/>
          </p:cNvSpPr>
          <p:nvPr>
            <p:ph type="body" sz="quarter" idx="13"/>
          </p:nvPr>
        </p:nvSpPr>
        <p:spPr>
          <a:xfrm>
            <a:off x="550863" y="4125090"/>
            <a:ext cx="2951162" cy="1926995"/>
          </a:xfrm>
        </p:spPr>
        <p:txBody>
          <a:bodyPr>
            <a:normAutofit/>
          </a:bodyPr>
          <a:lstStyle>
            <a:lvl1pPr marL="0" indent="0">
              <a:lnSpc>
                <a:spcPct val="100000"/>
              </a:lnSpc>
              <a:spcAft>
                <a:spcPts val="600"/>
              </a:spcAft>
              <a:buNone/>
              <a:defRPr sz="1400" b="1" i="0">
                <a:solidFill>
                  <a:schemeClr val="bg1"/>
                </a:solidFill>
                <a:latin typeface="Montserrat" pitchFamily="2" charset="77"/>
              </a:defRPr>
            </a:lvl1pPr>
            <a:lvl2pPr marL="225425" indent="-225425">
              <a:lnSpc>
                <a:spcPct val="100000"/>
              </a:lnSpc>
              <a:spcAft>
                <a:spcPts val="600"/>
              </a:spcAft>
              <a:buClr>
                <a:schemeClr val="accent2"/>
              </a:buClr>
              <a:tabLst/>
              <a:defRPr sz="1400" b="0" i="0">
                <a:solidFill>
                  <a:schemeClr val="bg1"/>
                </a:solidFill>
                <a:latin typeface="Montserrat" pitchFamily="2" charset="77"/>
              </a:defRPr>
            </a:lvl2pPr>
            <a:lvl3pPr marL="582613" indent="-215900">
              <a:lnSpc>
                <a:spcPct val="100000"/>
              </a:lnSpc>
              <a:spcAft>
                <a:spcPts val="600"/>
              </a:spcAft>
              <a:buClr>
                <a:schemeClr val="accent2"/>
              </a:buClr>
              <a:tabLst/>
              <a:defRPr sz="1400" b="0" i="0">
                <a:solidFill>
                  <a:schemeClr val="bg1"/>
                </a:solidFill>
                <a:latin typeface="Montserrat" pitchFamily="2" charset="77"/>
              </a:defRPr>
            </a:lvl3pPr>
            <a:lvl4pPr marL="582613" indent="-215900">
              <a:lnSpc>
                <a:spcPct val="100000"/>
              </a:lnSpc>
              <a:spcAft>
                <a:spcPts val="600"/>
              </a:spcAft>
              <a:buClr>
                <a:schemeClr val="accent2"/>
              </a:buClr>
              <a:tabLst/>
              <a:defRPr sz="1400" b="0" i="0">
                <a:solidFill>
                  <a:schemeClr val="bg1"/>
                </a:solidFill>
                <a:latin typeface="Montserrat" pitchFamily="2" charset="77"/>
              </a:defRPr>
            </a:lvl4pPr>
            <a:lvl5pPr marL="582613" indent="-215900">
              <a:lnSpc>
                <a:spcPct val="100000"/>
              </a:lnSpc>
              <a:spcAft>
                <a:spcPts val="600"/>
              </a:spcAft>
              <a:buClr>
                <a:schemeClr val="accent2"/>
              </a:buClr>
              <a:tabLst/>
              <a:defRPr sz="1400" b="0" i="0">
                <a:solidFill>
                  <a:schemeClr val="bg1"/>
                </a:solidFill>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30" name="Text Placeholder 29">
            <a:extLst>
              <a:ext uri="{FF2B5EF4-FFF2-40B4-BE49-F238E27FC236}">
                <a16:creationId xmlns:a16="http://schemas.microsoft.com/office/drawing/2014/main" id="{143B5D31-304B-F9F1-721C-190208D7CF4B}"/>
              </a:ext>
            </a:extLst>
          </p:cNvPr>
          <p:cNvSpPr>
            <a:spLocks noGrp="1"/>
          </p:cNvSpPr>
          <p:nvPr>
            <p:ph type="body" sz="quarter" idx="16" hasCustomPrompt="1"/>
          </p:nvPr>
        </p:nvSpPr>
        <p:spPr>
          <a:xfrm>
            <a:off x="558746" y="2065834"/>
            <a:ext cx="3116262" cy="1149934"/>
          </a:xfrm>
        </p:spPr>
        <p:txBody>
          <a:bodyPr>
            <a:noAutofit/>
          </a:bodyPr>
          <a:lstStyle>
            <a:lvl1pPr marL="0" indent="0" algn="l">
              <a:lnSpc>
                <a:spcPct val="100000"/>
              </a:lnSpc>
              <a:buNone/>
              <a:defRPr sz="1400"/>
            </a:lvl1pPr>
            <a:lvl2pPr marL="457200" indent="0" algn="l">
              <a:buNone/>
              <a:defRPr sz="1400"/>
            </a:lvl2pPr>
            <a:lvl3pPr marL="914400" indent="0" algn="l">
              <a:buNone/>
              <a:defRPr sz="1400"/>
            </a:lvl3pPr>
            <a:lvl4pPr marL="1371600" indent="0" algn="l">
              <a:buNone/>
              <a:defRPr sz="1400"/>
            </a:lvl4pPr>
            <a:lvl5pPr marL="1828800" indent="0" algn="l">
              <a:buNone/>
              <a:defRPr sz="1400"/>
            </a:lvl5pPr>
          </a:lstStyle>
          <a:p>
            <a:pPr lvl="0"/>
            <a:r>
              <a:rPr lang="en-GB"/>
              <a:t>About text</a:t>
            </a:r>
          </a:p>
        </p:txBody>
      </p:sp>
      <p:sp>
        <p:nvSpPr>
          <p:cNvPr id="32" name="Picture Placeholder 31">
            <a:extLst>
              <a:ext uri="{FF2B5EF4-FFF2-40B4-BE49-F238E27FC236}">
                <a16:creationId xmlns:a16="http://schemas.microsoft.com/office/drawing/2014/main" id="{989DD56A-F6F6-40A0-77E2-B7AEA981E5FD}"/>
              </a:ext>
            </a:extLst>
          </p:cNvPr>
          <p:cNvSpPr>
            <a:spLocks noGrp="1"/>
          </p:cNvSpPr>
          <p:nvPr>
            <p:ph type="pic" sz="quarter" idx="17" hasCustomPrompt="1"/>
          </p:nvPr>
        </p:nvSpPr>
        <p:spPr>
          <a:xfrm>
            <a:off x="558746" y="1423314"/>
            <a:ext cx="3116262" cy="628382"/>
          </a:xfrm>
        </p:spPr>
        <p:txBody>
          <a:bodyPr anchor="ctr"/>
          <a:lstStyle>
            <a:lvl1pPr marL="0" indent="0">
              <a:buNone/>
              <a:defRPr/>
            </a:lvl1pPr>
          </a:lstStyle>
          <a:p>
            <a:r>
              <a:rPr lang="en-BE"/>
              <a:t>Logo</a:t>
            </a:r>
          </a:p>
        </p:txBody>
      </p:sp>
      <p:sp>
        <p:nvSpPr>
          <p:cNvPr id="6" name="Title 5">
            <a:extLst>
              <a:ext uri="{FF2B5EF4-FFF2-40B4-BE49-F238E27FC236}">
                <a16:creationId xmlns:a16="http://schemas.microsoft.com/office/drawing/2014/main" id="{3387E8D2-9FFA-9874-FF1F-0F62C4E21E9F}"/>
              </a:ext>
            </a:extLst>
          </p:cNvPr>
          <p:cNvSpPr>
            <a:spLocks noGrp="1"/>
          </p:cNvSpPr>
          <p:nvPr>
            <p:ph type="title"/>
          </p:nvPr>
        </p:nvSpPr>
        <p:spPr>
          <a:xfrm>
            <a:off x="550864" y="549275"/>
            <a:ext cx="9864376" cy="874039"/>
          </a:xfrm>
        </p:spPr>
        <p:txBody>
          <a:bodyPr/>
          <a:lstStyle>
            <a:lvl1pPr>
              <a:defRPr>
                <a:solidFill>
                  <a:schemeClr val="tx2"/>
                </a:solidFill>
              </a:defRPr>
            </a:lvl1pPr>
          </a:lstStyle>
          <a:p>
            <a:r>
              <a:rPr lang="en-GB"/>
              <a:t>Click to edit Master title style</a:t>
            </a:r>
            <a:endParaRPr lang="nl-NL"/>
          </a:p>
        </p:txBody>
      </p:sp>
      <p:sp>
        <p:nvSpPr>
          <p:cNvPr id="9" name="Picture Placeholder 8">
            <a:extLst>
              <a:ext uri="{FF2B5EF4-FFF2-40B4-BE49-F238E27FC236}">
                <a16:creationId xmlns:a16="http://schemas.microsoft.com/office/drawing/2014/main" id="{E4969A36-DE4D-BB51-6DDE-B5C50563768C}"/>
              </a:ext>
            </a:extLst>
          </p:cNvPr>
          <p:cNvSpPr>
            <a:spLocks noGrp="1"/>
          </p:cNvSpPr>
          <p:nvPr>
            <p:ph type="pic" sz="quarter" idx="18"/>
          </p:nvPr>
        </p:nvSpPr>
        <p:spPr>
          <a:xfrm>
            <a:off x="4086225" y="1423988"/>
            <a:ext cx="8097838" cy="2016125"/>
          </a:xfrm>
          <a:solidFill>
            <a:schemeClr val="bg1">
              <a:lumMod val="85000"/>
            </a:schemeClr>
          </a:solidFill>
        </p:spPr>
        <p:txBody>
          <a:bodyPr anchor="ctr"/>
          <a:lstStyle>
            <a:lvl1pPr algn="ctr">
              <a:defRPr>
                <a:solidFill>
                  <a:schemeClr val="bg1"/>
                </a:solidFill>
              </a:defRPr>
            </a:lvl1pPr>
          </a:lstStyle>
          <a:p>
            <a:r>
              <a:rPr lang="en-GB"/>
              <a:t>Click icon to add picture</a:t>
            </a:r>
            <a:endParaRPr lang="nl-NL"/>
          </a:p>
        </p:txBody>
      </p:sp>
      <p:sp>
        <p:nvSpPr>
          <p:cNvPr id="2" name="Text Placeholder 23">
            <a:extLst>
              <a:ext uri="{FF2B5EF4-FFF2-40B4-BE49-F238E27FC236}">
                <a16:creationId xmlns:a16="http://schemas.microsoft.com/office/drawing/2014/main" id="{C380F6E4-6F71-3616-5989-D5308A1E5715}"/>
              </a:ext>
            </a:extLst>
          </p:cNvPr>
          <p:cNvSpPr>
            <a:spLocks noGrp="1"/>
          </p:cNvSpPr>
          <p:nvPr>
            <p:ph type="body" sz="quarter" idx="19"/>
          </p:nvPr>
        </p:nvSpPr>
        <p:spPr>
          <a:xfrm>
            <a:off x="4607137" y="4110952"/>
            <a:ext cx="2951162" cy="1926995"/>
          </a:xfrm>
        </p:spPr>
        <p:txBody>
          <a:bodyPr>
            <a:normAutofit/>
          </a:bodyPr>
          <a:lstStyle>
            <a:lvl1pPr marL="0" indent="0">
              <a:lnSpc>
                <a:spcPct val="100000"/>
              </a:lnSpc>
              <a:spcAft>
                <a:spcPts val="600"/>
              </a:spcAft>
              <a:buNone/>
              <a:defRPr sz="1400" b="1" i="0">
                <a:solidFill>
                  <a:schemeClr val="bg1"/>
                </a:solidFill>
                <a:latin typeface="Montserrat" pitchFamily="2" charset="77"/>
              </a:defRPr>
            </a:lvl1pPr>
            <a:lvl2pPr marL="225425" indent="-225425">
              <a:lnSpc>
                <a:spcPct val="100000"/>
              </a:lnSpc>
              <a:spcAft>
                <a:spcPts val="600"/>
              </a:spcAft>
              <a:buClr>
                <a:schemeClr val="accent2"/>
              </a:buClr>
              <a:tabLst/>
              <a:defRPr sz="1400" b="0" i="0">
                <a:solidFill>
                  <a:schemeClr val="bg1"/>
                </a:solidFill>
                <a:latin typeface="Montserrat" pitchFamily="2" charset="77"/>
              </a:defRPr>
            </a:lvl2pPr>
            <a:lvl3pPr marL="582613" indent="-215900">
              <a:lnSpc>
                <a:spcPct val="100000"/>
              </a:lnSpc>
              <a:spcAft>
                <a:spcPts val="600"/>
              </a:spcAft>
              <a:buClr>
                <a:schemeClr val="accent2"/>
              </a:buClr>
              <a:tabLst/>
              <a:defRPr sz="1400" b="0" i="0">
                <a:solidFill>
                  <a:schemeClr val="bg1"/>
                </a:solidFill>
                <a:latin typeface="Montserrat" pitchFamily="2" charset="77"/>
              </a:defRPr>
            </a:lvl3pPr>
            <a:lvl4pPr marL="582613" indent="-215900">
              <a:lnSpc>
                <a:spcPct val="100000"/>
              </a:lnSpc>
              <a:spcAft>
                <a:spcPts val="600"/>
              </a:spcAft>
              <a:buClr>
                <a:schemeClr val="accent2"/>
              </a:buClr>
              <a:tabLst/>
              <a:defRPr sz="1400" b="0" i="0">
                <a:solidFill>
                  <a:schemeClr val="bg1"/>
                </a:solidFill>
                <a:latin typeface="Montserrat" pitchFamily="2" charset="77"/>
              </a:defRPr>
            </a:lvl4pPr>
            <a:lvl5pPr marL="582613" indent="-215900">
              <a:lnSpc>
                <a:spcPct val="100000"/>
              </a:lnSpc>
              <a:spcAft>
                <a:spcPts val="600"/>
              </a:spcAft>
              <a:buClr>
                <a:schemeClr val="accent2"/>
              </a:buClr>
              <a:tabLst/>
              <a:defRPr sz="1400" b="0" i="0">
                <a:solidFill>
                  <a:schemeClr val="bg1"/>
                </a:solidFill>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Text Placeholder 23">
            <a:extLst>
              <a:ext uri="{FF2B5EF4-FFF2-40B4-BE49-F238E27FC236}">
                <a16:creationId xmlns:a16="http://schemas.microsoft.com/office/drawing/2014/main" id="{0E190901-4E6A-E5F2-EF83-0E96CC49585A}"/>
              </a:ext>
            </a:extLst>
          </p:cNvPr>
          <p:cNvSpPr>
            <a:spLocks noGrp="1"/>
          </p:cNvSpPr>
          <p:nvPr>
            <p:ph type="body" sz="quarter" idx="20"/>
          </p:nvPr>
        </p:nvSpPr>
        <p:spPr>
          <a:xfrm>
            <a:off x="8654336" y="4110951"/>
            <a:ext cx="2951162" cy="1926995"/>
          </a:xfrm>
        </p:spPr>
        <p:txBody>
          <a:bodyPr>
            <a:normAutofit/>
          </a:bodyPr>
          <a:lstStyle>
            <a:lvl1pPr marL="0" indent="0">
              <a:lnSpc>
                <a:spcPct val="100000"/>
              </a:lnSpc>
              <a:spcAft>
                <a:spcPts val="600"/>
              </a:spcAft>
              <a:buNone/>
              <a:defRPr sz="1400" b="1" i="0">
                <a:solidFill>
                  <a:schemeClr val="bg1"/>
                </a:solidFill>
                <a:latin typeface="Montserrat" pitchFamily="2" charset="77"/>
              </a:defRPr>
            </a:lvl1pPr>
            <a:lvl2pPr marL="225425" indent="-225425">
              <a:lnSpc>
                <a:spcPct val="100000"/>
              </a:lnSpc>
              <a:spcAft>
                <a:spcPts val="600"/>
              </a:spcAft>
              <a:buClr>
                <a:schemeClr val="accent2"/>
              </a:buClr>
              <a:tabLst/>
              <a:defRPr sz="1400" b="0" i="0">
                <a:solidFill>
                  <a:schemeClr val="bg1"/>
                </a:solidFill>
                <a:latin typeface="Montserrat" pitchFamily="2" charset="77"/>
              </a:defRPr>
            </a:lvl2pPr>
            <a:lvl3pPr marL="582613" indent="-215900">
              <a:lnSpc>
                <a:spcPct val="100000"/>
              </a:lnSpc>
              <a:spcAft>
                <a:spcPts val="600"/>
              </a:spcAft>
              <a:buClr>
                <a:schemeClr val="accent2"/>
              </a:buClr>
              <a:tabLst/>
              <a:defRPr sz="1400" b="0" i="0">
                <a:solidFill>
                  <a:schemeClr val="bg1"/>
                </a:solidFill>
                <a:latin typeface="Montserrat" pitchFamily="2" charset="77"/>
              </a:defRPr>
            </a:lvl3pPr>
            <a:lvl4pPr marL="582613" indent="-215900">
              <a:lnSpc>
                <a:spcPct val="100000"/>
              </a:lnSpc>
              <a:spcAft>
                <a:spcPts val="600"/>
              </a:spcAft>
              <a:buClr>
                <a:schemeClr val="accent2"/>
              </a:buClr>
              <a:tabLst/>
              <a:defRPr sz="1400" b="0" i="0">
                <a:solidFill>
                  <a:schemeClr val="bg1"/>
                </a:solidFill>
                <a:latin typeface="Montserrat" pitchFamily="2" charset="77"/>
              </a:defRPr>
            </a:lvl4pPr>
            <a:lvl5pPr marL="582613" indent="-215900">
              <a:lnSpc>
                <a:spcPct val="100000"/>
              </a:lnSpc>
              <a:spcAft>
                <a:spcPts val="600"/>
              </a:spcAft>
              <a:buClr>
                <a:schemeClr val="accent2"/>
              </a:buClr>
              <a:tabLst/>
              <a:defRPr sz="1400" b="0" i="0">
                <a:solidFill>
                  <a:schemeClr val="bg1"/>
                </a:solidFill>
                <a:latin typeface="Montserrat"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Tree>
    <p:extLst>
      <p:ext uri="{BB962C8B-B14F-4D97-AF65-F5344CB8AC3E}">
        <p14:creationId xmlns:p14="http://schemas.microsoft.com/office/powerpoint/2010/main" val="34552132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amp;A">
    <p:bg>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FE4674-A999-49D0-7967-BA54FF75B8B2}"/>
              </a:ext>
            </a:extLst>
          </p:cNvPr>
          <p:cNvPicPr>
            <a:picLocks noChangeAspect="1"/>
          </p:cNvPicPr>
          <p:nvPr userDrawn="1"/>
        </p:nvPicPr>
        <p:blipFill>
          <a:blip r:embed="rId2"/>
          <a:stretch>
            <a:fillRect/>
          </a:stretch>
        </p:blipFill>
        <p:spPr>
          <a:xfrm>
            <a:off x="2667000" y="-1138236"/>
            <a:ext cx="6858000" cy="6858000"/>
          </a:xfrm>
          <a:prstGeom prst="rect">
            <a:avLst/>
          </a:prstGeom>
        </p:spPr>
      </p:pic>
      <p:sp>
        <p:nvSpPr>
          <p:cNvPr id="2" name="Picture Placeholder 1">
            <a:extLst>
              <a:ext uri="{FF2B5EF4-FFF2-40B4-BE49-F238E27FC236}">
                <a16:creationId xmlns:a16="http://schemas.microsoft.com/office/drawing/2014/main" id="{697833DD-79DD-310A-7FD2-98ED08524436}"/>
              </a:ext>
            </a:extLst>
          </p:cNvPr>
          <p:cNvSpPr>
            <a:spLocks noGrp="1"/>
          </p:cNvSpPr>
          <p:nvPr>
            <p:ph type="pic" sz="quarter" idx="11"/>
          </p:nvPr>
        </p:nvSpPr>
        <p:spPr>
          <a:xfrm>
            <a:off x="5515590" y="1933994"/>
            <a:ext cx="1160820" cy="2401052"/>
          </a:xfrm>
          <a:custGeom>
            <a:avLst/>
            <a:gdLst>
              <a:gd name="connsiteX0" fmla="*/ 1160820 w 1160820"/>
              <a:gd name="connsiteY0" fmla="*/ 0 h 2401052"/>
              <a:gd name="connsiteX1" fmla="*/ 332811 w 1160820"/>
              <a:gd name="connsiteY1" fmla="*/ 2397562 h 2401052"/>
              <a:gd name="connsiteX2" fmla="*/ 0 w 1160820"/>
              <a:gd name="connsiteY2" fmla="*/ 2401052 h 2401052"/>
              <a:gd name="connsiteX3" fmla="*/ 825149 w 1160820"/>
              <a:gd name="connsiteY3" fmla="*/ 3175 h 2401052"/>
            </a:gdLst>
            <a:ahLst/>
            <a:cxnLst>
              <a:cxn ang="0">
                <a:pos x="connsiteX0" y="connsiteY0"/>
              </a:cxn>
              <a:cxn ang="0">
                <a:pos x="connsiteX1" y="connsiteY1"/>
              </a:cxn>
              <a:cxn ang="0">
                <a:pos x="connsiteX2" y="connsiteY2"/>
              </a:cxn>
              <a:cxn ang="0">
                <a:pos x="connsiteX3" y="connsiteY3"/>
              </a:cxn>
            </a:cxnLst>
            <a:rect l="l" t="t" r="r" b="b"/>
            <a:pathLst>
              <a:path w="1160820" h="2401052">
                <a:moveTo>
                  <a:pt x="1160820" y="0"/>
                </a:moveTo>
                <a:lnTo>
                  <a:pt x="332811" y="2397562"/>
                </a:lnTo>
                <a:lnTo>
                  <a:pt x="0" y="2401052"/>
                </a:lnTo>
                <a:lnTo>
                  <a:pt x="825149" y="3175"/>
                </a:lnTo>
                <a:close/>
              </a:path>
            </a:pathLst>
          </a:custGeom>
          <a:solidFill>
            <a:schemeClr val="accent1"/>
          </a:solidFill>
        </p:spPr>
        <p:txBody>
          <a:bodyPr wrap="square" anchor="ctr">
            <a:noAutofit/>
          </a:bodyPr>
          <a:lstStyle>
            <a:lvl1pPr algn="ctr">
              <a:defRPr sz="100">
                <a:solidFill>
                  <a:schemeClr val="accent1"/>
                </a:solidFill>
              </a:defRPr>
            </a:lvl1pPr>
          </a:lstStyle>
          <a:p>
            <a:r>
              <a:rPr lang="en-GB"/>
              <a:t>Click icon to add picture</a:t>
            </a:r>
            <a:endParaRPr lang="en-BE"/>
          </a:p>
        </p:txBody>
      </p:sp>
      <p:sp>
        <p:nvSpPr>
          <p:cNvPr id="5" name="TextBox 4">
            <a:extLst>
              <a:ext uri="{FF2B5EF4-FFF2-40B4-BE49-F238E27FC236}">
                <a16:creationId xmlns:a16="http://schemas.microsoft.com/office/drawing/2014/main" id="{78A5D80C-51F9-72A2-FE8C-9617C3B66003}"/>
              </a:ext>
            </a:extLst>
          </p:cNvPr>
          <p:cNvSpPr txBox="1"/>
          <p:nvPr userDrawn="1"/>
        </p:nvSpPr>
        <p:spPr>
          <a:xfrm>
            <a:off x="550863" y="549275"/>
            <a:ext cx="5545137" cy="5170488"/>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5000" b="1" i="0" u="none" strike="noStrike" kern="1200" cap="none" spc="0" normalizeH="0" baseline="0" noProof="0">
                <a:ln>
                  <a:noFill/>
                </a:ln>
                <a:solidFill>
                  <a:srgbClr val="15487B"/>
                </a:solidFill>
                <a:effectLst/>
                <a:uLnTx/>
                <a:uFillTx/>
                <a:latin typeface="Montserrat" pitchFamily="2" charset="77"/>
                <a:ea typeface="+mn-ea"/>
                <a:cs typeface="+mn-cs"/>
              </a:rPr>
              <a:t>Q&amp;A</a:t>
            </a:r>
            <a:endParaRPr kumimoji="0" lang="en-BE" sz="15000" b="1" i="0" u="none" strike="noStrike" kern="1200" cap="none" spc="0" normalizeH="0" baseline="0" noProof="0">
              <a:ln>
                <a:noFill/>
              </a:ln>
              <a:solidFill>
                <a:srgbClr val="15487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3684428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V title + picture">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9" name="Freeform 8">
            <a:extLst>
              <a:ext uri="{FF2B5EF4-FFF2-40B4-BE49-F238E27FC236}">
                <a16:creationId xmlns:a16="http://schemas.microsoft.com/office/drawing/2014/main" id="{40215AA1-01D3-34F0-87FD-AB5869694779}"/>
              </a:ext>
            </a:extLst>
          </p:cNvPr>
          <p:cNvSpPr/>
          <p:nvPr userDrawn="1"/>
        </p:nvSpPr>
        <p:spPr>
          <a:xfrm>
            <a:off x="2" y="540856"/>
            <a:ext cx="6962593" cy="5767870"/>
          </a:xfrm>
          <a:custGeom>
            <a:avLst/>
            <a:gdLst>
              <a:gd name="connsiteX0" fmla="*/ 0 w 6962593"/>
              <a:gd name="connsiteY0" fmla="*/ 0 h 5767870"/>
              <a:gd name="connsiteX1" fmla="*/ 6962593 w 6962593"/>
              <a:gd name="connsiteY1" fmla="*/ 0 h 5767870"/>
              <a:gd name="connsiteX2" fmla="*/ 4964058 w 6962593"/>
              <a:gd name="connsiteY2" fmla="*/ 5767870 h 5767870"/>
              <a:gd name="connsiteX3" fmla="*/ 0 w 6962593"/>
              <a:gd name="connsiteY3" fmla="*/ 5767870 h 5767870"/>
            </a:gdLst>
            <a:ahLst/>
            <a:cxnLst>
              <a:cxn ang="0">
                <a:pos x="connsiteX0" y="connsiteY0"/>
              </a:cxn>
              <a:cxn ang="0">
                <a:pos x="connsiteX1" y="connsiteY1"/>
              </a:cxn>
              <a:cxn ang="0">
                <a:pos x="connsiteX2" y="connsiteY2"/>
              </a:cxn>
              <a:cxn ang="0">
                <a:pos x="connsiteX3" y="connsiteY3"/>
              </a:cxn>
            </a:cxnLst>
            <a:rect l="l" t="t" r="r" b="b"/>
            <a:pathLst>
              <a:path w="6962593" h="5767870">
                <a:moveTo>
                  <a:pt x="0" y="0"/>
                </a:moveTo>
                <a:lnTo>
                  <a:pt x="6962593" y="0"/>
                </a:lnTo>
                <a:lnTo>
                  <a:pt x="4964058" y="5767870"/>
                </a:lnTo>
                <a:lnTo>
                  <a:pt x="0" y="5767870"/>
                </a:lnTo>
                <a:close/>
              </a:path>
            </a:pathLst>
          </a:custGeom>
          <a:solidFill>
            <a:schemeClr val="accent1"/>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2" name="TextBox 1">
            <a:extLst>
              <a:ext uri="{FF2B5EF4-FFF2-40B4-BE49-F238E27FC236}">
                <a16:creationId xmlns:a16="http://schemas.microsoft.com/office/drawing/2014/main" id="{23253B67-4649-10B3-9A3B-2FCDACD59FC5}"/>
              </a:ext>
            </a:extLst>
          </p:cNvPr>
          <p:cNvSpPr txBox="1"/>
          <p:nvPr userDrawn="1"/>
        </p:nvSpPr>
        <p:spPr>
          <a:xfrm>
            <a:off x="1130530" y="1753909"/>
            <a:ext cx="2801389" cy="498764"/>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r>
              <a:rPr kumimoji="0" lang="en-BE" sz="1400" b="1" i="0" u="none" strike="noStrike" kern="1200" cap="none" spc="0" normalizeH="0" baseline="0" noProof="0">
                <a:ln>
                  <a:noFill/>
                </a:ln>
                <a:solidFill>
                  <a:srgbClr val="15487B"/>
                </a:solidFill>
                <a:effectLst/>
                <a:uLnTx/>
                <a:uFillTx/>
                <a:latin typeface="Montserrat" pitchFamily="2" charset="77"/>
                <a:ea typeface="+mn-ea"/>
                <a:cs typeface="+mn-cs"/>
              </a:rPr>
              <a:t>Data whiz available!</a:t>
            </a:r>
            <a:br>
              <a:rPr kumimoji="0" lang="en-BE" sz="1400" b="0" i="0" u="none" strike="noStrike" kern="1200" cap="none" spc="0" normalizeH="0" baseline="0" noProof="0">
                <a:ln>
                  <a:noFill/>
                </a:ln>
                <a:solidFill>
                  <a:srgbClr val="15487B"/>
                </a:solidFill>
                <a:effectLst/>
                <a:uLnTx/>
                <a:uFillTx/>
                <a:latin typeface="Montserrat" pitchFamily="2" charset="77"/>
                <a:ea typeface="+mn-ea"/>
                <a:cs typeface="+mn-cs"/>
              </a:rPr>
            </a:br>
            <a:r>
              <a:rPr kumimoji="0" lang="en-BE" sz="1400" b="0" i="0" u="none" strike="noStrike" kern="1200" cap="none" spc="0" normalizeH="0" baseline="0" noProof="0">
                <a:ln>
                  <a:noFill/>
                </a:ln>
                <a:solidFill>
                  <a:srgbClr val="15487B"/>
                </a:solidFill>
                <a:effectLst/>
                <a:uLnTx/>
                <a:uFillTx/>
                <a:latin typeface="Montserrat" pitchFamily="2" charset="77"/>
                <a:ea typeface="+mn-ea"/>
                <a:cs typeface="+mn-cs"/>
              </a:rPr>
              <a:t>Ready to take on your project!</a:t>
            </a:r>
          </a:p>
        </p:txBody>
      </p:sp>
      <p:grpSp>
        <p:nvGrpSpPr>
          <p:cNvPr id="8" name="Graphic 5">
            <a:extLst>
              <a:ext uri="{FF2B5EF4-FFF2-40B4-BE49-F238E27FC236}">
                <a16:creationId xmlns:a16="http://schemas.microsoft.com/office/drawing/2014/main" id="{56F7D08A-314A-804B-E511-FAA36920D896}"/>
              </a:ext>
            </a:extLst>
          </p:cNvPr>
          <p:cNvGrpSpPr/>
          <p:nvPr/>
        </p:nvGrpSpPr>
        <p:grpSpPr>
          <a:xfrm>
            <a:off x="550863" y="1753909"/>
            <a:ext cx="398612" cy="398612"/>
            <a:chOff x="550863" y="2644558"/>
            <a:chExt cx="398612" cy="398612"/>
          </a:xfrm>
        </p:grpSpPr>
        <p:sp>
          <p:nvSpPr>
            <p:cNvPr id="15" name="Freeform 14">
              <a:extLst>
                <a:ext uri="{FF2B5EF4-FFF2-40B4-BE49-F238E27FC236}">
                  <a16:creationId xmlns:a16="http://schemas.microsoft.com/office/drawing/2014/main" id="{40F45E29-F071-97C0-F0A5-9EFADDD0F20C}"/>
                </a:ext>
              </a:extLst>
            </p:cNvPr>
            <p:cNvSpPr/>
            <p:nvPr/>
          </p:nvSpPr>
          <p:spPr>
            <a:xfrm>
              <a:off x="550863" y="2644558"/>
              <a:ext cx="398612" cy="398612"/>
            </a:xfrm>
            <a:custGeom>
              <a:avLst/>
              <a:gdLst>
                <a:gd name="connsiteX0" fmla="*/ 199306 w 398612"/>
                <a:gd name="connsiteY0" fmla="*/ 398612 h 398612"/>
                <a:gd name="connsiteX1" fmla="*/ 398612 w 398612"/>
                <a:gd name="connsiteY1" fmla="*/ 199306 h 398612"/>
                <a:gd name="connsiteX2" fmla="*/ 199306 w 398612"/>
                <a:gd name="connsiteY2" fmla="*/ 0 h 398612"/>
                <a:gd name="connsiteX3" fmla="*/ 0 w 398612"/>
                <a:gd name="connsiteY3" fmla="*/ 199306 h 398612"/>
                <a:gd name="connsiteX4" fmla="*/ 199306 w 398612"/>
                <a:gd name="connsiteY4" fmla="*/ 398612 h 398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8612" h="398612">
                  <a:moveTo>
                    <a:pt x="199306" y="398612"/>
                  </a:moveTo>
                  <a:cubicBezTo>
                    <a:pt x="309375" y="398612"/>
                    <a:pt x="398612" y="309375"/>
                    <a:pt x="398612" y="199306"/>
                  </a:cubicBezTo>
                  <a:cubicBezTo>
                    <a:pt x="398612" y="89237"/>
                    <a:pt x="309375" y="0"/>
                    <a:pt x="199306" y="0"/>
                  </a:cubicBezTo>
                  <a:cubicBezTo>
                    <a:pt x="89237" y="0"/>
                    <a:pt x="0" y="89237"/>
                    <a:pt x="0" y="199306"/>
                  </a:cubicBezTo>
                  <a:cubicBezTo>
                    <a:pt x="0" y="309375"/>
                    <a:pt x="89237" y="398612"/>
                    <a:pt x="199306" y="398612"/>
                  </a:cubicBezTo>
                </a:path>
              </a:pathLst>
            </a:custGeom>
            <a:solidFill>
              <a:schemeClr val="tx2"/>
            </a:solidFill>
            <a:ln w="390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000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C5096168-35AF-C7AE-478F-2F2BD29DD1C9}"/>
                </a:ext>
              </a:extLst>
            </p:cNvPr>
            <p:cNvSpPr/>
            <p:nvPr/>
          </p:nvSpPr>
          <p:spPr>
            <a:xfrm>
              <a:off x="650535" y="2748198"/>
              <a:ext cx="199266" cy="191330"/>
            </a:xfrm>
            <a:custGeom>
              <a:avLst/>
              <a:gdLst>
                <a:gd name="connsiteX0" fmla="*/ 19919 w 199266"/>
                <a:gd name="connsiteY0" fmla="*/ 55788 h 191330"/>
                <a:gd name="connsiteX1" fmla="*/ 0 w 199266"/>
                <a:gd name="connsiteY1" fmla="*/ 95665 h 191330"/>
                <a:gd name="connsiteX2" fmla="*/ 71739 w 199266"/>
                <a:gd name="connsiteY2" fmla="*/ 191331 h 191330"/>
                <a:gd name="connsiteX3" fmla="*/ 199266 w 199266"/>
                <a:gd name="connsiteY3" fmla="*/ 31902 h 191330"/>
                <a:gd name="connsiteX4" fmla="*/ 151454 w 199266"/>
                <a:gd name="connsiteY4" fmla="*/ 0 h 191330"/>
                <a:gd name="connsiteX5" fmla="*/ 71739 w 199266"/>
                <a:gd name="connsiteY5" fmla="*/ 97252 h 191330"/>
                <a:gd name="connsiteX6" fmla="*/ 19919 w 199266"/>
                <a:gd name="connsiteY6" fmla="*/ 55788 h 19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266" h="191330">
                  <a:moveTo>
                    <a:pt x="19919" y="55788"/>
                  </a:moveTo>
                  <a:lnTo>
                    <a:pt x="0" y="95665"/>
                  </a:lnTo>
                  <a:lnTo>
                    <a:pt x="71739" y="191331"/>
                  </a:lnTo>
                  <a:lnTo>
                    <a:pt x="199266" y="31902"/>
                  </a:lnTo>
                  <a:lnTo>
                    <a:pt x="151454" y="0"/>
                  </a:lnTo>
                  <a:lnTo>
                    <a:pt x="71739" y="97252"/>
                  </a:lnTo>
                  <a:lnTo>
                    <a:pt x="19919" y="55788"/>
                  </a:lnTo>
                  <a:close/>
                </a:path>
              </a:pathLst>
            </a:custGeom>
            <a:solidFill>
              <a:schemeClr val="accent1"/>
            </a:solidFill>
            <a:ln w="390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0000"/>
                </a:solidFill>
                <a:effectLst/>
                <a:uLnTx/>
                <a:uFillTx/>
                <a:latin typeface="Montserrat"/>
                <a:ea typeface="+mn-ea"/>
                <a:cs typeface="+mn-cs"/>
              </a:endParaRPr>
            </a:p>
          </p:txBody>
        </p:sp>
      </p:grpSp>
      <p:sp>
        <p:nvSpPr>
          <p:cNvPr id="3" name="TextBox 2">
            <a:extLst>
              <a:ext uri="{FF2B5EF4-FFF2-40B4-BE49-F238E27FC236}">
                <a16:creationId xmlns:a16="http://schemas.microsoft.com/office/drawing/2014/main" id="{8644E806-93FF-3762-63DE-FDF4587FFA70}"/>
              </a:ext>
            </a:extLst>
          </p:cNvPr>
          <p:cNvSpPr txBox="1"/>
          <p:nvPr userDrawn="1"/>
        </p:nvSpPr>
        <p:spPr>
          <a:xfrm>
            <a:off x="12347838" y="2062556"/>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10" name="Text Placeholder 9">
            <a:extLst>
              <a:ext uri="{FF2B5EF4-FFF2-40B4-BE49-F238E27FC236}">
                <a16:creationId xmlns:a16="http://schemas.microsoft.com/office/drawing/2014/main" id="{A5C2566E-B71D-D4A2-1FBA-A80A7D3ED9E0}"/>
              </a:ext>
            </a:extLst>
          </p:cNvPr>
          <p:cNvSpPr>
            <a:spLocks noGrp="1"/>
          </p:cNvSpPr>
          <p:nvPr>
            <p:ph type="body" sz="quarter" idx="10" hasCustomPrompt="1"/>
          </p:nvPr>
        </p:nvSpPr>
        <p:spPr>
          <a:xfrm>
            <a:off x="550862" y="2751201"/>
            <a:ext cx="5306948" cy="1079500"/>
          </a:xfrm>
        </p:spPr>
        <p:txBody>
          <a:bodyPr>
            <a:noAutofit/>
          </a:bodyPr>
          <a:lstStyle>
            <a:lvl1pPr>
              <a:defRPr sz="4000" b="1" i="0">
                <a:solidFill>
                  <a:schemeClr val="bg1"/>
                </a:solidFill>
                <a:latin typeface="Montserrat Black" pitchFamily="2" charset="77"/>
              </a:defRPr>
            </a:lvl1pPr>
          </a:lstStyle>
          <a:p>
            <a:pPr lvl="0"/>
            <a:r>
              <a:rPr lang="en-GB"/>
              <a:t>First + </a:t>
            </a:r>
            <a:br>
              <a:rPr lang="en-GB"/>
            </a:br>
            <a:r>
              <a:rPr lang="en-GB"/>
              <a:t>Last name</a:t>
            </a:r>
            <a:endParaRPr lang="en-BE"/>
          </a:p>
        </p:txBody>
      </p:sp>
      <p:sp>
        <p:nvSpPr>
          <p:cNvPr id="12" name="Text Placeholder 9">
            <a:extLst>
              <a:ext uri="{FF2B5EF4-FFF2-40B4-BE49-F238E27FC236}">
                <a16:creationId xmlns:a16="http://schemas.microsoft.com/office/drawing/2014/main" id="{9C52FA79-A198-F9B5-70BA-9D72DC1D20D3}"/>
              </a:ext>
            </a:extLst>
          </p:cNvPr>
          <p:cNvSpPr>
            <a:spLocks noGrp="1"/>
          </p:cNvSpPr>
          <p:nvPr>
            <p:ph type="body" sz="quarter" idx="11" hasCustomPrompt="1"/>
          </p:nvPr>
        </p:nvSpPr>
        <p:spPr>
          <a:xfrm>
            <a:off x="550862" y="3999034"/>
            <a:ext cx="5306948" cy="567407"/>
          </a:xfrm>
        </p:spPr>
        <p:txBody>
          <a:bodyPr>
            <a:noAutofit/>
          </a:bodyPr>
          <a:lstStyle>
            <a:lvl1pPr>
              <a:defRPr sz="2400" b="1" i="0">
                <a:latin typeface="Montserrat SemiBold" pitchFamily="2" charset="77"/>
              </a:defRPr>
            </a:lvl1pPr>
          </a:lstStyle>
          <a:p>
            <a:pPr lvl="0"/>
            <a:r>
              <a:rPr lang="en-GB"/>
              <a:t>Insert function</a:t>
            </a:r>
            <a:endParaRPr lang="en-BE"/>
          </a:p>
        </p:txBody>
      </p:sp>
      <p:sp>
        <p:nvSpPr>
          <p:cNvPr id="13" name="Text Placeholder 9">
            <a:extLst>
              <a:ext uri="{FF2B5EF4-FFF2-40B4-BE49-F238E27FC236}">
                <a16:creationId xmlns:a16="http://schemas.microsoft.com/office/drawing/2014/main" id="{A141D34D-C856-C5E7-C11F-7068A07A35D3}"/>
              </a:ext>
            </a:extLst>
          </p:cNvPr>
          <p:cNvSpPr>
            <a:spLocks noGrp="1"/>
          </p:cNvSpPr>
          <p:nvPr>
            <p:ph type="body" sz="quarter" idx="12" hasCustomPrompt="1"/>
          </p:nvPr>
        </p:nvSpPr>
        <p:spPr>
          <a:xfrm>
            <a:off x="550862" y="4645645"/>
            <a:ext cx="5306948" cy="567407"/>
          </a:xfrm>
        </p:spPr>
        <p:txBody>
          <a:bodyPr>
            <a:noAutofit/>
          </a:bodyPr>
          <a:lstStyle>
            <a:lvl1pPr>
              <a:defRPr sz="2000" b="0" i="0">
                <a:latin typeface="Montserrat Light" pitchFamily="2" charset="77"/>
              </a:defRPr>
            </a:lvl1pPr>
          </a:lstStyle>
          <a:p>
            <a:pPr lvl="0"/>
            <a:r>
              <a:rPr lang="en-GB"/>
              <a:t>Insert one-liner</a:t>
            </a:r>
            <a:endParaRPr lang="en-BE"/>
          </a:p>
        </p:txBody>
      </p:sp>
      <p:sp>
        <p:nvSpPr>
          <p:cNvPr id="17" name="Picture Placeholder 16">
            <a:extLst>
              <a:ext uri="{FF2B5EF4-FFF2-40B4-BE49-F238E27FC236}">
                <a16:creationId xmlns:a16="http://schemas.microsoft.com/office/drawing/2014/main" id="{49858920-8033-869A-4BEF-135D618F9343}"/>
              </a:ext>
            </a:extLst>
          </p:cNvPr>
          <p:cNvSpPr>
            <a:spLocks noGrp="1"/>
          </p:cNvSpPr>
          <p:nvPr>
            <p:ph type="pic" sz="quarter" idx="13"/>
          </p:nvPr>
        </p:nvSpPr>
        <p:spPr>
          <a:xfrm>
            <a:off x="5384449" y="549275"/>
            <a:ext cx="6807551" cy="5768042"/>
          </a:xfrm>
          <a:custGeom>
            <a:avLst/>
            <a:gdLst>
              <a:gd name="connsiteX0" fmla="*/ 1966526 w 6807551"/>
              <a:gd name="connsiteY0" fmla="*/ 0 h 5768042"/>
              <a:gd name="connsiteX1" fmla="*/ 6807551 w 6807551"/>
              <a:gd name="connsiteY1" fmla="*/ 0 h 5768042"/>
              <a:gd name="connsiteX2" fmla="*/ 6807551 w 6807551"/>
              <a:gd name="connsiteY2" fmla="*/ 3477721 h 5768042"/>
              <a:gd name="connsiteX3" fmla="*/ 6016418 w 6807551"/>
              <a:gd name="connsiteY3" fmla="*/ 5768042 h 5768042"/>
              <a:gd name="connsiteX4" fmla="*/ 0 w 6807551"/>
              <a:gd name="connsiteY4" fmla="*/ 5768042 h 5768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7551" h="5768042">
                <a:moveTo>
                  <a:pt x="1966526" y="0"/>
                </a:moveTo>
                <a:lnTo>
                  <a:pt x="6807551" y="0"/>
                </a:lnTo>
                <a:lnTo>
                  <a:pt x="6807551" y="3477721"/>
                </a:lnTo>
                <a:lnTo>
                  <a:pt x="6016418" y="5768042"/>
                </a:lnTo>
                <a:lnTo>
                  <a:pt x="0" y="5768042"/>
                </a:lnTo>
                <a:close/>
              </a:path>
            </a:pathLst>
          </a:custGeom>
          <a:solidFill>
            <a:schemeClr val="bg2">
              <a:lumMod val="90000"/>
            </a:schemeClr>
          </a:solidFill>
        </p:spPr>
        <p:txBody>
          <a:bodyPr wrap="square" anchor="ctr">
            <a:noAutofit/>
          </a:bodyPr>
          <a:lstStyle>
            <a:lvl1pPr algn="ctr">
              <a:defRPr sz="1100"/>
            </a:lvl1pPr>
          </a:lstStyle>
          <a:p>
            <a:r>
              <a:rPr lang="en-GB"/>
              <a:t>Click icon to add picture</a:t>
            </a:r>
            <a:endParaRPr lang="en-BE"/>
          </a:p>
        </p:txBody>
      </p:sp>
    </p:spTree>
    <p:extLst>
      <p:ext uri="{BB962C8B-B14F-4D97-AF65-F5344CB8AC3E}">
        <p14:creationId xmlns:p14="http://schemas.microsoft.com/office/powerpoint/2010/main" val="6216990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V bio + small picture">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915B502F-E0F4-DECA-F17B-B3D15D1E5A21}"/>
              </a:ext>
            </a:extLst>
          </p:cNvPr>
          <p:cNvSpPr/>
          <p:nvPr userDrawn="1"/>
        </p:nvSpPr>
        <p:spPr>
          <a:xfrm>
            <a:off x="4716065" y="1772028"/>
            <a:ext cx="7475937" cy="4540547"/>
          </a:xfrm>
          <a:custGeom>
            <a:avLst/>
            <a:gdLst>
              <a:gd name="connsiteX0" fmla="*/ 1573274 w 7475937"/>
              <a:gd name="connsiteY0" fmla="*/ 0 h 4540547"/>
              <a:gd name="connsiteX1" fmla="*/ 7475937 w 7475937"/>
              <a:gd name="connsiteY1" fmla="*/ 0 h 4540547"/>
              <a:gd name="connsiteX2" fmla="*/ 7475937 w 7475937"/>
              <a:gd name="connsiteY2" fmla="*/ 4540547 h 4540547"/>
              <a:gd name="connsiteX3" fmla="*/ 0 w 7475937"/>
              <a:gd name="connsiteY3" fmla="*/ 4540547 h 4540547"/>
            </a:gdLst>
            <a:ahLst/>
            <a:cxnLst>
              <a:cxn ang="0">
                <a:pos x="connsiteX0" y="connsiteY0"/>
              </a:cxn>
              <a:cxn ang="0">
                <a:pos x="connsiteX1" y="connsiteY1"/>
              </a:cxn>
              <a:cxn ang="0">
                <a:pos x="connsiteX2" y="connsiteY2"/>
              </a:cxn>
              <a:cxn ang="0">
                <a:pos x="connsiteX3" y="connsiteY3"/>
              </a:cxn>
            </a:cxnLst>
            <a:rect l="l" t="t" r="r" b="b"/>
            <a:pathLst>
              <a:path w="7475937" h="4540547">
                <a:moveTo>
                  <a:pt x="1573274" y="0"/>
                </a:moveTo>
                <a:lnTo>
                  <a:pt x="7475937" y="0"/>
                </a:lnTo>
                <a:lnTo>
                  <a:pt x="7475937" y="4540547"/>
                </a:lnTo>
                <a:lnTo>
                  <a:pt x="0" y="4540547"/>
                </a:lnTo>
                <a:close/>
              </a:path>
            </a:pathLst>
          </a:custGeom>
          <a:solidFill>
            <a:schemeClr val="bg1">
              <a:lumMod val="95000"/>
              <a:alpha val="53000"/>
            </a:schemeClr>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grpSp>
        <p:nvGrpSpPr>
          <p:cNvPr id="9" name="Group 8">
            <a:extLst>
              <a:ext uri="{FF2B5EF4-FFF2-40B4-BE49-F238E27FC236}">
                <a16:creationId xmlns:a16="http://schemas.microsoft.com/office/drawing/2014/main" id="{8FF3DC9C-17F3-954C-7D78-670395182594}"/>
              </a:ext>
            </a:extLst>
          </p:cNvPr>
          <p:cNvGrpSpPr/>
          <p:nvPr userDrawn="1"/>
        </p:nvGrpSpPr>
        <p:grpSpPr>
          <a:xfrm flipH="1">
            <a:off x="-770983" y="143572"/>
            <a:ext cx="3055322" cy="2198463"/>
            <a:chOff x="1237188" y="154586"/>
            <a:chExt cx="3055322" cy="2198463"/>
          </a:xfrm>
        </p:grpSpPr>
        <p:pic>
          <p:nvPicPr>
            <p:cNvPr id="10" name="Graphic 9">
              <a:extLst>
                <a:ext uri="{FF2B5EF4-FFF2-40B4-BE49-F238E27FC236}">
                  <a16:creationId xmlns:a16="http://schemas.microsoft.com/office/drawing/2014/main" id="{A071028F-1E2E-3F9F-2448-9B38267BF9A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37188" y="154586"/>
              <a:ext cx="1968500" cy="2006600"/>
            </a:xfrm>
            <a:prstGeom prst="rect">
              <a:avLst/>
            </a:prstGeom>
          </p:spPr>
        </p:pic>
        <p:pic>
          <p:nvPicPr>
            <p:cNvPr id="11" name="Graphic 10">
              <a:extLst>
                <a:ext uri="{FF2B5EF4-FFF2-40B4-BE49-F238E27FC236}">
                  <a16:creationId xmlns:a16="http://schemas.microsoft.com/office/drawing/2014/main" id="{51CB6022-E6F7-ADCC-7235-EE6EDB0EEE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904910" y="1603749"/>
              <a:ext cx="2387600" cy="749300"/>
            </a:xfrm>
            <a:prstGeom prst="rect">
              <a:avLst/>
            </a:prstGeom>
          </p:spPr>
        </p:pic>
        <p:pic>
          <p:nvPicPr>
            <p:cNvPr id="12" name="Graphic 11">
              <a:extLst>
                <a:ext uri="{FF2B5EF4-FFF2-40B4-BE49-F238E27FC236}">
                  <a16:creationId xmlns:a16="http://schemas.microsoft.com/office/drawing/2014/main" id="{BDBEBA55-333A-FBCD-7E25-4989E141F5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29769" y="1563090"/>
              <a:ext cx="977900" cy="152400"/>
            </a:xfrm>
            <a:prstGeom prst="rect">
              <a:avLst/>
            </a:prstGeom>
          </p:spPr>
        </p:pic>
        <p:pic>
          <p:nvPicPr>
            <p:cNvPr id="13" name="Graphic 12">
              <a:extLst>
                <a:ext uri="{FF2B5EF4-FFF2-40B4-BE49-F238E27FC236}">
                  <a16:creationId xmlns:a16="http://schemas.microsoft.com/office/drawing/2014/main" id="{601225E3-000E-26EB-6E04-FE9084A144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42138" y="1042390"/>
              <a:ext cx="927100" cy="596900"/>
            </a:xfrm>
            <a:prstGeom prst="rect">
              <a:avLst/>
            </a:prstGeom>
          </p:spPr>
        </p:pic>
      </p:gr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18" name="Freeform 17">
            <a:extLst>
              <a:ext uri="{FF2B5EF4-FFF2-40B4-BE49-F238E27FC236}">
                <a16:creationId xmlns:a16="http://schemas.microsoft.com/office/drawing/2014/main" id="{92802736-73FE-C88B-855F-329BFED88F9D}"/>
              </a:ext>
            </a:extLst>
          </p:cNvPr>
          <p:cNvSpPr/>
          <p:nvPr userDrawn="1"/>
        </p:nvSpPr>
        <p:spPr>
          <a:xfrm>
            <a:off x="3530586" y="562055"/>
            <a:ext cx="8661415" cy="1778616"/>
          </a:xfrm>
          <a:custGeom>
            <a:avLst/>
            <a:gdLst>
              <a:gd name="connsiteX0" fmla="*/ 616281 w 8661415"/>
              <a:gd name="connsiteY0" fmla="*/ 0 h 1778616"/>
              <a:gd name="connsiteX1" fmla="*/ 4499638 w 8661415"/>
              <a:gd name="connsiteY1" fmla="*/ 0 h 1778616"/>
              <a:gd name="connsiteX2" fmla="*/ 5674842 w 8661415"/>
              <a:gd name="connsiteY2" fmla="*/ 0 h 1778616"/>
              <a:gd name="connsiteX3" fmla="*/ 7872023 w 8661415"/>
              <a:gd name="connsiteY3" fmla="*/ 0 h 1778616"/>
              <a:gd name="connsiteX4" fmla="*/ 8661415 w 8661415"/>
              <a:gd name="connsiteY4" fmla="*/ 0 h 1778616"/>
              <a:gd name="connsiteX5" fmla="*/ 8661415 w 8661415"/>
              <a:gd name="connsiteY5" fmla="*/ 1778616 h 1778616"/>
              <a:gd name="connsiteX6" fmla="*/ 7255742 w 8661415"/>
              <a:gd name="connsiteY6" fmla="*/ 1778616 h 1778616"/>
              <a:gd name="connsiteX7" fmla="*/ 5058561 w 8661415"/>
              <a:gd name="connsiteY7" fmla="*/ 1778616 h 1778616"/>
              <a:gd name="connsiteX8" fmla="*/ 3883357 w 8661415"/>
              <a:gd name="connsiteY8" fmla="*/ 1778616 h 1778616"/>
              <a:gd name="connsiteX9" fmla="*/ 0 w 8661415"/>
              <a:gd name="connsiteY9" fmla="*/ 1778616 h 1778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61415" h="1778616">
                <a:moveTo>
                  <a:pt x="616281" y="0"/>
                </a:moveTo>
                <a:lnTo>
                  <a:pt x="4499638" y="0"/>
                </a:lnTo>
                <a:lnTo>
                  <a:pt x="5674842" y="0"/>
                </a:lnTo>
                <a:lnTo>
                  <a:pt x="7872023" y="0"/>
                </a:lnTo>
                <a:lnTo>
                  <a:pt x="8661415" y="0"/>
                </a:lnTo>
                <a:lnTo>
                  <a:pt x="8661415" y="1778616"/>
                </a:lnTo>
                <a:lnTo>
                  <a:pt x="7255742" y="1778616"/>
                </a:lnTo>
                <a:lnTo>
                  <a:pt x="5058561" y="1778616"/>
                </a:lnTo>
                <a:lnTo>
                  <a:pt x="3883357" y="1778616"/>
                </a:lnTo>
                <a:lnTo>
                  <a:pt x="0" y="1778616"/>
                </a:lnTo>
                <a:close/>
              </a:path>
            </a:pathLst>
          </a:custGeom>
          <a:solidFill>
            <a:schemeClr val="accent1"/>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grpSp>
        <p:nvGrpSpPr>
          <p:cNvPr id="2" name="Graphic 5">
            <a:extLst>
              <a:ext uri="{FF2B5EF4-FFF2-40B4-BE49-F238E27FC236}">
                <a16:creationId xmlns:a16="http://schemas.microsoft.com/office/drawing/2014/main" id="{613A0A60-3D2A-DE51-FA52-1691B9DC1CA7}"/>
              </a:ext>
            </a:extLst>
          </p:cNvPr>
          <p:cNvGrpSpPr/>
          <p:nvPr userDrawn="1"/>
        </p:nvGrpSpPr>
        <p:grpSpPr>
          <a:xfrm>
            <a:off x="4389348" y="1279539"/>
            <a:ext cx="398612" cy="398612"/>
            <a:chOff x="550863" y="2644558"/>
            <a:chExt cx="398612" cy="398612"/>
          </a:xfrm>
        </p:grpSpPr>
        <p:sp>
          <p:nvSpPr>
            <p:cNvPr id="3" name="Freeform 2">
              <a:extLst>
                <a:ext uri="{FF2B5EF4-FFF2-40B4-BE49-F238E27FC236}">
                  <a16:creationId xmlns:a16="http://schemas.microsoft.com/office/drawing/2014/main" id="{6524BEB2-00EC-E215-B576-4FA04E9402B9}"/>
                </a:ext>
              </a:extLst>
            </p:cNvPr>
            <p:cNvSpPr/>
            <p:nvPr/>
          </p:nvSpPr>
          <p:spPr>
            <a:xfrm>
              <a:off x="550863" y="2644558"/>
              <a:ext cx="398612" cy="398612"/>
            </a:xfrm>
            <a:custGeom>
              <a:avLst/>
              <a:gdLst>
                <a:gd name="connsiteX0" fmla="*/ 199306 w 398612"/>
                <a:gd name="connsiteY0" fmla="*/ 398612 h 398612"/>
                <a:gd name="connsiteX1" fmla="*/ 398612 w 398612"/>
                <a:gd name="connsiteY1" fmla="*/ 199306 h 398612"/>
                <a:gd name="connsiteX2" fmla="*/ 199306 w 398612"/>
                <a:gd name="connsiteY2" fmla="*/ 0 h 398612"/>
                <a:gd name="connsiteX3" fmla="*/ 0 w 398612"/>
                <a:gd name="connsiteY3" fmla="*/ 199306 h 398612"/>
                <a:gd name="connsiteX4" fmla="*/ 199306 w 398612"/>
                <a:gd name="connsiteY4" fmla="*/ 398612 h 398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8612" h="398612">
                  <a:moveTo>
                    <a:pt x="199306" y="398612"/>
                  </a:moveTo>
                  <a:cubicBezTo>
                    <a:pt x="309375" y="398612"/>
                    <a:pt x="398612" y="309375"/>
                    <a:pt x="398612" y="199306"/>
                  </a:cubicBezTo>
                  <a:cubicBezTo>
                    <a:pt x="398612" y="89237"/>
                    <a:pt x="309375" y="0"/>
                    <a:pt x="199306" y="0"/>
                  </a:cubicBezTo>
                  <a:cubicBezTo>
                    <a:pt x="89237" y="0"/>
                    <a:pt x="0" y="89237"/>
                    <a:pt x="0" y="199306"/>
                  </a:cubicBezTo>
                  <a:cubicBezTo>
                    <a:pt x="0" y="309375"/>
                    <a:pt x="89237" y="398612"/>
                    <a:pt x="199306" y="398612"/>
                  </a:cubicBezTo>
                </a:path>
              </a:pathLst>
            </a:custGeom>
            <a:solidFill>
              <a:schemeClr val="tx2"/>
            </a:solidFill>
            <a:ln w="390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0000"/>
                </a:solidFill>
                <a:effectLst/>
                <a:uLnTx/>
                <a:uFillTx/>
                <a:latin typeface="Montserrat"/>
                <a:ea typeface="+mn-ea"/>
                <a:cs typeface="+mn-cs"/>
              </a:endParaRPr>
            </a:p>
          </p:txBody>
        </p:sp>
        <p:sp>
          <p:nvSpPr>
            <p:cNvPr id="4" name="Freeform 3">
              <a:extLst>
                <a:ext uri="{FF2B5EF4-FFF2-40B4-BE49-F238E27FC236}">
                  <a16:creationId xmlns:a16="http://schemas.microsoft.com/office/drawing/2014/main" id="{A99B73CF-997B-8058-E3F9-1600998E4BA0}"/>
                </a:ext>
              </a:extLst>
            </p:cNvPr>
            <p:cNvSpPr/>
            <p:nvPr/>
          </p:nvSpPr>
          <p:spPr>
            <a:xfrm>
              <a:off x="650535" y="2748198"/>
              <a:ext cx="199266" cy="191330"/>
            </a:xfrm>
            <a:custGeom>
              <a:avLst/>
              <a:gdLst>
                <a:gd name="connsiteX0" fmla="*/ 19919 w 199266"/>
                <a:gd name="connsiteY0" fmla="*/ 55788 h 191330"/>
                <a:gd name="connsiteX1" fmla="*/ 0 w 199266"/>
                <a:gd name="connsiteY1" fmla="*/ 95665 h 191330"/>
                <a:gd name="connsiteX2" fmla="*/ 71739 w 199266"/>
                <a:gd name="connsiteY2" fmla="*/ 191331 h 191330"/>
                <a:gd name="connsiteX3" fmla="*/ 199266 w 199266"/>
                <a:gd name="connsiteY3" fmla="*/ 31902 h 191330"/>
                <a:gd name="connsiteX4" fmla="*/ 151454 w 199266"/>
                <a:gd name="connsiteY4" fmla="*/ 0 h 191330"/>
                <a:gd name="connsiteX5" fmla="*/ 71739 w 199266"/>
                <a:gd name="connsiteY5" fmla="*/ 97252 h 191330"/>
                <a:gd name="connsiteX6" fmla="*/ 19919 w 199266"/>
                <a:gd name="connsiteY6" fmla="*/ 55788 h 19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266" h="191330">
                  <a:moveTo>
                    <a:pt x="19919" y="55788"/>
                  </a:moveTo>
                  <a:lnTo>
                    <a:pt x="0" y="95665"/>
                  </a:lnTo>
                  <a:lnTo>
                    <a:pt x="71739" y="191331"/>
                  </a:lnTo>
                  <a:lnTo>
                    <a:pt x="199266" y="31902"/>
                  </a:lnTo>
                  <a:lnTo>
                    <a:pt x="151454" y="0"/>
                  </a:lnTo>
                  <a:lnTo>
                    <a:pt x="71739" y="97252"/>
                  </a:lnTo>
                  <a:lnTo>
                    <a:pt x="19919" y="55788"/>
                  </a:lnTo>
                  <a:close/>
                </a:path>
              </a:pathLst>
            </a:custGeom>
            <a:solidFill>
              <a:schemeClr val="accent1"/>
            </a:solidFill>
            <a:ln w="390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0000"/>
                </a:solidFill>
                <a:effectLst/>
                <a:uLnTx/>
                <a:uFillTx/>
                <a:latin typeface="Montserrat"/>
                <a:ea typeface="+mn-ea"/>
                <a:cs typeface="+mn-cs"/>
              </a:endParaRPr>
            </a:p>
          </p:txBody>
        </p:sp>
      </p:grpSp>
      <p:sp>
        <p:nvSpPr>
          <p:cNvPr id="5" name="Text Placeholder 9">
            <a:extLst>
              <a:ext uri="{FF2B5EF4-FFF2-40B4-BE49-F238E27FC236}">
                <a16:creationId xmlns:a16="http://schemas.microsoft.com/office/drawing/2014/main" id="{1A3D0FA1-133A-8BCB-109F-1ABD89F18A8E}"/>
              </a:ext>
            </a:extLst>
          </p:cNvPr>
          <p:cNvSpPr>
            <a:spLocks noGrp="1"/>
          </p:cNvSpPr>
          <p:nvPr>
            <p:ph type="body" sz="quarter" idx="11"/>
          </p:nvPr>
        </p:nvSpPr>
        <p:spPr>
          <a:xfrm>
            <a:off x="6111868" y="2568654"/>
            <a:ext cx="5529269" cy="3655933"/>
          </a:xfrm>
        </p:spPr>
        <p:txBody>
          <a:bodyPr numCol="2"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8" name="Text Placeholder 9">
            <a:extLst>
              <a:ext uri="{FF2B5EF4-FFF2-40B4-BE49-F238E27FC236}">
                <a16:creationId xmlns:a16="http://schemas.microsoft.com/office/drawing/2014/main" id="{3C016676-2CD9-5C95-042F-D5618F330EEE}"/>
              </a:ext>
            </a:extLst>
          </p:cNvPr>
          <p:cNvSpPr>
            <a:spLocks noGrp="1"/>
          </p:cNvSpPr>
          <p:nvPr>
            <p:ph type="body" sz="quarter" idx="12"/>
          </p:nvPr>
        </p:nvSpPr>
        <p:spPr>
          <a:xfrm>
            <a:off x="550863" y="2568654"/>
            <a:ext cx="4951168" cy="3655933"/>
          </a:xfrm>
        </p:spPr>
        <p:txBody>
          <a:bodyPr numCol="2"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5" name="Picture Placeholder 23">
            <a:extLst>
              <a:ext uri="{FF2B5EF4-FFF2-40B4-BE49-F238E27FC236}">
                <a16:creationId xmlns:a16="http://schemas.microsoft.com/office/drawing/2014/main" id="{A1206655-6192-AC67-F372-B69CF07692AC}"/>
              </a:ext>
            </a:extLst>
          </p:cNvPr>
          <p:cNvSpPr>
            <a:spLocks noGrp="1"/>
          </p:cNvSpPr>
          <p:nvPr>
            <p:ph type="pic" sz="quarter" idx="13"/>
          </p:nvPr>
        </p:nvSpPr>
        <p:spPr>
          <a:xfrm>
            <a:off x="1525857" y="570006"/>
            <a:ext cx="2458542" cy="1770665"/>
          </a:xfrm>
          <a:custGeom>
            <a:avLst/>
            <a:gdLst>
              <a:gd name="connsiteX0" fmla="*/ 603681 w 2458542"/>
              <a:gd name="connsiteY0" fmla="*/ 0 h 1770665"/>
              <a:gd name="connsiteX1" fmla="*/ 2458542 w 2458542"/>
              <a:gd name="connsiteY1" fmla="*/ 0 h 1770665"/>
              <a:gd name="connsiteX2" fmla="*/ 1846911 w 2458542"/>
              <a:gd name="connsiteY2" fmla="*/ 1770665 h 1770665"/>
              <a:gd name="connsiteX3" fmla="*/ 0 w 2458542"/>
              <a:gd name="connsiteY3" fmla="*/ 1770665 h 1770665"/>
            </a:gdLst>
            <a:ahLst/>
            <a:cxnLst>
              <a:cxn ang="0">
                <a:pos x="connsiteX0" y="connsiteY0"/>
              </a:cxn>
              <a:cxn ang="0">
                <a:pos x="connsiteX1" y="connsiteY1"/>
              </a:cxn>
              <a:cxn ang="0">
                <a:pos x="connsiteX2" y="connsiteY2"/>
              </a:cxn>
              <a:cxn ang="0">
                <a:pos x="connsiteX3" y="connsiteY3"/>
              </a:cxn>
            </a:cxnLst>
            <a:rect l="l" t="t" r="r" b="b"/>
            <a:pathLst>
              <a:path w="2458542" h="1770665">
                <a:moveTo>
                  <a:pt x="603681" y="0"/>
                </a:moveTo>
                <a:lnTo>
                  <a:pt x="2458542" y="0"/>
                </a:lnTo>
                <a:lnTo>
                  <a:pt x="1846911" y="1770665"/>
                </a:lnTo>
                <a:lnTo>
                  <a:pt x="0" y="1770665"/>
                </a:lnTo>
                <a:close/>
              </a:path>
            </a:pathLst>
          </a:custGeom>
          <a:solidFill>
            <a:schemeClr val="bg2">
              <a:lumMod val="90000"/>
            </a:schemeClr>
          </a:solidFill>
        </p:spPr>
        <p:txBody>
          <a:bodyPr wrap="square" anchor="ctr">
            <a:noAutofit/>
          </a:bodyPr>
          <a:lstStyle>
            <a:lvl1pPr algn="ctr">
              <a:defRPr sz="400"/>
            </a:lvl1pPr>
          </a:lstStyle>
          <a:p>
            <a:r>
              <a:rPr lang="en-GB"/>
              <a:t>Click icon to add picture</a:t>
            </a:r>
            <a:endParaRPr lang="en-BE"/>
          </a:p>
        </p:txBody>
      </p:sp>
      <p:sp>
        <p:nvSpPr>
          <p:cNvPr id="16" name="Text Placeholder 5">
            <a:extLst>
              <a:ext uri="{FF2B5EF4-FFF2-40B4-BE49-F238E27FC236}">
                <a16:creationId xmlns:a16="http://schemas.microsoft.com/office/drawing/2014/main" id="{BB52AF94-ED38-A891-CD36-335CE451F9C2}"/>
              </a:ext>
            </a:extLst>
          </p:cNvPr>
          <p:cNvSpPr>
            <a:spLocks noGrp="1"/>
          </p:cNvSpPr>
          <p:nvPr>
            <p:ph type="body" sz="quarter" idx="10" hasCustomPrompt="1"/>
          </p:nvPr>
        </p:nvSpPr>
        <p:spPr>
          <a:xfrm>
            <a:off x="5117432" y="1115063"/>
            <a:ext cx="6542087" cy="308926"/>
          </a:xfrm>
        </p:spPr>
        <p:txBody>
          <a:bodyPr>
            <a:noAutofit/>
          </a:bodyPr>
          <a:lstStyle>
            <a:lvl1pPr>
              <a:defRPr b="1" i="0">
                <a:solidFill>
                  <a:schemeClr val="bg1"/>
                </a:solidFill>
                <a:latin typeface="Montserrat" pitchFamily="2" charset="77"/>
              </a:defRPr>
            </a:lvl1pPr>
            <a:lvl5pPr marL="1828800" indent="0">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Montserrat"/>
                <a:ea typeface="+mn-ea"/>
                <a:cs typeface="+mn-cs"/>
              </a:rPr>
              <a:t>[insert First + Last name]</a:t>
            </a:r>
            <a:endParaRPr kumimoji="0" lang="en-US" sz="1800" b="0" i="0" u="none" strike="noStrike" kern="1200" cap="none" spc="0" normalizeH="0" baseline="0" noProof="0">
              <a:ln>
                <a:noFill/>
              </a:ln>
              <a:solidFill>
                <a:srgbClr val="15487B"/>
              </a:solidFill>
              <a:effectLst/>
              <a:uLnTx/>
              <a:uFillTx/>
              <a:latin typeface="Montserrat"/>
              <a:ea typeface="+mn-ea"/>
              <a:cs typeface="+mn-cs"/>
            </a:endParaRPr>
          </a:p>
        </p:txBody>
      </p:sp>
      <p:sp>
        <p:nvSpPr>
          <p:cNvPr id="17" name="Text Placeholder 5">
            <a:extLst>
              <a:ext uri="{FF2B5EF4-FFF2-40B4-BE49-F238E27FC236}">
                <a16:creationId xmlns:a16="http://schemas.microsoft.com/office/drawing/2014/main" id="{390A4237-4FF3-274B-E57A-F8F26B56C2B9}"/>
              </a:ext>
            </a:extLst>
          </p:cNvPr>
          <p:cNvSpPr>
            <a:spLocks noGrp="1"/>
          </p:cNvSpPr>
          <p:nvPr>
            <p:ph type="body" sz="quarter" idx="14" hasCustomPrompt="1"/>
          </p:nvPr>
        </p:nvSpPr>
        <p:spPr>
          <a:xfrm>
            <a:off x="5117432" y="1496063"/>
            <a:ext cx="6542087" cy="308926"/>
          </a:xfrm>
        </p:spPr>
        <p:txBody>
          <a:bodyPr>
            <a:noAutofit/>
          </a:bodyPr>
          <a:lstStyle>
            <a:lvl1pPr>
              <a:defRPr b="0" i="0">
                <a:solidFill>
                  <a:schemeClr val="tx2"/>
                </a:solidFill>
                <a:latin typeface="Montserrat" pitchFamily="2" charset="77"/>
              </a:defRPr>
            </a:lvl1pPr>
            <a:lvl5pPr marL="1828800" indent="0">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5487B"/>
                </a:solidFill>
                <a:effectLst/>
                <a:uLnTx/>
                <a:uFillTx/>
                <a:latin typeface="Montserrat"/>
                <a:ea typeface="+mn-ea"/>
                <a:cs typeface="+mn-cs"/>
              </a:rPr>
              <a:t>Ready to drive impact in the role of [insert function]</a:t>
            </a:r>
          </a:p>
        </p:txBody>
      </p:sp>
    </p:spTree>
    <p:extLst>
      <p:ext uri="{BB962C8B-B14F-4D97-AF65-F5344CB8AC3E}">
        <p14:creationId xmlns:p14="http://schemas.microsoft.com/office/powerpoint/2010/main" val="42605183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V bio + small picture 2">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3821BA4-BEE9-15A1-B325-FE15B0CE058B}"/>
              </a:ext>
            </a:extLst>
          </p:cNvPr>
          <p:cNvSpPr/>
          <p:nvPr userDrawn="1"/>
        </p:nvSpPr>
        <p:spPr>
          <a:xfrm>
            <a:off x="3530586" y="562055"/>
            <a:ext cx="8661415" cy="1778616"/>
          </a:xfrm>
          <a:custGeom>
            <a:avLst/>
            <a:gdLst>
              <a:gd name="connsiteX0" fmla="*/ 616281 w 8661415"/>
              <a:gd name="connsiteY0" fmla="*/ 0 h 1778616"/>
              <a:gd name="connsiteX1" fmla="*/ 4499638 w 8661415"/>
              <a:gd name="connsiteY1" fmla="*/ 0 h 1778616"/>
              <a:gd name="connsiteX2" fmla="*/ 5674842 w 8661415"/>
              <a:gd name="connsiteY2" fmla="*/ 0 h 1778616"/>
              <a:gd name="connsiteX3" fmla="*/ 7872023 w 8661415"/>
              <a:gd name="connsiteY3" fmla="*/ 0 h 1778616"/>
              <a:gd name="connsiteX4" fmla="*/ 8661415 w 8661415"/>
              <a:gd name="connsiteY4" fmla="*/ 0 h 1778616"/>
              <a:gd name="connsiteX5" fmla="*/ 8661415 w 8661415"/>
              <a:gd name="connsiteY5" fmla="*/ 1778616 h 1778616"/>
              <a:gd name="connsiteX6" fmla="*/ 7255742 w 8661415"/>
              <a:gd name="connsiteY6" fmla="*/ 1778616 h 1778616"/>
              <a:gd name="connsiteX7" fmla="*/ 5058561 w 8661415"/>
              <a:gd name="connsiteY7" fmla="*/ 1778616 h 1778616"/>
              <a:gd name="connsiteX8" fmla="*/ 3883357 w 8661415"/>
              <a:gd name="connsiteY8" fmla="*/ 1778616 h 1778616"/>
              <a:gd name="connsiteX9" fmla="*/ 0 w 8661415"/>
              <a:gd name="connsiteY9" fmla="*/ 1778616 h 1778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61415" h="1778616">
                <a:moveTo>
                  <a:pt x="616281" y="0"/>
                </a:moveTo>
                <a:lnTo>
                  <a:pt x="4499638" y="0"/>
                </a:lnTo>
                <a:lnTo>
                  <a:pt x="5674842" y="0"/>
                </a:lnTo>
                <a:lnTo>
                  <a:pt x="7872023" y="0"/>
                </a:lnTo>
                <a:lnTo>
                  <a:pt x="8661415" y="0"/>
                </a:lnTo>
                <a:lnTo>
                  <a:pt x="8661415" y="1778616"/>
                </a:lnTo>
                <a:lnTo>
                  <a:pt x="7255742" y="1778616"/>
                </a:lnTo>
                <a:lnTo>
                  <a:pt x="5058561" y="1778616"/>
                </a:lnTo>
                <a:lnTo>
                  <a:pt x="3883357" y="1778616"/>
                </a:lnTo>
                <a:lnTo>
                  <a:pt x="0" y="1778616"/>
                </a:lnTo>
                <a:close/>
              </a:path>
            </a:pathLst>
          </a:custGeom>
          <a:solidFill>
            <a:schemeClr val="accent1"/>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grpSp>
        <p:nvGrpSpPr>
          <p:cNvPr id="9" name="Group 8">
            <a:extLst>
              <a:ext uri="{FF2B5EF4-FFF2-40B4-BE49-F238E27FC236}">
                <a16:creationId xmlns:a16="http://schemas.microsoft.com/office/drawing/2014/main" id="{8FF3DC9C-17F3-954C-7D78-670395182594}"/>
              </a:ext>
            </a:extLst>
          </p:cNvPr>
          <p:cNvGrpSpPr/>
          <p:nvPr userDrawn="1"/>
        </p:nvGrpSpPr>
        <p:grpSpPr>
          <a:xfrm flipH="1">
            <a:off x="-770983" y="143572"/>
            <a:ext cx="3055322" cy="2198463"/>
            <a:chOff x="1237188" y="154586"/>
            <a:chExt cx="3055322" cy="2198463"/>
          </a:xfrm>
        </p:grpSpPr>
        <p:pic>
          <p:nvPicPr>
            <p:cNvPr id="10" name="Graphic 9">
              <a:extLst>
                <a:ext uri="{FF2B5EF4-FFF2-40B4-BE49-F238E27FC236}">
                  <a16:creationId xmlns:a16="http://schemas.microsoft.com/office/drawing/2014/main" id="{A071028F-1E2E-3F9F-2448-9B38267BF9A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37188" y="154586"/>
              <a:ext cx="1968500" cy="2006600"/>
            </a:xfrm>
            <a:prstGeom prst="rect">
              <a:avLst/>
            </a:prstGeom>
          </p:spPr>
        </p:pic>
        <p:pic>
          <p:nvPicPr>
            <p:cNvPr id="11" name="Graphic 10">
              <a:extLst>
                <a:ext uri="{FF2B5EF4-FFF2-40B4-BE49-F238E27FC236}">
                  <a16:creationId xmlns:a16="http://schemas.microsoft.com/office/drawing/2014/main" id="{51CB6022-E6F7-ADCC-7235-EE6EDB0EEE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904910" y="1603749"/>
              <a:ext cx="2387600" cy="749300"/>
            </a:xfrm>
            <a:prstGeom prst="rect">
              <a:avLst/>
            </a:prstGeom>
          </p:spPr>
        </p:pic>
        <p:pic>
          <p:nvPicPr>
            <p:cNvPr id="12" name="Graphic 11">
              <a:extLst>
                <a:ext uri="{FF2B5EF4-FFF2-40B4-BE49-F238E27FC236}">
                  <a16:creationId xmlns:a16="http://schemas.microsoft.com/office/drawing/2014/main" id="{BDBEBA55-333A-FBCD-7E25-4989E141F5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29769" y="1563090"/>
              <a:ext cx="977900" cy="152400"/>
            </a:xfrm>
            <a:prstGeom prst="rect">
              <a:avLst/>
            </a:prstGeom>
          </p:spPr>
        </p:pic>
        <p:pic>
          <p:nvPicPr>
            <p:cNvPr id="13" name="Graphic 12">
              <a:extLst>
                <a:ext uri="{FF2B5EF4-FFF2-40B4-BE49-F238E27FC236}">
                  <a16:creationId xmlns:a16="http://schemas.microsoft.com/office/drawing/2014/main" id="{601225E3-000E-26EB-6E04-FE9084A144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42138" y="1042390"/>
              <a:ext cx="927100" cy="596900"/>
            </a:xfrm>
            <a:prstGeom prst="rect">
              <a:avLst/>
            </a:prstGeom>
          </p:spPr>
        </p:pic>
      </p:gr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8" name="Text Placeholder 9">
            <a:extLst>
              <a:ext uri="{FF2B5EF4-FFF2-40B4-BE49-F238E27FC236}">
                <a16:creationId xmlns:a16="http://schemas.microsoft.com/office/drawing/2014/main" id="{B92BC1DC-AC69-F861-6352-6D06A544A024}"/>
              </a:ext>
            </a:extLst>
          </p:cNvPr>
          <p:cNvSpPr>
            <a:spLocks noGrp="1"/>
          </p:cNvSpPr>
          <p:nvPr>
            <p:ph type="body" sz="quarter" idx="11"/>
          </p:nvPr>
        </p:nvSpPr>
        <p:spPr>
          <a:xfrm>
            <a:off x="3208094" y="2568654"/>
            <a:ext cx="8433044" cy="3655933"/>
          </a:xfrm>
        </p:spPr>
        <p:txBody>
          <a:bodyPr numCol="3"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5" name="Text Placeholder 9">
            <a:extLst>
              <a:ext uri="{FF2B5EF4-FFF2-40B4-BE49-F238E27FC236}">
                <a16:creationId xmlns:a16="http://schemas.microsoft.com/office/drawing/2014/main" id="{03B76AAF-8204-4C28-13BB-9967BD8966B4}"/>
              </a:ext>
            </a:extLst>
          </p:cNvPr>
          <p:cNvSpPr>
            <a:spLocks noGrp="1"/>
          </p:cNvSpPr>
          <p:nvPr>
            <p:ph type="body" sz="quarter" idx="12"/>
          </p:nvPr>
        </p:nvSpPr>
        <p:spPr>
          <a:xfrm>
            <a:off x="550863" y="2568654"/>
            <a:ext cx="2461560" cy="3655933"/>
          </a:xfrm>
        </p:spPr>
        <p:txBody>
          <a:bodyPr numCol="1">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grpSp>
        <p:nvGrpSpPr>
          <p:cNvPr id="7" name="Graphic 5">
            <a:extLst>
              <a:ext uri="{FF2B5EF4-FFF2-40B4-BE49-F238E27FC236}">
                <a16:creationId xmlns:a16="http://schemas.microsoft.com/office/drawing/2014/main" id="{A3B959F9-9E83-CE77-A312-B1733E18A743}"/>
              </a:ext>
            </a:extLst>
          </p:cNvPr>
          <p:cNvGrpSpPr/>
          <p:nvPr userDrawn="1"/>
        </p:nvGrpSpPr>
        <p:grpSpPr>
          <a:xfrm>
            <a:off x="4389348" y="1279539"/>
            <a:ext cx="398612" cy="398612"/>
            <a:chOff x="550863" y="2644558"/>
            <a:chExt cx="398612" cy="398612"/>
          </a:xfrm>
        </p:grpSpPr>
        <p:sp>
          <p:nvSpPr>
            <p:cNvPr id="16" name="Freeform 15">
              <a:extLst>
                <a:ext uri="{FF2B5EF4-FFF2-40B4-BE49-F238E27FC236}">
                  <a16:creationId xmlns:a16="http://schemas.microsoft.com/office/drawing/2014/main" id="{DB0AF5A6-50B6-ACF9-F94F-4A059CA5D7D8}"/>
                </a:ext>
              </a:extLst>
            </p:cNvPr>
            <p:cNvSpPr/>
            <p:nvPr/>
          </p:nvSpPr>
          <p:spPr>
            <a:xfrm>
              <a:off x="550863" y="2644558"/>
              <a:ext cx="398612" cy="398612"/>
            </a:xfrm>
            <a:custGeom>
              <a:avLst/>
              <a:gdLst>
                <a:gd name="connsiteX0" fmla="*/ 199306 w 398612"/>
                <a:gd name="connsiteY0" fmla="*/ 398612 h 398612"/>
                <a:gd name="connsiteX1" fmla="*/ 398612 w 398612"/>
                <a:gd name="connsiteY1" fmla="*/ 199306 h 398612"/>
                <a:gd name="connsiteX2" fmla="*/ 199306 w 398612"/>
                <a:gd name="connsiteY2" fmla="*/ 0 h 398612"/>
                <a:gd name="connsiteX3" fmla="*/ 0 w 398612"/>
                <a:gd name="connsiteY3" fmla="*/ 199306 h 398612"/>
                <a:gd name="connsiteX4" fmla="*/ 199306 w 398612"/>
                <a:gd name="connsiteY4" fmla="*/ 398612 h 398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8612" h="398612">
                  <a:moveTo>
                    <a:pt x="199306" y="398612"/>
                  </a:moveTo>
                  <a:cubicBezTo>
                    <a:pt x="309375" y="398612"/>
                    <a:pt x="398612" y="309375"/>
                    <a:pt x="398612" y="199306"/>
                  </a:cubicBezTo>
                  <a:cubicBezTo>
                    <a:pt x="398612" y="89237"/>
                    <a:pt x="309375" y="0"/>
                    <a:pt x="199306" y="0"/>
                  </a:cubicBezTo>
                  <a:cubicBezTo>
                    <a:pt x="89237" y="0"/>
                    <a:pt x="0" y="89237"/>
                    <a:pt x="0" y="199306"/>
                  </a:cubicBezTo>
                  <a:cubicBezTo>
                    <a:pt x="0" y="309375"/>
                    <a:pt x="89237" y="398612"/>
                    <a:pt x="199306" y="398612"/>
                  </a:cubicBezTo>
                </a:path>
              </a:pathLst>
            </a:custGeom>
            <a:solidFill>
              <a:schemeClr val="tx2"/>
            </a:solidFill>
            <a:ln w="390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0000"/>
                </a:solidFill>
                <a:effectLst/>
                <a:uLnTx/>
                <a:uFillTx/>
                <a:latin typeface="Montserrat"/>
                <a:ea typeface="+mn-ea"/>
                <a:cs typeface="+mn-cs"/>
              </a:endParaRPr>
            </a:p>
          </p:txBody>
        </p:sp>
        <p:sp>
          <p:nvSpPr>
            <p:cNvPr id="17" name="Freeform 16">
              <a:extLst>
                <a:ext uri="{FF2B5EF4-FFF2-40B4-BE49-F238E27FC236}">
                  <a16:creationId xmlns:a16="http://schemas.microsoft.com/office/drawing/2014/main" id="{755DF64A-4BD0-D983-BA4A-2275C895CF87}"/>
                </a:ext>
              </a:extLst>
            </p:cNvPr>
            <p:cNvSpPr/>
            <p:nvPr/>
          </p:nvSpPr>
          <p:spPr>
            <a:xfrm>
              <a:off x="650535" y="2748198"/>
              <a:ext cx="199266" cy="191330"/>
            </a:xfrm>
            <a:custGeom>
              <a:avLst/>
              <a:gdLst>
                <a:gd name="connsiteX0" fmla="*/ 19919 w 199266"/>
                <a:gd name="connsiteY0" fmla="*/ 55788 h 191330"/>
                <a:gd name="connsiteX1" fmla="*/ 0 w 199266"/>
                <a:gd name="connsiteY1" fmla="*/ 95665 h 191330"/>
                <a:gd name="connsiteX2" fmla="*/ 71739 w 199266"/>
                <a:gd name="connsiteY2" fmla="*/ 191331 h 191330"/>
                <a:gd name="connsiteX3" fmla="*/ 199266 w 199266"/>
                <a:gd name="connsiteY3" fmla="*/ 31902 h 191330"/>
                <a:gd name="connsiteX4" fmla="*/ 151454 w 199266"/>
                <a:gd name="connsiteY4" fmla="*/ 0 h 191330"/>
                <a:gd name="connsiteX5" fmla="*/ 71739 w 199266"/>
                <a:gd name="connsiteY5" fmla="*/ 97252 h 191330"/>
                <a:gd name="connsiteX6" fmla="*/ 19919 w 199266"/>
                <a:gd name="connsiteY6" fmla="*/ 55788 h 19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266" h="191330">
                  <a:moveTo>
                    <a:pt x="19919" y="55788"/>
                  </a:moveTo>
                  <a:lnTo>
                    <a:pt x="0" y="95665"/>
                  </a:lnTo>
                  <a:lnTo>
                    <a:pt x="71739" y="191331"/>
                  </a:lnTo>
                  <a:lnTo>
                    <a:pt x="199266" y="31902"/>
                  </a:lnTo>
                  <a:lnTo>
                    <a:pt x="151454" y="0"/>
                  </a:lnTo>
                  <a:lnTo>
                    <a:pt x="71739" y="97252"/>
                  </a:lnTo>
                  <a:lnTo>
                    <a:pt x="19919" y="55788"/>
                  </a:lnTo>
                  <a:close/>
                </a:path>
              </a:pathLst>
            </a:custGeom>
            <a:solidFill>
              <a:schemeClr val="accent1"/>
            </a:solidFill>
            <a:ln w="390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0000"/>
                </a:solidFill>
                <a:effectLst/>
                <a:uLnTx/>
                <a:uFillTx/>
                <a:latin typeface="Montserrat"/>
                <a:ea typeface="+mn-ea"/>
                <a:cs typeface="+mn-cs"/>
              </a:endParaRPr>
            </a:p>
          </p:txBody>
        </p:sp>
      </p:grpSp>
      <p:sp>
        <p:nvSpPr>
          <p:cNvPr id="18" name="Text Placeholder 5">
            <a:extLst>
              <a:ext uri="{FF2B5EF4-FFF2-40B4-BE49-F238E27FC236}">
                <a16:creationId xmlns:a16="http://schemas.microsoft.com/office/drawing/2014/main" id="{787E4BA5-D469-7447-4C22-B6CADE2142C2}"/>
              </a:ext>
            </a:extLst>
          </p:cNvPr>
          <p:cNvSpPr>
            <a:spLocks noGrp="1"/>
          </p:cNvSpPr>
          <p:nvPr>
            <p:ph type="body" sz="quarter" idx="10" hasCustomPrompt="1"/>
          </p:nvPr>
        </p:nvSpPr>
        <p:spPr>
          <a:xfrm>
            <a:off x="5117432" y="1115063"/>
            <a:ext cx="6542087" cy="308926"/>
          </a:xfrm>
        </p:spPr>
        <p:txBody>
          <a:bodyPr>
            <a:noAutofit/>
          </a:bodyPr>
          <a:lstStyle>
            <a:lvl1pPr>
              <a:defRPr b="1" i="0">
                <a:solidFill>
                  <a:schemeClr val="bg1"/>
                </a:solidFill>
                <a:latin typeface="Montserrat" pitchFamily="2" charset="77"/>
              </a:defRPr>
            </a:lvl1pPr>
            <a:lvl5pPr marL="1828800" indent="0">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Montserrat"/>
                <a:ea typeface="+mn-ea"/>
                <a:cs typeface="+mn-cs"/>
              </a:rPr>
              <a:t>[insert First + Last name]</a:t>
            </a:r>
            <a:endParaRPr kumimoji="0" lang="en-US" sz="1800" b="0" i="0" u="none" strike="noStrike" kern="1200" cap="none" spc="0" normalizeH="0" baseline="0" noProof="0">
              <a:ln>
                <a:noFill/>
              </a:ln>
              <a:solidFill>
                <a:srgbClr val="15487B"/>
              </a:solidFill>
              <a:effectLst/>
              <a:uLnTx/>
              <a:uFillTx/>
              <a:latin typeface="Montserrat"/>
              <a:ea typeface="+mn-ea"/>
              <a:cs typeface="+mn-cs"/>
            </a:endParaRPr>
          </a:p>
        </p:txBody>
      </p:sp>
      <p:sp>
        <p:nvSpPr>
          <p:cNvPr id="19" name="Picture Placeholder 23">
            <a:extLst>
              <a:ext uri="{FF2B5EF4-FFF2-40B4-BE49-F238E27FC236}">
                <a16:creationId xmlns:a16="http://schemas.microsoft.com/office/drawing/2014/main" id="{E100AF19-000F-1182-2355-86887743A4C0}"/>
              </a:ext>
            </a:extLst>
          </p:cNvPr>
          <p:cNvSpPr>
            <a:spLocks noGrp="1"/>
          </p:cNvSpPr>
          <p:nvPr>
            <p:ph type="pic" sz="quarter" idx="13"/>
          </p:nvPr>
        </p:nvSpPr>
        <p:spPr>
          <a:xfrm>
            <a:off x="1525857" y="570006"/>
            <a:ext cx="2458542" cy="1770665"/>
          </a:xfrm>
          <a:custGeom>
            <a:avLst/>
            <a:gdLst>
              <a:gd name="connsiteX0" fmla="*/ 603681 w 2458542"/>
              <a:gd name="connsiteY0" fmla="*/ 0 h 1770665"/>
              <a:gd name="connsiteX1" fmla="*/ 2458542 w 2458542"/>
              <a:gd name="connsiteY1" fmla="*/ 0 h 1770665"/>
              <a:gd name="connsiteX2" fmla="*/ 1846911 w 2458542"/>
              <a:gd name="connsiteY2" fmla="*/ 1770665 h 1770665"/>
              <a:gd name="connsiteX3" fmla="*/ 0 w 2458542"/>
              <a:gd name="connsiteY3" fmla="*/ 1770665 h 1770665"/>
            </a:gdLst>
            <a:ahLst/>
            <a:cxnLst>
              <a:cxn ang="0">
                <a:pos x="connsiteX0" y="connsiteY0"/>
              </a:cxn>
              <a:cxn ang="0">
                <a:pos x="connsiteX1" y="connsiteY1"/>
              </a:cxn>
              <a:cxn ang="0">
                <a:pos x="connsiteX2" y="connsiteY2"/>
              </a:cxn>
              <a:cxn ang="0">
                <a:pos x="connsiteX3" y="connsiteY3"/>
              </a:cxn>
            </a:cxnLst>
            <a:rect l="l" t="t" r="r" b="b"/>
            <a:pathLst>
              <a:path w="2458542" h="1770665">
                <a:moveTo>
                  <a:pt x="603681" y="0"/>
                </a:moveTo>
                <a:lnTo>
                  <a:pt x="2458542" y="0"/>
                </a:lnTo>
                <a:lnTo>
                  <a:pt x="1846911" y="1770665"/>
                </a:lnTo>
                <a:lnTo>
                  <a:pt x="0" y="1770665"/>
                </a:lnTo>
                <a:close/>
              </a:path>
            </a:pathLst>
          </a:custGeom>
          <a:solidFill>
            <a:schemeClr val="bg2">
              <a:lumMod val="90000"/>
            </a:schemeClr>
          </a:solidFill>
        </p:spPr>
        <p:txBody>
          <a:bodyPr wrap="square" anchor="ctr">
            <a:noAutofit/>
          </a:bodyPr>
          <a:lstStyle>
            <a:lvl1pPr algn="ctr">
              <a:defRPr sz="400"/>
            </a:lvl1pPr>
          </a:lstStyle>
          <a:p>
            <a:r>
              <a:rPr lang="en-GB"/>
              <a:t>Click icon to add picture</a:t>
            </a:r>
            <a:endParaRPr lang="en-BE"/>
          </a:p>
        </p:txBody>
      </p:sp>
      <p:sp>
        <p:nvSpPr>
          <p:cNvPr id="2" name="Text Placeholder 5">
            <a:extLst>
              <a:ext uri="{FF2B5EF4-FFF2-40B4-BE49-F238E27FC236}">
                <a16:creationId xmlns:a16="http://schemas.microsoft.com/office/drawing/2014/main" id="{BD129099-17FF-3ED9-B767-EEDA8F414F6E}"/>
              </a:ext>
            </a:extLst>
          </p:cNvPr>
          <p:cNvSpPr>
            <a:spLocks noGrp="1"/>
          </p:cNvSpPr>
          <p:nvPr>
            <p:ph type="body" sz="quarter" idx="14" hasCustomPrompt="1"/>
          </p:nvPr>
        </p:nvSpPr>
        <p:spPr>
          <a:xfrm>
            <a:off x="5117432" y="1496063"/>
            <a:ext cx="6542087" cy="308926"/>
          </a:xfrm>
        </p:spPr>
        <p:txBody>
          <a:bodyPr>
            <a:noAutofit/>
          </a:bodyPr>
          <a:lstStyle>
            <a:lvl1pPr>
              <a:defRPr b="0" i="0">
                <a:solidFill>
                  <a:schemeClr val="tx2"/>
                </a:solidFill>
                <a:latin typeface="Montserrat" pitchFamily="2" charset="77"/>
              </a:defRPr>
            </a:lvl1pPr>
            <a:lvl5pPr marL="1828800" indent="0">
              <a:buNone/>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5487B"/>
                </a:solidFill>
                <a:effectLst/>
                <a:uLnTx/>
                <a:uFillTx/>
                <a:latin typeface="Montserrat"/>
                <a:ea typeface="+mn-ea"/>
                <a:cs typeface="+mn-cs"/>
              </a:rPr>
              <a:t>Ready to drive impact in the role of [insert function]</a:t>
            </a:r>
          </a:p>
        </p:txBody>
      </p:sp>
    </p:spTree>
    <p:extLst>
      <p:ext uri="{BB962C8B-B14F-4D97-AF65-F5344CB8AC3E}">
        <p14:creationId xmlns:p14="http://schemas.microsoft.com/office/powerpoint/2010/main" val="24084783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V 1 column">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9504A6B8-9A4C-FB3C-F9C8-A259304D2C2B}"/>
              </a:ext>
            </a:extLst>
          </p:cNvPr>
          <p:cNvSpPr/>
          <p:nvPr userDrawn="1"/>
        </p:nvSpPr>
        <p:spPr>
          <a:xfrm>
            <a:off x="1" y="1068224"/>
            <a:ext cx="12192001" cy="5244352"/>
          </a:xfrm>
          <a:custGeom>
            <a:avLst/>
            <a:gdLst>
              <a:gd name="connsiteX0" fmla="*/ 570068 w 12192001"/>
              <a:gd name="connsiteY0" fmla="*/ 0 h 5244352"/>
              <a:gd name="connsiteX1" fmla="*/ 12020365 w 12192001"/>
              <a:gd name="connsiteY1" fmla="*/ 0 h 5244352"/>
              <a:gd name="connsiteX2" fmla="*/ 12192001 w 12192001"/>
              <a:gd name="connsiteY2" fmla="*/ 0 h 5244352"/>
              <a:gd name="connsiteX3" fmla="*/ 12192001 w 12192001"/>
              <a:gd name="connsiteY3" fmla="*/ 5244352 h 5244352"/>
              <a:gd name="connsiteX4" fmla="*/ 10203226 w 12192001"/>
              <a:gd name="connsiteY4" fmla="*/ 5244352 h 5244352"/>
              <a:gd name="connsiteX5" fmla="*/ 0 w 12192001"/>
              <a:gd name="connsiteY5" fmla="*/ 5244352 h 5244352"/>
              <a:gd name="connsiteX6" fmla="*/ 0 w 12192001"/>
              <a:gd name="connsiteY6" fmla="*/ 1645245 h 524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5244352">
                <a:moveTo>
                  <a:pt x="570068" y="0"/>
                </a:moveTo>
                <a:lnTo>
                  <a:pt x="12020365" y="0"/>
                </a:lnTo>
                <a:lnTo>
                  <a:pt x="12192001" y="0"/>
                </a:lnTo>
                <a:lnTo>
                  <a:pt x="12192001" y="5244352"/>
                </a:lnTo>
                <a:lnTo>
                  <a:pt x="10203226" y="5244352"/>
                </a:lnTo>
                <a:lnTo>
                  <a:pt x="0" y="5244352"/>
                </a:lnTo>
                <a:lnTo>
                  <a:pt x="0" y="1645245"/>
                </a:lnTo>
                <a:close/>
              </a:path>
            </a:pathLst>
          </a:custGeom>
          <a:solidFill>
            <a:schemeClr val="bg1">
              <a:lumMod val="95000"/>
              <a:alpha val="53000"/>
            </a:schemeClr>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6" name="Picture Placeholder 30">
            <a:extLst>
              <a:ext uri="{FF2B5EF4-FFF2-40B4-BE49-F238E27FC236}">
                <a16:creationId xmlns:a16="http://schemas.microsoft.com/office/drawing/2014/main" id="{CE8D207D-BBCC-E343-3CB0-2DDAB5759605}"/>
              </a:ext>
            </a:extLst>
          </p:cNvPr>
          <p:cNvSpPr>
            <a:spLocks noGrp="1"/>
          </p:cNvSpPr>
          <p:nvPr>
            <p:ph type="pic" sz="quarter" idx="14"/>
          </p:nvPr>
        </p:nvSpPr>
        <p:spPr>
          <a:xfrm>
            <a:off x="463200" y="541051"/>
            <a:ext cx="734665" cy="529113"/>
          </a:xfrm>
          <a:custGeom>
            <a:avLst/>
            <a:gdLst>
              <a:gd name="connsiteX0" fmla="*/ 603681 w 2458542"/>
              <a:gd name="connsiteY0" fmla="*/ 0 h 1770665"/>
              <a:gd name="connsiteX1" fmla="*/ 2458542 w 2458542"/>
              <a:gd name="connsiteY1" fmla="*/ 0 h 1770665"/>
              <a:gd name="connsiteX2" fmla="*/ 1846911 w 2458542"/>
              <a:gd name="connsiteY2" fmla="*/ 1770665 h 1770665"/>
              <a:gd name="connsiteX3" fmla="*/ 0 w 2458542"/>
              <a:gd name="connsiteY3" fmla="*/ 1770665 h 1770665"/>
            </a:gdLst>
            <a:ahLst/>
            <a:cxnLst>
              <a:cxn ang="0">
                <a:pos x="connsiteX0" y="connsiteY0"/>
              </a:cxn>
              <a:cxn ang="0">
                <a:pos x="connsiteX1" y="connsiteY1"/>
              </a:cxn>
              <a:cxn ang="0">
                <a:pos x="connsiteX2" y="connsiteY2"/>
              </a:cxn>
              <a:cxn ang="0">
                <a:pos x="connsiteX3" y="connsiteY3"/>
              </a:cxn>
            </a:cxnLst>
            <a:rect l="l" t="t" r="r" b="b"/>
            <a:pathLst>
              <a:path w="2458542" h="1770665">
                <a:moveTo>
                  <a:pt x="603681" y="0"/>
                </a:moveTo>
                <a:lnTo>
                  <a:pt x="2458542" y="0"/>
                </a:lnTo>
                <a:lnTo>
                  <a:pt x="1846911" y="1770665"/>
                </a:lnTo>
                <a:lnTo>
                  <a:pt x="0" y="1770665"/>
                </a:lnTo>
                <a:close/>
              </a:path>
            </a:pathLst>
          </a:custGeom>
          <a:solidFill>
            <a:schemeClr val="bg2">
              <a:lumMod val="90000"/>
            </a:schemeClr>
          </a:solidFill>
        </p:spPr>
        <p:txBody>
          <a:bodyPr wrap="square">
            <a:noAutofit/>
          </a:bodyPr>
          <a:lstStyle>
            <a:lvl1pPr>
              <a:defRPr sz="200"/>
            </a:lvl1pPr>
          </a:lstStyle>
          <a:p>
            <a:r>
              <a:rPr lang="en-GB"/>
              <a:t>Click icon to add picture</a:t>
            </a:r>
            <a:endParaRPr lang="en-BE"/>
          </a:p>
        </p:txBody>
      </p:sp>
      <p:sp>
        <p:nvSpPr>
          <p:cNvPr id="11" name="Freeform 10">
            <a:extLst>
              <a:ext uri="{FF2B5EF4-FFF2-40B4-BE49-F238E27FC236}">
                <a16:creationId xmlns:a16="http://schemas.microsoft.com/office/drawing/2014/main" id="{2C43937F-1B69-D3EA-A17B-935FDDF0420D}"/>
              </a:ext>
            </a:extLst>
          </p:cNvPr>
          <p:cNvSpPr/>
          <p:nvPr/>
        </p:nvSpPr>
        <p:spPr>
          <a:xfrm>
            <a:off x="1074904" y="541053"/>
            <a:ext cx="11117097" cy="527170"/>
          </a:xfrm>
          <a:custGeom>
            <a:avLst/>
            <a:gdLst>
              <a:gd name="connsiteX0" fmla="*/ 182662 w 11117097"/>
              <a:gd name="connsiteY0" fmla="*/ 0 h 527170"/>
              <a:gd name="connsiteX1" fmla="*/ 1333661 w 11117097"/>
              <a:gd name="connsiteY1" fmla="*/ 0 h 527170"/>
              <a:gd name="connsiteX2" fmla="*/ 1681985 w 11117097"/>
              <a:gd name="connsiteY2" fmla="*/ 0 h 527170"/>
              <a:gd name="connsiteX3" fmla="*/ 2333214 w 11117097"/>
              <a:gd name="connsiteY3" fmla="*/ 0 h 527170"/>
              <a:gd name="connsiteX4" fmla="*/ 2603174 w 11117097"/>
              <a:gd name="connsiteY4" fmla="*/ 0 h 527170"/>
              <a:gd name="connsiteX5" fmla="*/ 2832985 w 11117097"/>
              <a:gd name="connsiteY5" fmla="*/ 0 h 527170"/>
              <a:gd name="connsiteX6" fmla="*/ 3332766 w 11117097"/>
              <a:gd name="connsiteY6" fmla="*/ 0 h 527170"/>
              <a:gd name="connsiteX7" fmla="*/ 3754175 w 11117097"/>
              <a:gd name="connsiteY7" fmla="*/ 0 h 527170"/>
              <a:gd name="connsiteX8" fmla="*/ 3832537 w 11117097"/>
              <a:gd name="connsiteY8" fmla="*/ 0 h 527170"/>
              <a:gd name="connsiteX9" fmla="*/ 4102497 w 11117097"/>
              <a:gd name="connsiteY9" fmla="*/ 0 h 527170"/>
              <a:gd name="connsiteX10" fmla="*/ 4753726 w 11117097"/>
              <a:gd name="connsiteY10" fmla="*/ 0 h 527170"/>
              <a:gd name="connsiteX11" fmla="*/ 4832089 w 11117097"/>
              <a:gd name="connsiteY11" fmla="*/ 0 h 527170"/>
              <a:gd name="connsiteX12" fmla="*/ 5253497 w 11117097"/>
              <a:gd name="connsiteY12" fmla="*/ 0 h 527170"/>
              <a:gd name="connsiteX13" fmla="*/ 5753278 w 11117097"/>
              <a:gd name="connsiteY13" fmla="*/ 0 h 527170"/>
              <a:gd name="connsiteX14" fmla="*/ 6253049 w 11117097"/>
              <a:gd name="connsiteY14" fmla="*/ 0 h 527170"/>
              <a:gd name="connsiteX15" fmla="*/ 6758485 w 11117097"/>
              <a:gd name="connsiteY15" fmla="*/ 0 h 527170"/>
              <a:gd name="connsiteX16" fmla="*/ 7252601 w 11117097"/>
              <a:gd name="connsiteY16" fmla="*/ 0 h 527170"/>
              <a:gd name="connsiteX17" fmla="*/ 7909485 w 11117097"/>
              <a:gd name="connsiteY17" fmla="*/ 0 h 527170"/>
              <a:gd name="connsiteX18" fmla="*/ 8257807 w 11117097"/>
              <a:gd name="connsiteY18" fmla="*/ 0 h 527170"/>
              <a:gd name="connsiteX19" fmla="*/ 8909037 w 11117097"/>
              <a:gd name="connsiteY19" fmla="*/ 0 h 527170"/>
              <a:gd name="connsiteX20" fmla="*/ 9408808 w 11117097"/>
              <a:gd name="connsiteY20" fmla="*/ 0 h 527170"/>
              <a:gd name="connsiteX21" fmla="*/ 9908589 w 11117097"/>
              <a:gd name="connsiteY21" fmla="*/ 0 h 527170"/>
              <a:gd name="connsiteX22" fmla="*/ 10408360 w 11117097"/>
              <a:gd name="connsiteY22" fmla="*/ 0 h 527170"/>
              <a:gd name="connsiteX23" fmla="*/ 11117097 w 11117097"/>
              <a:gd name="connsiteY23" fmla="*/ 0 h 527170"/>
              <a:gd name="connsiteX24" fmla="*/ 11117097 w 11117097"/>
              <a:gd name="connsiteY24" fmla="*/ 527170 h 527170"/>
              <a:gd name="connsiteX25" fmla="*/ 10225698 w 11117097"/>
              <a:gd name="connsiteY25" fmla="*/ 527170 h 527170"/>
              <a:gd name="connsiteX26" fmla="*/ 9725928 w 11117097"/>
              <a:gd name="connsiteY26" fmla="*/ 527170 h 527170"/>
              <a:gd name="connsiteX27" fmla="*/ 9226146 w 11117097"/>
              <a:gd name="connsiteY27" fmla="*/ 527170 h 527170"/>
              <a:gd name="connsiteX28" fmla="*/ 8726376 w 11117097"/>
              <a:gd name="connsiteY28" fmla="*/ 527170 h 527170"/>
              <a:gd name="connsiteX29" fmla="*/ 8075146 w 11117097"/>
              <a:gd name="connsiteY29" fmla="*/ 527170 h 527170"/>
              <a:gd name="connsiteX30" fmla="*/ 7726823 w 11117097"/>
              <a:gd name="connsiteY30" fmla="*/ 527170 h 527170"/>
              <a:gd name="connsiteX31" fmla="*/ 7069940 w 11117097"/>
              <a:gd name="connsiteY31" fmla="*/ 527170 h 527170"/>
              <a:gd name="connsiteX32" fmla="*/ 6575823 w 11117097"/>
              <a:gd name="connsiteY32" fmla="*/ 527170 h 527170"/>
              <a:gd name="connsiteX33" fmla="*/ 6070389 w 11117097"/>
              <a:gd name="connsiteY33" fmla="*/ 527170 h 527170"/>
              <a:gd name="connsiteX34" fmla="*/ 5570617 w 11117097"/>
              <a:gd name="connsiteY34" fmla="*/ 527170 h 527170"/>
              <a:gd name="connsiteX35" fmla="*/ 5070836 w 11117097"/>
              <a:gd name="connsiteY35" fmla="*/ 527170 h 527170"/>
              <a:gd name="connsiteX36" fmla="*/ 4649428 w 11117097"/>
              <a:gd name="connsiteY36" fmla="*/ 527170 h 527170"/>
              <a:gd name="connsiteX37" fmla="*/ 4571066 w 11117097"/>
              <a:gd name="connsiteY37" fmla="*/ 527170 h 527170"/>
              <a:gd name="connsiteX38" fmla="*/ 3919835 w 11117097"/>
              <a:gd name="connsiteY38" fmla="*/ 527170 h 527170"/>
              <a:gd name="connsiteX39" fmla="*/ 3649876 w 11117097"/>
              <a:gd name="connsiteY39" fmla="*/ 527170 h 527170"/>
              <a:gd name="connsiteX40" fmla="*/ 3571512 w 11117097"/>
              <a:gd name="connsiteY40" fmla="*/ 527170 h 527170"/>
              <a:gd name="connsiteX41" fmla="*/ 3150105 w 11117097"/>
              <a:gd name="connsiteY41" fmla="*/ 527170 h 527170"/>
              <a:gd name="connsiteX42" fmla="*/ 2650324 w 11117097"/>
              <a:gd name="connsiteY42" fmla="*/ 527170 h 527170"/>
              <a:gd name="connsiteX43" fmla="*/ 2420512 w 11117097"/>
              <a:gd name="connsiteY43" fmla="*/ 527170 h 527170"/>
              <a:gd name="connsiteX44" fmla="*/ 2150553 w 11117097"/>
              <a:gd name="connsiteY44" fmla="*/ 527170 h 527170"/>
              <a:gd name="connsiteX45" fmla="*/ 1499323 w 11117097"/>
              <a:gd name="connsiteY45" fmla="*/ 527170 h 527170"/>
              <a:gd name="connsiteX46" fmla="*/ 1151000 w 11117097"/>
              <a:gd name="connsiteY46" fmla="*/ 527170 h 527170"/>
              <a:gd name="connsiteX47" fmla="*/ 0 w 11117097"/>
              <a:gd name="connsiteY47"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7097" h="527170">
                <a:moveTo>
                  <a:pt x="182662" y="0"/>
                </a:moveTo>
                <a:lnTo>
                  <a:pt x="1333661" y="0"/>
                </a:lnTo>
                <a:lnTo>
                  <a:pt x="1681985" y="0"/>
                </a:lnTo>
                <a:lnTo>
                  <a:pt x="2333214" y="0"/>
                </a:lnTo>
                <a:lnTo>
                  <a:pt x="2603174" y="0"/>
                </a:lnTo>
                <a:lnTo>
                  <a:pt x="2832985" y="0"/>
                </a:lnTo>
                <a:lnTo>
                  <a:pt x="3332766" y="0"/>
                </a:lnTo>
                <a:lnTo>
                  <a:pt x="3754175" y="0"/>
                </a:lnTo>
                <a:lnTo>
                  <a:pt x="3832537" y="0"/>
                </a:lnTo>
                <a:lnTo>
                  <a:pt x="4102497" y="0"/>
                </a:lnTo>
                <a:lnTo>
                  <a:pt x="4753726" y="0"/>
                </a:lnTo>
                <a:lnTo>
                  <a:pt x="4832089" y="0"/>
                </a:lnTo>
                <a:lnTo>
                  <a:pt x="5253497" y="0"/>
                </a:lnTo>
                <a:lnTo>
                  <a:pt x="5753278" y="0"/>
                </a:lnTo>
                <a:lnTo>
                  <a:pt x="6253049" y="0"/>
                </a:lnTo>
                <a:lnTo>
                  <a:pt x="6758485" y="0"/>
                </a:lnTo>
                <a:lnTo>
                  <a:pt x="7252601" y="0"/>
                </a:lnTo>
                <a:lnTo>
                  <a:pt x="7909485" y="0"/>
                </a:lnTo>
                <a:lnTo>
                  <a:pt x="8257807" y="0"/>
                </a:lnTo>
                <a:lnTo>
                  <a:pt x="8909037" y="0"/>
                </a:lnTo>
                <a:lnTo>
                  <a:pt x="9408808" y="0"/>
                </a:lnTo>
                <a:lnTo>
                  <a:pt x="9908589" y="0"/>
                </a:lnTo>
                <a:lnTo>
                  <a:pt x="10408360" y="0"/>
                </a:lnTo>
                <a:lnTo>
                  <a:pt x="11117097" y="0"/>
                </a:lnTo>
                <a:lnTo>
                  <a:pt x="11117097" y="527170"/>
                </a:lnTo>
                <a:lnTo>
                  <a:pt x="10225698" y="527170"/>
                </a:lnTo>
                <a:lnTo>
                  <a:pt x="9725928" y="527170"/>
                </a:lnTo>
                <a:lnTo>
                  <a:pt x="9226146" y="527170"/>
                </a:lnTo>
                <a:lnTo>
                  <a:pt x="8726376" y="527170"/>
                </a:lnTo>
                <a:lnTo>
                  <a:pt x="8075146" y="527170"/>
                </a:lnTo>
                <a:lnTo>
                  <a:pt x="7726823" y="527170"/>
                </a:lnTo>
                <a:lnTo>
                  <a:pt x="7069940" y="527170"/>
                </a:lnTo>
                <a:lnTo>
                  <a:pt x="6575823" y="527170"/>
                </a:lnTo>
                <a:lnTo>
                  <a:pt x="6070389" y="527170"/>
                </a:lnTo>
                <a:lnTo>
                  <a:pt x="5570617" y="527170"/>
                </a:lnTo>
                <a:lnTo>
                  <a:pt x="5070836" y="527170"/>
                </a:lnTo>
                <a:lnTo>
                  <a:pt x="4649428" y="527170"/>
                </a:lnTo>
                <a:lnTo>
                  <a:pt x="4571066" y="527170"/>
                </a:lnTo>
                <a:lnTo>
                  <a:pt x="3919835" y="527170"/>
                </a:lnTo>
                <a:lnTo>
                  <a:pt x="3649876" y="527170"/>
                </a:lnTo>
                <a:lnTo>
                  <a:pt x="3571512" y="527170"/>
                </a:lnTo>
                <a:lnTo>
                  <a:pt x="3150105" y="527170"/>
                </a:lnTo>
                <a:lnTo>
                  <a:pt x="2650324" y="527170"/>
                </a:lnTo>
                <a:lnTo>
                  <a:pt x="2420512" y="527170"/>
                </a:lnTo>
                <a:lnTo>
                  <a:pt x="2150553" y="527170"/>
                </a:lnTo>
                <a:lnTo>
                  <a:pt x="1499323" y="527170"/>
                </a:lnTo>
                <a:lnTo>
                  <a:pt x="1151000" y="527170"/>
                </a:lnTo>
                <a:lnTo>
                  <a:pt x="0" y="527170"/>
                </a:lnTo>
                <a:close/>
              </a:path>
            </a:pathLst>
          </a:custGeom>
          <a:solidFill>
            <a:schemeClr val="accent1"/>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10" name="Text Placeholder 9">
            <a:extLst>
              <a:ext uri="{FF2B5EF4-FFF2-40B4-BE49-F238E27FC236}">
                <a16:creationId xmlns:a16="http://schemas.microsoft.com/office/drawing/2014/main" id="{3999ECC4-49D8-A5D1-E10E-18B6658E6B09}"/>
              </a:ext>
            </a:extLst>
          </p:cNvPr>
          <p:cNvSpPr>
            <a:spLocks noGrp="1"/>
          </p:cNvSpPr>
          <p:nvPr>
            <p:ph type="body" sz="quarter" idx="10"/>
          </p:nvPr>
        </p:nvSpPr>
        <p:spPr>
          <a:xfrm>
            <a:off x="550863" y="1423988"/>
            <a:ext cx="11090275"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2" name="Text Placeholder 15">
            <a:extLst>
              <a:ext uri="{FF2B5EF4-FFF2-40B4-BE49-F238E27FC236}">
                <a16:creationId xmlns:a16="http://schemas.microsoft.com/office/drawing/2014/main" id="{AF2C37C2-B794-E739-EE50-9BA552866C70}"/>
              </a:ext>
            </a:extLst>
          </p:cNvPr>
          <p:cNvSpPr>
            <a:spLocks noGrp="1"/>
          </p:cNvSpPr>
          <p:nvPr>
            <p:ph type="body" sz="quarter" idx="13" hasCustomPrompt="1"/>
          </p:nvPr>
        </p:nvSpPr>
        <p:spPr>
          <a:xfrm>
            <a:off x="1480457" y="536681"/>
            <a:ext cx="10160681" cy="535914"/>
          </a:xfrm>
        </p:spPr>
        <p:txBody>
          <a:bodyPr anchor="ctr">
            <a:noAutofit/>
          </a:bodyPr>
          <a:lstStyle>
            <a:lvl1pPr>
              <a:defRPr b="1" i="0">
                <a:solidFill>
                  <a:schemeClr val="bg1"/>
                </a:solidFill>
                <a:latin typeface="Montserrat" pitchFamily="2" charset="77"/>
              </a:defRPr>
            </a:lvl1pPr>
          </a:lstStyle>
          <a:p>
            <a:pPr lvl="0"/>
            <a:r>
              <a:rPr lang="en-US" sz="2000" b="1">
                <a:solidFill>
                  <a:srgbClr val="FFFFFF"/>
                </a:solidFill>
              </a:rPr>
              <a:t>[insert First + Last name]</a:t>
            </a:r>
            <a:endParaRPr lang="en-BE" sz="1050">
              <a:solidFill>
                <a:schemeClr val="tx2"/>
              </a:solidFill>
            </a:endParaRPr>
          </a:p>
        </p:txBody>
      </p:sp>
    </p:spTree>
    <p:extLst>
      <p:ext uri="{BB962C8B-B14F-4D97-AF65-F5344CB8AC3E}">
        <p14:creationId xmlns:p14="http://schemas.microsoft.com/office/powerpoint/2010/main" val="23378153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V 2 columns">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3D9CB48-FFFB-0EB6-B8DB-8892156A746E}"/>
              </a:ext>
            </a:extLst>
          </p:cNvPr>
          <p:cNvSpPr/>
          <p:nvPr userDrawn="1"/>
        </p:nvSpPr>
        <p:spPr>
          <a:xfrm>
            <a:off x="1" y="1068224"/>
            <a:ext cx="12192001" cy="5244352"/>
          </a:xfrm>
          <a:custGeom>
            <a:avLst/>
            <a:gdLst>
              <a:gd name="connsiteX0" fmla="*/ 570068 w 12192001"/>
              <a:gd name="connsiteY0" fmla="*/ 0 h 5244352"/>
              <a:gd name="connsiteX1" fmla="*/ 12020365 w 12192001"/>
              <a:gd name="connsiteY1" fmla="*/ 0 h 5244352"/>
              <a:gd name="connsiteX2" fmla="*/ 12192001 w 12192001"/>
              <a:gd name="connsiteY2" fmla="*/ 0 h 5244352"/>
              <a:gd name="connsiteX3" fmla="*/ 12192001 w 12192001"/>
              <a:gd name="connsiteY3" fmla="*/ 5244352 h 5244352"/>
              <a:gd name="connsiteX4" fmla="*/ 10203226 w 12192001"/>
              <a:gd name="connsiteY4" fmla="*/ 5244352 h 5244352"/>
              <a:gd name="connsiteX5" fmla="*/ 0 w 12192001"/>
              <a:gd name="connsiteY5" fmla="*/ 5244352 h 5244352"/>
              <a:gd name="connsiteX6" fmla="*/ 0 w 12192001"/>
              <a:gd name="connsiteY6" fmla="*/ 1645245 h 524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5244352">
                <a:moveTo>
                  <a:pt x="570068" y="0"/>
                </a:moveTo>
                <a:lnTo>
                  <a:pt x="12020365" y="0"/>
                </a:lnTo>
                <a:lnTo>
                  <a:pt x="12192001" y="0"/>
                </a:lnTo>
                <a:lnTo>
                  <a:pt x="12192001" y="5244352"/>
                </a:lnTo>
                <a:lnTo>
                  <a:pt x="10203226" y="5244352"/>
                </a:lnTo>
                <a:lnTo>
                  <a:pt x="0" y="5244352"/>
                </a:lnTo>
                <a:lnTo>
                  <a:pt x="0" y="1645245"/>
                </a:lnTo>
                <a:close/>
              </a:path>
            </a:pathLst>
          </a:custGeom>
          <a:solidFill>
            <a:schemeClr val="bg1">
              <a:lumMod val="95000"/>
              <a:alpha val="53000"/>
            </a:schemeClr>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3" name="Freeform 2">
            <a:extLst>
              <a:ext uri="{FF2B5EF4-FFF2-40B4-BE49-F238E27FC236}">
                <a16:creationId xmlns:a16="http://schemas.microsoft.com/office/drawing/2014/main" id="{8F5306B0-3E37-1E4E-33EC-5359E47300AA}"/>
              </a:ext>
            </a:extLst>
          </p:cNvPr>
          <p:cNvSpPr/>
          <p:nvPr userDrawn="1"/>
        </p:nvSpPr>
        <p:spPr>
          <a:xfrm>
            <a:off x="1074904" y="541053"/>
            <a:ext cx="11117097" cy="527170"/>
          </a:xfrm>
          <a:custGeom>
            <a:avLst/>
            <a:gdLst>
              <a:gd name="connsiteX0" fmla="*/ 182662 w 11117097"/>
              <a:gd name="connsiteY0" fmla="*/ 0 h 527170"/>
              <a:gd name="connsiteX1" fmla="*/ 1333661 w 11117097"/>
              <a:gd name="connsiteY1" fmla="*/ 0 h 527170"/>
              <a:gd name="connsiteX2" fmla="*/ 1681985 w 11117097"/>
              <a:gd name="connsiteY2" fmla="*/ 0 h 527170"/>
              <a:gd name="connsiteX3" fmla="*/ 2333214 w 11117097"/>
              <a:gd name="connsiteY3" fmla="*/ 0 h 527170"/>
              <a:gd name="connsiteX4" fmla="*/ 2603174 w 11117097"/>
              <a:gd name="connsiteY4" fmla="*/ 0 h 527170"/>
              <a:gd name="connsiteX5" fmla="*/ 2832985 w 11117097"/>
              <a:gd name="connsiteY5" fmla="*/ 0 h 527170"/>
              <a:gd name="connsiteX6" fmla="*/ 3332766 w 11117097"/>
              <a:gd name="connsiteY6" fmla="*/ 0 h 527170"/>
              <a:gd name="connsiteX7" fmla="*/ 3754175 w 11117097"/>
              <a:gd name="connsiteY7" fmla="*/ 0 h 527170"/>
              <a:gd name="connsiteX8" fmla="*/ 3832537 w 11117097"/>
              <a:gd name="connsiteY8" fmla="*/ 0 h 527170"/>
              <a:gd name="connsiteX9" fmla="*/ 4102497 w 11117097"/>
              <a:gd name="connsiteY9" fmla="*/ 0 h 527170"/>
              <a:gd name="connsiteX10" fmla="*/ 4753726 w 11117097"/>
              <a:gd name="connsiteY10" fmla="*/ 0 h 527170"/>
              <a:gd name="connsiteX11" fmla="*/ 4832089 w 11117097"/>
              <a:gd name="connsiteY11" fmla="*/ 0 h 527170"/>
              <a:gd name="connsiteX12" fmla="*/ 5253497 w 11117097"/>
              <a:gd name="connsiteY12" fmla="*/ 0 h 527170"/>
              <a:gd name="connsiteX13" fmla="*/ 5753278 w 11117097"/>
              <a:gd name="connsiteY13" fmla="*/ 0 h 527170"/>
              <a:gd name="connsiteX14" fmla="*/ 6253049 w 11117097"/>
              <a:gd name="connsiteY14" fmla="*/ 0 h 527170"/>
              <a:gd name="connsiteX15" fmla="*/ 6758485 w 11117097"/>
              <a:gd name="connsiteY15" fmla="*/ 0 h 527170"/>
              <a:gd name="connsiteX16" fmla="*/ 7252601 w 11117097"/>
              <a:gd name="connsiteY16" fmla="*/ 0 h 527170"/>
              <a:gd name="connsiteX17" fmla="*/ 7909485 w 11117097"/>
              <a:gd name="connsiteY17" fmla="*/ 0 h 527170"/>
              <a:gd name="connsiteX18" fmla="*/ 8257807 w 11117097"/>
              <a:gd name="connsiteY18" fmla="*/ 0 h 527170"/>
              <a:gd name="connsiteX19" fmla="*/ 8909037 w 11117097"/>
              <a:gd name="connsiteY19" fmla="*/ 0 h 527170"/>
              <a:gd name="connsiteX20" fmla="*/ 9408808 w 11117097"/>
              <a:gd name="connsiteY20" fmla="*/ 0 h 527170"/>
              <a:gd name="connsiteX21" fmla="*/ 9908589 w 11117097"/>
              <a:gd name="connsiteY21" fmla="*/ 0 h 527170"/>
              <a:gd name="connsiteX22" fmla="*/ 10408360 w 11117097"/>
              <a:gd name="connsiteY22" fmla="*/ 0 h 527170"/>
              <a:gd name="connsiteX23" fmla="*/ 11117097 w 11117097"/>
              <a:gd name="connsiteY23" fmla="*/ 0 h 527170"/>
              <a:gd name="connsiteX24" fmla="*/ 11117097 w 11117097"/>
              <a:gd name="connsiteY24" fmla="*/ 527170 h 527170"/>
              <a:gd name="connsiteX25" fmla="*/ 10225698 w 11117097"/>
              <a:gd name="connsiteY25" fmla="*/ 527170 h 527170"/>
              <a:gd name="connsiteX26" fmla="*/ 9725928 w 11117097"/>
              <a:gd name="connsiteY26" fmla="*/ 527170 h 527170"/>
              <a:gd name="connsiteX27" fmla="*/ 9226146 w 11117097"/>
              <a:gd name="connsiteY27" fmla="*/ 527170 h 527170"/>
              <a:gd name="connsiteX28" fmla="*/ 8726376 w 11117097"/>
              <a:gd name="connsiteY28" fmla="*/ 527170 h 527170"/>
              <a:gd name="connsiteX29" fmla="*/ 8075146 w 11117097"/>
              <a:gd name="connsiteY29" fmla="*/ 527170 h 527170"/>
              <a:gd name="connsiteX30" fmla="*/ 7726823 w 11117097"/>
              <a:gd name="connsiteY30" fmla="*/ 527170 h 527170"/>
              <a:gd name="connsiteX31" fmla="*/ 7069940 w 11117097"/>
              <a:gd name="connsiteY31" fmla="*/ 527170 h 527170"/>
              <a:gd name="connsiteX32" fmla="*/ 6575823 w 11117097"/>
              <a:gd name="connsiteY32" fmla="*/ 527170 h 527170"/>
              <a:gd name="connsiteX33" fmla="*/ 6070389 w 11117097"/>
              <a:gd name="connsiteY33" fmla="*/ 527170 h 527170"/>
              <a:gd name="connsiteX34" fmla="*/ 5570617 w 11117097"/>
              <a:gd name="connsiteY34" fmla="*/ 527170 h 527170"/>
              <a:gd name="connsiteX35" fmla="*/ 5070836 w 11117097"/>
              <a:gd name="connsiteY35" fmla="*/ 527170 h 527170"/>
              <a:gd name="connsiteX36" fmla="*/ 4649428 w 11117097"/>
              <a:gd name="connsiteY36" fmla="*/ 527170 h 527170"/>
              <a:gd name="connsiteX37" fmla="*/ 4571066 w 11117097"/>
              <a:gd name="connsiteY37" fmla="*/ 527170 h 527170"/>
              <a:gd name="connsiteX38" fmla="*/ 3919835 w 11117097"/>
              <a:gd name="connsiteY38" fmla="*/ 527170 h 527170"/>
              <a:gd name="connsiteX39" fmla="*/ 3649876 w 11117097"/>
              <a:gd name="connsiteY39" fmla="*/ 527170 h 527170"/>
              <a:gd name="connsiteX40" fmla="*/ 3571512 w 11117097"/>
              <a:gd name="connsiteY40" fmla="*/ 527170 h 527170"/>
              <a:gd name="connsiteX41" fmla="*/ 3150105 w 11117097"/>
              <a:gd name="connsiteY41" fmla="*/ 527170 h 527170"/>
              <a:gd name="connsiteX42" fmla="*/ 2650324 w 11117097"/>
              <a:gd name="connsiteY42" fmla="*/ 527170 h 527170"/>
              <a:gd name="connsiteX43" fmla="*/ 2420512 w 11117097"/>
              <a:gd name="connsiteY43" fmla="*/ 527170 h 527170"/>
              <a:gd name="connsiteX44" fmla="*/ 2150553 w 11117097"/>
              <a:gd name="connsiteY44" fmla="*/ 527170 h 527170"/>
              <a:gd name="connsiteX45" fmla="*/ 1499323 w 11117097"/>
              <a:gd name="connsiteY45" fmla="*/ 527170 h 527170"/>
              <a:gd name="connsiteX46" fmla="*/ 1151000 w 11117097"/>
              <a:gd name="connsiteY46" fmla="*/ 527170 h 527170"/>
              <a:gd name="connsiteX47" fmla="*/ 0 w 11117097"/>
              <a:gd name="connsiteY47"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7097" h="527170">
                <a:moveTo>
                  <a:pt x="182662" y="0"/>
                </a:moveTo>
                <a:lnTo>
                  <a:pt x="1333661" y="0"/>
                </a:lnTo>
                <a:lnTo>
                  <a:pt x="1681985" y="0"/>
                </a:lnTo>
                <a:lnTo>
                  <a:pt x="2333214" y="0"/>
                </a:lnTo>
                <a:lnTo>
                  <a:pt x="2603174" y="0"/>
                </a:lnTo>
                <a:lnTo>
                  <a:pt x="2832985" y="0"/>
                </a:lnTo>
                <a:lnTo>
                  <a:pt x="3332766" y="0"/>
                </a:lnTo>
                <a:lnTo>
                  <a:pt x="3754175" y="0"/>
                </a:lnTo>
                <a:lnTo>
                  <a:pt x="3832537" y="0"/>
                </a:lnTo>
                <a:lnTo>
                  <a:pt x="4102497" y="0"/>
                </a:lnTo>
                <a:lnTo>
                  <a:pt x="4753726" y="0"/>
                </a:lnTo>
                <a:lnTo>
                  <a:pt x="4832089" y="0"/>
                </a:lnTo>
                <a:lnTo>
                  <a:pt x="5253497" y="0"/>
                </a:lnTo>
                <a:lnTo>
                  <a:pt x="5753278" y="0"/>
                </a:lnTo>
                <a:lnTo>
                  <a:pt x="6253049" y="0"/>
                </a:lnTo>
                <a:lnTo>
                  <a:pt x="6758485" y="0"/>
                </a:lnTo>
                <a:lnTo>
                  <a:pt x="7252601" y="0"/>
                </a:lnTo>
                <a:lnTo>
                  <a:pt x="7909485" y="0"/>
                </a:lnTo>
                <a:lnTo>
                  <a:pt x="8257807" y="0"/>
                </a:lnTo>
                <a:lnTo>
                  <a:pt x="8909037" y="0"/>
                </a:lnTo>
                <a:lnTo>
                  <a:pt x="9408808" y="0"/>
                </a:lnTo>
                <a:lnTo>
                  <a:pt x="9908589" y="0"/>
                </a:lnTo>
                <a:lnTo>
                  <a:pt x="10408360" y="0"/>
                </a:lnTo>
                <a:lnTo>
                  <a:pt x="11117097" y="0"/>
                </a:lnTo>
                <a:lnTo>
                  <a:pt x="11117097" y="527170"/>
                </a:lnTo>
                <a:lnTo>
                  <a:pt x="10225698" y="527170"/>
                </a:lnTo>
                <a:lnTo>
                  <a:pt x="9725928" y="527170"/>
                </a:lnTo>
                <a:lnTo>
                  <a:pt x="9226146" y="527170"/>
                </a:lnTo>
                <a:lnTo>
                  <a:pt x="8726376" y="527170"/>
                </a:lnTo>
                <a:lnTo>
                  <a:pt x="8075146" y="527170"/>
                </a:lnTo>
                <a:lnTo>
                  <a:pt x="7726823" y="527170"/>
                </a:lnTo>
                <a:lnTo>
                  <a:pt x="7069940" y="527170"/>
                </a:lnTo>
                <a:lnTo>
                  <a:pt x="6575823" y="527170"/>
                </a:lnTo>
                <a:lnTo>
                  <a:pt x="6070389" y="527170"/>
                </a:lnTo>
                <a:lnTo>
                  <a:pt x="5570617" y="527170"/>
                </a:lnTo>
                <a:lnTo>
                  <a:pt x="5070836" y="527170"/>
                </a:lnTo>
                <a:lnTo>
                  <a:pt x="4649428" y="527170"/>
                </a:lnTo>
                <a:lnTo>
                  <a:pt x="4571066" y="527170"/>
                </a:lnTo>
                <a:lnTo>
                  <a:pt x="3919835" y="527170"/>
                </a:lnTo>
                <a:lnTo>
                  <a:pt x="3649876" y="527170"/>
                </a:lnTo>
                <a:lnTo>
                  <a:pt x="3571512" y="527170"/>
                </a:lnTo>
                <a:lnTo>
                  <a:pt x="3150105" y="527170"/>
                </a:lnTo>
                <a:lnTo>
                  <a:pt x="2650324" y="527170"/>
                </a:lnTo>
                <a:lnTo>
                  <a:pt x="2420512" y="527170"/>
                </a:lnTo>
                <a:lnTo>
                  <a:pt x="2150553" y="527170"/>
                </a:lnTo>
                <a:lnTo>
                  <a:pt x="1499323" y="527170"/>
                </a:lnTo>
                <a:lnTo>
                  <a:pt x="1151000" y="527170"/>
                </a:lnTo>
                <a:lnTo>
                  <a:pt x="0" y="527170"/>
                </a:lnTo>
                <a:close/>
              </a:path>
            </a:pathLst>
          </a:custGeom>
          <a:solidFill>
            <a:schemeClr val="accent1"/>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6" name="Picture Placeholder 30">
            <a:extLst>
              <a:ext uri="{FF2B5EF4-FFF2-40B4-BE49-F238E27FC236}">
                <a16:creationId xmlns:a16="http://schemas.microsoft.com/office/drawing/2014/main" id="{CE8D207D-BBCC-E343-3CB0-2DDAB5759605}"/>
              </a:ext>
            </a:extLst>
          </p:cNvPr>
          <p:cNvSpPr>
            <a:spLocks noGrp="1"/>
          </p:cNvSpPr>
          <p:nvPr>
            <p:ph type="pic" sz="quarter" idx="14"/>
          </p:nvPr>
        </p:nvSpPr>
        <p:spPr>
          <a:xfrm>
            <a:off x="463200" y="541051"/>
            <a:ext cx="734665" cy="529113"/>
          </a:xfrm>
          <a:custGeom>
            <a:avLst/>
            <a:gdLst>
              <a:gd name="connsiteX0" fmla="*/ 603681 w 2458542"/>
              <a:gd name="connsiteY0" fmla="*/ 0 h 1770665"/>
              <a:gd name="connsiteX1" fmla="*/ 2458542 w 2458542"/>
              <a:gd name="connsiteY1" fmla="*/ 0 h 1770665"/>
              <a:gd name="connsiteX2" fmla="*/ 1846911 w 2458542"/>
              <a:gd name="connsiteY2" fmla="*/ 1770665 h 1770665"/>
              <a:gd name="connsiteX3" fmla="*/ 0 w 2458542"/>
              <a:gd name="connsiteY3" fmla="*/ 1770665 h 1770665"/>
            </a:gdLst>
            <a:ahLst/>
            <a:cxnLst>
              <a:cxn ang="0">
                <a:pos x="connsiteX0" y="connsiteY0"/>
              </a:cxn>
              <a:cxn ang="0">
                <a:pos x="connsiteX1" y="connsiteY1"/>
              </a:cxn>
              <a:cxn ang="0">
                <a:pos x="connsiteX2" y="connsiteY2"/>
              </a:cxn>
              <a:cxn ang="0">
                <a:pos x="connsiteX3" y="connsiteY3"/>
              </a:cxn>
            </a:cxnLst>
            <a:rect l="l" t="t" r="r" b="b"/>
            <a:pathLst>
              <a:path w="2458542" h="1770665">
                <a:moveTo>
                  <a:pt x="603681" y="0"/>
                </a:moveTo>
                <a:lnTo>
                  <a:pt x="2458542" y="0"/>
                </a:lnTo>
                <a:lnTo>
                  <a:pt x="1846911" y="1770665"/>
                </a:lnTo>
                <a:lnTo>
                  <a:pt x="0" y="1770665"/>
                </a:lnTo>
                <a:close/>
              </a:path>
            </a:pathLst>
          </a:custGeom>
          <a:solidFill>
            <a:schemeClr val="bg2">
              <a:lumMod val="90000"/>
            </a:schemeClr>
          </a:solidFill>
        </p:spPr>
        <p:txBody>
          <a:bodyPr wrap="square">
            <a:noAutofit/>
          </a:bodyPr>
          <a:lstStyle>
            <a:lvl1pPr>
              <a:defRPr sz="200"/>
            </a:lvl1pPr>
          </a:lstStyle>
          <a:p>
            <a:r>
              <a:rPr lang="en-GB"/>
              <a:t>Click icon to add picture</a:t>
            </a:r>
            <a:endParaRPr lang="en-BE"/>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10" name="Text Placeholder 9">
            <a:extLst>
              <a:ext uri="{FF2B5EF4-FFF2-40B4-BE49-F238E27FC236}">
                <a16:creationId xmlns:a16="http://schemas.microsoft.com/office/drawing/2014/main" id="{3999ECC4-49D8-A5D1-E10E-18B6658E6B09}"/>
              </a:ext>
            </a:extLst>
          </p:cNvPr>
          <p:cNvSpPr>
            <a:spLocks noGrp="1"/>
          </p:cNvSpPr>
          <p:nvPr>
            <p:ph type="body" sz="quarter" idx="10"/>
          </p:nvPr>
        </p:nvSpPr>
        <p:spPr>
          <a:xfrm>
            <a:off x="550863" y="1423988"/>
            <a:ext cx="5343026"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3" name="Text Placeholder 9">
            <a:extLst>
              <a:ext uri="{FF2B5EF4-FFF2-40B4-BE49-F238E27FC236}">
                <a16:creationId xmlns:a16="http://schemas.microsoft.com/office/drawing/2014/main" id="{9A636EBF-9312-FEE3-4C01-48E4CB9EBF4E}"/>
              </a:ext>
            </a:extLst>
          </p:cNvPr>
          <p:cNvSpPr>
            <a:spLocks noGrp="1"/>
          </p:cNvSpPr>
          <p:nvPr>
            <p:ph type="body" sz="quarter" idx="12"/>
          </p:nvPr>
        </p:nvSpPr>
        <p:spPr>
          <a:xfrm>
            <a:off x="6298113" y="1423988"/>
            <a:ext cx="5343026"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2" name="Text Placeholder 15">
            <a:extLst>
              <a:ext uri="{FF2B5EF4-FFF2-40B4-BE49-F238E27FC236}">
                <a16:creationId xmlns:a16="http://schemas.microsoft.com/office/drawing/2014/main" id="{644051B7-66FC-5B40-0D60-0C0968E160E5}"/>
              </a:ext>
            </a:extLst>
          </p:cNvPr>
          <p:cNvSpPr>
            <a:spLocks noGrp="1"/>
          </p:cNvSpPr>
          <p:nvPr>
            <p:ph type="body" sz="quarter" idx="13" hasCustomPrompt="1"/>
          </p:nvPr>
        </p:nvSpPr>
        <p:spPr>
          <a:xfrm>
            <a:off x="1480457" y="536681"/>
            <a:ext cx="10160681" cy="535914"/>
          </a:xfrm>
        </p:spPr>
        <p:txBody>
          <a:bodyPr anchor="ctr">
            <a:noAutofit/>
          </a:bodyPr>
          <a:lstStyle>
            <a:lvl1pPr>
              <a:defRPr b="1" i="0">
                <a:solidFill>
                  <a:schemeClr val="bg1"/>
                </a:solidFill>
                <a:latin typeface="Montserrat" pitchFamily="2" charset="77"/>
              </a:defRPr>
            </a:lvl1pPr>
          </a:lstStyle>
          <a:p>
            <a:pPr lvl="0"/>
            <a:r>
              <a:rPr lang="en-US" sz="2000" b="1">
                <a:solidFill>
                  <a:srgbClr val="FFFFFF"/>
                </a:solidFill>
              </a:rPr>
              <a:t>[insert First + Last name]</a:t>
            </a:r>
            <a:endParaRPr lang="en-BE" sz="1050">
              <a:solidFill>
                <a:schemeClr val="tx2"/>
              </a:solidFill>
            </a:endParaRPr>
          </a:p>
        </p:txBody>
      </p:sp>
    </p:spTree>
    <p:extLst>
      <p:ext uri="{BB962C8B-B14F-4D97-AF65-F5344CB8AC3E}">
        <p14:creationId xmlns:p14="http://schemas.microsoft.com/office/powerpoint/2010/main" val="23847381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V 3 columns">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3FA02B9E-9A2F-4BB5-FBE4-47C25B03B45E}"/>
              </a:ext>
            </a:extLst>
          </p:cNvPr>
          <p:cNvSpPr/>
          <p:nvPr userDrawn="1"/>
        </p:nvSpPr>
        <p:spPr>
          <a:xfrm>
            <a:off x="1" y="1068224"/>
            <a:ext cx="12192001" cy="5244352"/>
          </a:xfrm>
          <a:custGeom>
            <a:avLst/>
            <a:gdLst>
              <a:gd name="connsiteX0" fmla="*/ 570068 w 12192001"/>
              <a:gd name="connsiteY0" fmla="*/ 0 h 5244352"/>
              <a:gd name="connsiteX1" fmla="*/ 12020365 w 12192001"/>
              <a:gd name="connsiteY1" fmla="*/ 0 h 5244352"/>
              <a:gd name="connsiteX2" fmla="*/ 12192001 w 12192001"/>
              <a:gd name="connsiteY2" fmla="*/ 0 h 5244352"/>
              <a:gd name="connsiteX3" fmla="*/ 12192001 w 12192001"/>
              <a:gd name="connsiteY3" fmla="*/ 5244352 h 5244352"/>
              <a:gd name="connsiteX4" fmla="*/ 10203226 w 12192001"/>
              <a:gd name="connsiteY4" fmla="*/ 5244352 h 5244352"/>
              <a:gd name="connsiteX5" fmla="*/ 0 w 12192001"/>
              <a:gd name="connsiteY5" fmla="*/ 5244352 h 5244352"/>
              <a:gd name="connsiteX6" fmla="*/ 0 w 12192001"/>
              <a:gd name="connsiteY6" fmla="*/ 1645245 h 524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5244352">
                <a:moveTo>
                  <a:pt x="570068" y="0"/>
                </a:moveTo>
                <a:lnTo>
                  <a:pt x="12020365" y="0"/>
                </a:lnTo>
                <a:lnTo>
                  <a:pt x="12192001" y="0"/>
                </a:lnTo>
                <a:lnTo>
                  <a:pt x="12192001" y="5244352"/>
                </a:lnTo>
                <a:lnTo>
                  <a:pt x="10203226" y="5244352"/>
                </a:lnTo>
                <a:lnTo>
                  <a:pt x="0" y="5244352"/>
                </a:lnTo>
                <a:lnTo>
                  <a:pt x="0" y="1645245"/>
                </a:lnTo>
                <a:close/>
              </a:path>
            </a:pathLst>
          </a:custGeom>
          <a:solidFill>
            <a:schemeClr val="bg1">
              <a:lumMod val="95000"/>
              <a:alpha val="53000"/>
            </a:schemeClr>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3" name="Freeform 2">
            <a:extLst>
              <a:ext uri="{FF2B5EF4-FFF2-40B4-BE49-F238E27FC236}">
                <a16:creationId xmlns:a16="http://schemas.microsoft.com/office/drawing/2014/main" id="{2D028DB5-8680-1B24-9263-FE76DCDB21EF}"/>
              </a:ext>
            </a:extLst>
          </p:cNvPr>
          <p:cNvSpPr/>
          <p:nvPr userDrawn="1"/>
        </p:nvSpPr>
        <p:spPr>
          <a:xfrm>
            <a:off x="1074904" y="541053"/>
            <a:ext cx="11117097" cy="527170"/>
          </a:xfrm>
          <a:custGeom>
            <a:avLst/>
            <a:gdLst>
              <a:gd name="connsiteX0" fmla="*/ 182662 w 11117097"/>
              <a:gd name="connsiteY0" fmla="*/ 0 h 527170"/>
              <a:gd name="connsiteX1" fmla="*/ 1333661 w 11117097"/>
              <a:gd name="connsiteY1" fmla="*/ 0 h 527170"/>
              <a:gd name="connsiteX2" fmla="*/ 1681985 w 11117097"/>
              <a:gd name="connsiteY2" fmla="*/ 0 h 527170"/>
              <a:gd name="connsiteX3" fmla="*/ 2333214 w 11117097"/>
              <a:gd name="connsiteY3" fmla="*/ 0 h 527170"/>
              <a:gd name="connsiteX4" fmla="*/ 2603174 w 11117097"/>
              <a:gd name="connsiteY4" fmla="*/ 0 h 527170"/>
              <a:gd name="connsiteX5" fmla="*/ 2832985 w 11117097"/>
              <a:gd name="connsiteY5" fmla="*/ 0 h 527170"/>
              <a:gd name="connsiteX6" fmla="*/ 3332766 w 11117097"/>
              <a:gd name="connsiteY6" fmla="*/ 0 h 527170"/>
              <a:gd name="connsiteX7" fmla="*/ 3754175 w 11117097"/>
              <a:gd name="connsiteY7" fmla="*/ 0 h 527170"/>
              <a:gd name="connsiteX8" fmla="*/ 3832537 w 11117097"/>
              <a:gd name="connsiteY8" fmla="*/ 0 h 527170"/>
              <a:gd name="connsiteX9" fmla="*/ 4102497 w 11117097"/>
              <a:gd name="connsiteY9" fmla="*/ 0 h 527170"/>
              <a:gd name="connsiteX10" fmla="*/ 4753726 w 11117097"/>
              <a:gd name="connsiteY10" fmla="*/ 0 h 527170"/>
              <a:gd name="connsiteX11" fmla="*/ 4832089 w 11117097"/>
              <a:gd name="connsiteY11" fmla="*/ 0 h 527170"/>
              <a:gd name="connsiteX12" fmla="*/ 5253497 w 11117097"/>
              <a:gd name="connsiteY12" fmla="*/ 0 h 527170"/>
              <a:gd name="connsiteX13" fmla="*/ 5753278 w 11117097"/>
              <a:gd name="connsiteY13" fmla="*/ 0 h 527170"/>
              <a:gd name="connsiteX14" fmla="*/ 6253049 w 11117097"/>
              <a:gd name="connsiteY14" fmla="*/ 0 h 527170"/>
              <a:gd name="connsiteX15" fmla="*/ 6758485 w 11117097"/>
              <a:gd name="connsiteY15" fmla="*/ 0 h 527170"/>
              <a:gd name="connsiteX16" fmla="*/ 7252601 w 11117097"/>
              <a:gd name="connsiteY16" fmla="*/ 0 h 527170"/>
              <a:gd name="connsiteX17" fmla="*/ 7909485 w 11117097"/>
              <a:gd name="connsiteY17" fmla="*/ 0 h 527170"/>
              <a:gd name="connsiteX18" fmla="*/ 8257807 w 11117097"/>
              <a:gd name="connsiteY18" fmla="*/ 0 h 527170"/>
              <a:gd name="connsiteX19" fmla="*/ 8909037 w 11117097"/>
              <a:gd name="connsiteY19" fmla="*/ 0 h 527170"/>
              <a:gd name="connsiteX20" fmla="*/ 9408808 w 11117097"/>
              <a:gd name="connsiteY20" fmla="*/ 0 h 527170"/>
              <a:gd name="connsiteX21" fmla="*/ 9908589 w 11117097"/>
              <a:gd name="connsiteY21" fmla="*/ 0 h 527170"/>
              <a:gd name="connsiteX22" fmla="*/ 10408360 w 11117097"/>
              <a:gd name="connsiteY22" fmla="*/ 0 h 527170"/>
              <a:gd name="connsiteX23" fmla="*/ 11117097 w 11117097"/>
              <a:gd name="connsiteY23" fmla="*/ 0 h 527170"/>
              <a:gd name="connsiteX24" fmla="*/ 11117097 w 11117097"/>
              <a:gd name="connsiteY24" fmla="*/ 527170 h 527170"/>
              <a:gd name="connsiteX25" fmla="*/ 10225698 w 11117097"/>
              <a:gd name="connsiteY25" fmla="*/ 527170 h 527170"/>
              <a:gd name="connsiteX26" fmla="*/ 9725928 w 11117097"/>
              <a:gd name="connsiteY26" fmla="*/ 527170 h 527170"/>
              <a:gd name="connsiteX27" fmla="*/ 9226146 w 11117097"/>
              <a:gd name="connsiteY27" fmla="*/ 527170 h 527170"/>
              <a:gd name="connsiteX28" fmla="*/ 8726376 w 11117097"/>
              <a:gd name="connsiteY28" fmla="*/ 527170 h 527170"/>
              <a:gd name="connsiteX29" fmla="*/ 8075146 w 11117097"/>
              <a:gd name="connsiteY29" fmla="*/ 527170 h 527170"/>
              <a:gd name="connsiteX30" fmla="*/ 7726823 w 11117097"/>
              <a:gd name="connsiteY30" fmla="*/ 527170 h 527170"/>
              <a:gd name="connsiteX31" fmla="*/ 7069940 w 11117097"/>
              <a:gd name="connsiteY31" fmla="*/ 527170 h 527170"/>
              <a:gd name="connsiteX32" fmla="*/ 6575823 w 11117097"/>
              <a:gd name="connsiteY32" fmla="*/ 527170 h 527170"/>
              <a:gd name="connsiteX33" fmla="*/ 6070389 w 11117097"/>
              <a:gd name="connsiteY33" fmla="*/ 527170 h 527170"/>
              <a:gd name="connsiteX34" fmla="*/ 5570617 w 11117097"/>
              <a:gd name="connsiteY34" fmla="*/ 527170 h 527170"/>
              <a:gd name="connsiteX35" fmla="*/ 5070836 w 11117097"/>
              <a:gd name="connsiteY35" fmla="*/ 527170 h 527170"/>
              <a:gd name="connsiteX36" fmla="*/ 4649428 w 11117097"/>
              <a:gd name="connsiteY36" fmla="*/ 527170 h 527170"/>
              <a:gd name="connsiteX37" fmla="*/ 4571066 w 11117097"/>
              <a:gd name="connsiteY37" fmla="*/ 527170 h 527170"/>
              <a:gd name="connsiteX38" fmla="*/ 3919835 w 11117097"/>
              <a:gd name="connsiteY38" fmla="*/ 527170 h 527170"/>
              <a:gd name="connsiteX39" fmla="*/ 3649876 w 11117097"/>
              <a:gd name="connsiteY39" fmla="*/ 527170 h 527170"/>
              <a:gd name="connsiteX40" fmla="*/ 3571512 w 11117097"/>
              <a:gd name="connsiteY40" fmla="*/ 527170 h 527170"/>
              <a:gd name="connsiteX41" fmla="*/ 3150105 w 11117097"/>
              <a:gd name="connsiteY41" fmla="*/ 527170 h 527170"/>
              <a:gd name="connsiteX42" fmla="*/ 2650324 w 11117097"/>
              <a:gd name="connsiteY42" fmla="*/ 527170 h 527170"/>
              <a:gd name="connsiteX43" fmla="*/ 2420512 w 11117097"/>
              <a:gd name="connsiteY43" fmla="*/ 527170 h 527170"/>
              <a:gd name="connsiteX44" fmla="*/ 2150553 w 11117097"/>
              <a:gd name="connsiteY44" fmla="*/ 527170 h 527170"/>
              <a:gd name="connsiteX45" fmla="*/ 1499323 w 11117097"/>
              <a:gd name="connsiteY45" fmla="*/ 527170 h 527170"/>
              <a:gd name="connsiteX46" fmla="*/ 1151000 w 11117097"/>
              <a:gd name="connsiteY46" fmla="*/ 527170 h 527170"/>
              <a:gd name="connsiteX47" fmla="*/ 0 w 11117097"/>
              <a:gd name="connsiteY47"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7097" h="527170">
                <a:moveTo>
                  <a:pt x="182662" y="0"/>
                </a:moveTo>
                <a:lnTo>
                  <a:pt x="1333661" y="0"/>
                </a:lnTo>
                <a:lnTo>
                  <a:pt x="1681985" y="0"/>
                </a:lnTo>
                <a:lnTo>
                  <a:pt x="2333214" y="0"/>
                </a:lnTo>
                <a:lnTo>
                  <a:pt x="2603174" y="0"/>
                </a:lnTo>
                <a:lnTo>
                  <a:pt x="2832985" y="0"/>
                </a:lnTo>
                <a:lnTo>
                  <a:pt x="3332766" y="0"/>
                </a:lnTo>
                <a:lnTo>
                  <a:pt x="3754175" y="0"/>
                </a:lnTo>
                <a:lnTo>
                  <a:pt x="3832537" y="0"/>
                </a:lnTo>
                <a:lnTo>
                  <a:pt x="4102497" y="0"/>
                </a:lnTo>
                <a:lnTo>
                  <a:pt x="4753726" y="0"/>
                </a:lnTo>
                <a:lnTo>
                  <a:pt x="4832089" y="0"/>
                </a:lnTo>
                <a:lnTo>
                  <a:pt x="5253497" y="0"/>
                </a:lnTo>
                <a:lnTo>
                  <a:pt x="5753278" y="0"/>
                </a:lnTo>
                <a:lnTo>
                  <a:pt x="6253049" y="0"/>
                </a:lnTo>
                <a:lnTo>
                  <a:pt x="6758485" y="0"/>
                </a:lnTo>
                <a:lnTo>
                  <a:pt x="7252601" y="0"/>
                </a:lnTo>
                <a:lnTo>
                  <a:pt x="7909485" y="0"/>
                </a:lnTo>
                <a:lnTo>
                  <a:pt x="8257807" y="0"/>
                </a:lnTo>
                <a:lnTo>
                  <a:pt x="8909037" y="0"/>
                </a:lnTo>
                <a:lnTo>
                  <a:pt x="9408808" y="0"/>
                </a:lnTo>
                <a:lnTo>
                  <a:pt x="9908589" y="0"/>
                </a:lnTo>
                <a:lnTo>
                  <a:pt x="10408360" y="0"/>
                </a:lnTo>
                <a:lnTo>
                  <a:pt x="11117097" y="0"/>
                </a:lnTo>
                <a:lnTo>
                  <a:pt x="11117097" y="527170"/>
                </a:lnTo>
                <a:lnTo>
                  <a:pt x="10225698" y="527170"/>
                </a:lnTo>
                <a:lnTo>
                  <a:pt x="9725928" y="527170"/>
                </a:lnTo>
                <a:lnTo>
                  <a:pt x="9226146" y="527170"/>
                </a:lnTo>
                <a:lnTo>
                  <a:pt x="8726376" y="527170"/>
                </a:lnTo>
                <a:lnTo>
                  <a:pt x="8075146" y="527170"/>
                </a:lnTo>
                <a:lnTo>
                  <a:pt x="7726823" y="527170"/>
                </a:lnTo>
                <a:lnTo>
                  <a:pt x="7069940" y="527170"/>
                </a:lnTo>
                <a:lnTo>
                  <a:pt x="6575823" y="527170"/>
                </a:lnTo>
                <a:lnTo>
                  <a:pt x="6070389" y="527170"/>
                </a:lnTo>
                <a:lnTo>
                  <a:pt x="5570617" y="527170"/>
                </a:lnTo>
                <a:lnTo>
                  <a:pt x="5070836" y="527170"/>
                </a:lnTo>
                <a:lnTo>
                  <a:pt x="4649428" y="527170"/>
                </a:lnTo>
                <a:lnTo>
                  <a:pt x="4571066" y="527170"/>
                </a:lnTo>
                <a:lnTo>
                  <a:pt x="3919835" y="527170"/>
                </a:lnTo>
                <a:lnTo>
                  <a:pt x="3649876" y="527170"/>
                </a:lnTo>
                <a:lnTo>
                  <a:pt x="3571512" y="527170"/>
                </a:lnTo>
                <a:lnTo>
                  <a:pt x="3150105" y="527170"/>
                </a:lnTo>
                <a:lnTo>
                  <a:pt x="2650324" y="527170"/>
                </a:lnTo>
                <a:lnTo>
                  <a:pt x="2420512" y="527170"/>
                </a:lnTo>
                <a:lnTo>
                  <a:pt x="2150553" y="527170"/>
                </a:lnTo>
                <a:lnTo>
                  <a:pt x="1499323" y="527170"/>
                </a:lnTo>
                <a:lnTo>
                  <a:pt x="1151000" y="527170"/>
                </a:lnTo>
                <a:lnTo>
                  <a:pt x="0" y="527170"/>
                </a:lnTo>
                <a:close/>
              </a:path>
            </a:pathLst>
          </a:custGeom>
          <a:solidFill>
            <a:schemeClr val="accent1"/>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6" name="Picture Placeholder 30">
            <a:extLst>
              <a:ext uri="{FF2B5EF4-FFF2-40B4-BE49-F238E27FC236}">
                <a16:creationId xmlns:a16="http://schemas.microsoft.com/office/drawing/2014/main" id="{CE8D207D-BBCC-E343-3CB0-2DDAB5759605}"/>
              </a:ext>
            </a:extLst>
          </p:cNvPr>
          <p:cNvSpPr>
            <a:spLocks noGrp="1"/>
          </p:cNvSpPr>
          <p:nvPr>
            <p:ph type="pic" sz="quarter" idx="14"/>
          </p:nvPr>
        </p:nvSpPr>
        <p:spPr>
          <a:xfrm>
            <a:off x="463200" y="541051"/>
            <a:ext cx="734665" cy="529113"/>
          </a:xfrm>
          <a:custGeom>
            <a:avLst/>
            <a:gdLst>
              <a:gd name="connsiteX0" fmla="*/ 603681 w 2458542"/>
              <a:gd name="connsiteY0" fmla="*/ 0 h 1770665"/>
              <a:gd name="connsiteX1" fmla="*/ 2458542 w 2458542"/>
              <a:gd name="connsiteY1" fmla="*/ 0 h 1770665"/>
              <a:gd name="connsiteX2" fmla="*/ 1846911 w 2458542"/>
              <a:gd name="connsiteY2" fmla="*/ 1770665 h 1770665"/>
              <a:gd name="connsiteX3" fmla="*/ 0 w 2458542"/>
              <a:gd name="connsiteY3" fmla="*/ 1770665 h 1770665"/>
            </a:gdLst>
            <a:ahLst/>
            <a:cxnLst>
              <a:cxn ang="0">
                <a:pos x="connsiteX0" y="connsiteY0"/>
              </a:cxn>
              <a:cxn ang="0">
                <a:pos x="connsiteX1" y="connsiteY1"/>
              </a:cxn>
              <a:cxn ang="0">
                <a:pos x="connsiteX2" y="connsiteY2"/>
              </a:cxn>
              <a:cxn ang="0">
                <a:pos x="connsiteX3" y="connsiteY3"/>
              </a:cxn>
            </a:cxnLst>
            <a:rect l="l" t="t" r="r" b="b"/>
            <a:pathLst>
              <a:path w="2458542" h="1770665">
                <a:moveTo>
                  <a:pt x="603681" y="0"/>
                </a:moveTo>
                <a:lnTo>
                  <a:pt x="2458542" y="0"/>
                </a:lnTo>
                <a:lnTo>
                  <a:pt x="1846911" y="1770665"/>
                </a:lnTo>
                <a:lnTo>
                  <a:pt x="0" y="1770665"/>
                </a:lnTo>
                <a:close/>
              </a:path>
            </a:pathLst>
          </a:custGeom>
          <a:solidFill>
            <a:schemeClr val="bg2">
              <a:lumMod val="90000"/>
            </a:schemeClr>
          </a:solidFill>
        </p:spPr>
        <p:txBody>
          <a:bodyPr wrap="square">
            <a:noAutofit/>
          </a:bodyPr>
          <a:lstStyle>
            <a:lvl1pPr>
              <a:defRPr sz="200"/>
            </a:lvl1pPr>
          </a:lstStyle>
          <a:p>
            <a:r>
              <a:rPr lang="en-GB"/>
              <a:t>Click icon to add picture</a:t>
            </a:r>
            <a:endParaRPr lang="en-BE"/>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10" name="Text Placeholder 9">
            <a:extLst>
              <a:ext uri="{FF2B5EF4-FFF2-40B4-BE49-F238E27FC236}">
                <a16:creationId xmlns:a16="http://schemas.microsoft.com/office/drawing/2014/main" id="{3999ECC4-49D8-A5D1-E10E-18B6658E6B09}"/>
              </a:ext>
            </a:extLst>
          </p:cNvPr>
          <p:cNvSpPr>
            <a:spLocks noGrp="1"/>
          </p:cNvSpPr>
          <p:nvPr>
            <p:ph type="body" sz="quarter" idx="10" hasCustomPrompt="1"/>
          </p:nvPr>
        </p:nvSpPr>
        <p:spPr>
          <a:xfrm>
            <a:off x="550863" y="1423988"/>
            <a:ext cx="355758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nl-NL" sz="1400" b="1" i="0" u="none" strike="noStrike" kern="1200" cap="none" spc="0" normalizeH="0" baseline="0" noProof="0">
                <a:ln>
                  <a:noFill/>
                </a:ln>
                <a:solidFill>
                  <a:srgbClr val="16BECF"/>
                </a:solidFill>
                <a:effectLst/>
                <a:uLnTx/>
                <a:uFillTx/>
                <a:latin typeface="Montserrat" pitchFamily="2" charset="77"/>
                <a:ea typeface="+mn-ea"/>
                <a:cs typeface="+mn-cs"/>
              </a:rPr>
              <a:t>[</a:t>
            </a:r>
            <a:r>
              <a:rPr kumimoji="0" lang="nl-NL" sz="1400" b="1" i="0" u="none" strike="noStrike" kern="1200" cap="none" spc="0" normalizeH="0" baseline="0" noProof="0" err="1">
                <a:ln>
                  <a:noFill/>
                </a:ln>
                <a:solidFill>
                  <a:srgbClr val="16BECF"/>
                </a:solidFill>
                <a:effectLst/>
                <a:uLnTx/>
                <a:uFillTx/>
                <a:latin typeface="Montserrat" pitchFamily="2" charset="77"/>
                <a:ea typeface="+mn-ea"/>
                <a:cs typeface="+mn-cs"/>
              </a:rPr>
              <a:t>insert</a:t>
            </a:r>
            <a:r>
              <a:rPr kumimoji="0" lang="nl-NL" sz="1400" b="1" i="0" u="none" strike="noStrike" kern="1200" cap="none" spc="0" normalizeH="0" baseline="0" noProof="0">
                <a:ln>
                  <a:noFill/>
                </a:ln>
                <a:solidFill>
                  <a:srgbClr val="16BECF"/>
                </a:solidFill>
                <a:effectLst/>
                <a:uLnTx/>
                <a:uFillTx/>
                <a:latin typeface="Montserrat" pitchFamily="2" charset="77"/>
                <a:ea typeface="+mn-ea"/>
                <a:cs typeface="+mn-cs"/>
              </a:rPr>
              <a:t> company] </a:t>
            </a: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nl-BE" sz="900" b="0" i="0" u="none" strike="noStrike" kern="1200" cap="none" spc="0" normalizeH="0" baseline="0" noProof="0">
                <a:ln>
                  <a:noFill/>
                </a:ln>
                <a:solidFill>
                  <a:srgbClr val="15487B"/>
                </a:solidFill>
                <a:effectLst/>
                <a:uLnTx/>
                <a:uFillTx/>
                <a:latin typeface="Montserrat Light" pitchFamily="2" charset="77"/>
                <a:ea typeface="+mn-ea"/>
                <a:cs typeface="+mn-cs"/>
              </a:rPr>
              <a:t>[insert date]</a:t>
            </a:r>
            <a:br>
              <a:rPr kumimoji="0" lang="nl-NL" sz="900" b="0" i="0" u="none" strike="noStrike" kern="1200" cap="none" spc="0" normalizeH="0" baseline="0" noProof="0">
                <a:ln>
                  <a:noFill/>
                </a:ln>
                <a:solidFill>
                  <a:srgbClr val="15487B"/>
                </a:solidFill>
                <a:effectLst/>
                <a:uLnTx/>
                <a:uFillTx/>
                <a:latin typeface="Montserrat Light" pitchFamily="2" charset="77"/>
                <a:ea typeface="+mn-ea"/>
                <a:cs typeface="+mn-cs"/>
              </a:rPr>
            </a:br>
            <a:r>
              <a:rPr kumimoji="0" lang="nl-NL" sz="900" b="0" i="0" u="none" strike="noStrike" kern="1200" cap="none" spc="0" normalizeH="0" baseline="0" noProof="0">
                <a:ln>
                  <a:noFill/>
                </a:ln>
                <a:solidFill>
                  <a:srgbClr val="15487B"/>
                </a:solidFill>
                <a:effectLst/>
                <a:uLnTx/>
                <a:uFillTx/>
                <a:latin typeface="Montserrat Light" pitchFamily="2" charset="77"/>
                <a:ea typeface="+mn-ea"/>
                <a:cs typeface="+mn-cs"/>
              </a:rPr>
              <a:t>[</a:t>
            </a:r>
            <a:r>
              <a:rPr kumimoji="0" lang="nl-NL" sz="900" b="0" i="0" u="none" strike="noStrike" kern="1200" cap="none" spc="0" normalizeH="0" baseline="0" noProof="0" err="1">
                <a:ln>
                  <a:noFill/>
                </a:ln>
                <a:solidFill>
                  <a:srgbClr val="15487B"/>
                </a:solidFill>
                <a:effectLst/>
                <a:uLnTx/>
                <a:uFillTx/>
                <a:latin typeface="Montserrat Light" pitchFamily="2" charset="77"/>
                <a:ea typeface="+mn-ea"/>
                <a:cs typeface="+mn-cs"/>
              </a:rPr>
              <a:t>insert</a:t>
            </a:r>
            <a:r>
              <a:rPr kumimoji="0" lang="nl-NL" sz="900" b="0" i="0" u="none" strike="noStrike" kern="1200" cap="none" spc="0" normalizeH="0" baseline="0" noProof="0">
                <a:ln>
                  <a:noFill/>
                </a:ln>
                <a:solidFill>
                  <a:srgbClr val="15487B"/>
                </a:solidFill>
                <a:effectLst/>
                <a:uLnTx/>
                <a:uFillTx/>
                <a:latin typeface="Montserrat Light" pitchFamily="2" charset="77"/>
                <a:ea typeface="+mn-ea"/>
                <a:cs typeface="+mn-cs"/>
              </a:rPr>
              <a:t> </a:t>
            </a:r>
            <a:r>
              <a:rPr kumimoji="0" lang="nl-NL" sz="900" b="0" i="0" u="none" strike="noStrike" kern="1200" cap="none" spc="0" normalizeH="0" baseline="0" noProof="0" err="1">
                <a:ln>
                  <a:noFill/>
                </a:ln>
                <a:solidFill>
                  <a:srgbClr val="15487B"/>
                </a:solidFill>
                <a:effectLst/>
                <a:uLnTx/>
                <a:uFillTx/>
                <a:latin typeface="Montserrat Light" pitchFamily="2" charset="77"/>
                <a:ea typeface="+mn-ea"/>
                <a:cs typeface="+mn-cs"/>
              </a:rPr>
              <a:t>function</a:t>
            </a:r>
            <a:r>
              <a:rPr kumimoji="0" lang="nl-NL" sz="900" b="0" i="0" u="none" strike="noStrike" kern="1200" cap="none" spc="0" normalizeH="0" baseline="0" noProof="0">
                <a:ln>
                  <a:noFill/>
                </a:ln>
                <a:solidFill>
                  <a:srgbClr val="15487B"/>
                </a:solidFill>
                <a:effectLst/>
                <a:uLnTx/>
                <a:uFillTx/>
                <a:latin typeface="Montserrat Light" pitchFamily="2" charset="77"/>
                <a:ea typeface="+mn-ea"/>
                <a:cs typeface="+mn-cs"/>
              </a:rPr>
              <a:t>]</a:t>
            </a:r>
          </a:p>
          <a:p>
            <a:pPr marL="0" marR="0" lvl="0" indent="0" algn="l" defTabSz="914400" rtl="0" eaLnBrk="1" fontAlgn="auto" latinLnBrk="0" hangingPunct="1">
              <a:lnSpc>
                <a:spcPct val="115000"/>
              </a:lnSpc>
              <a:spcBef>
                <a:spcPts val="0"/>
              </a:spcBef>
              <a:spcAft>
                <a:spcPts val="0"/>
              </a:spcAft>
              <a:buClrTx/>
              <a:buSzTx/>
              <a:buFontTx/>
              <a:buNone/>
              <a:tabLst/>
              <a:defRPr/>
            </a:pPr>
            <a:endParaRPr kumimoji="0" lang="nl-NL" sz="900" b="0" i="0" u="none" strike="noStrike" kern="1200" cap="none" spc="0" normalizeH="0" baseline="0" noProof="0">
              <a:ln>
                <a:noFill/>
              </a:ln>
              <a:solidFill>
                <a:srgbClr val="15487B"/>
              </a:solidFill>
              <a:effectLst/>
              <a:uLnTx/>
              <a:uFillTx/>
              <a:latin typeface="Montserrat Light" pitchFamily="2" charset="77"/>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GB" sz="900" b="1" i="0" u="none" strike="noStrike" kern="1200" cap="none" spc="0" normalizeH="0" baseline="0" noProof="0">
                <a:ln>
                  <a:noFill/>
                </a:ln>
                <a:solidFill>
                  <a:srgbClr val="15487B"/>
                </a:solidFill>
                <a:effectLst/>
                <a:uLnTx/>
                <a:uFillTx/>
                <a:latin typeface="Montserrat" pitchFamily="2" charset="77"/>
                <a:ea typeface="+mn-ea"/>
                <a:cs typeface="+mn-cs"/>
              </a:rPr>
              <a:t>Project &amp; responsibilities</a:t>
            </a:r>
            <a:endParaRPr kumimoji="0" lang="en-BE" sz="900" b="1" i="0" u="none" strike="noStrike" kern="1200" cap="none" spc="0" normalizeH="0" baseline="0" noProof="0">
              <a:ln>
                <a:noFill/>
              </a:ln>
              <a:solidFill>
                <a:srgbClr val="15487B"/>
              </a:solidFill>
              <a:effectLst/>
              <a:uLnTx/>
              <a:uFillTx/>
              <a:latin typeface="Montserrat" pitchFamily="2" charset="77"/>
              <a:ea typeface="+mn-ea"/>
              <a:cs typeface="+mn-cs"/>
            </a:endParaRPr>
          </a:p>
          <a:p>
            <a:pPr marL="177800" marR="234315"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10" normalizeH="0" baseline="0" noProof="0">
                <a:ln>
                  <a:noFill/>
                </a:ln>
                <a:solidFill>
                  <a:srgbClr val="15487B"/>
                </a:solidFill>
                <a:effectLst/>
                <a:uLnTx/>
                <a:uFillTx/>
                <a:latin typeface="Montserrat Light" pitchFamily="2" charset="77"/>
                <a:ea typeface="+mn-ea"/>
                <a:cs typeface="+mn-cs"/>
              </a:rPr>
              <a:t>[insert]</a:t>
            </a:r>
            <a:br>
              <a:rPr kumimoji="0" lang="en-BE" sz="900" b="0" i="0" u="none" strike="noStrike" kern="1200" cap="none" spc="-10" normalizeH="0" baseline="0" noProof="0">
                <a:ln>
                  <a:noFill/>
                </a:ln>
                <a:solidFill>
                  <a:srgbClr val="15487B"/>
                </a:solidFill>
                <a:effectLst/>
                <a:uLnTx/>
                <a:uFillTx/>
                <a:latin typeface="Montserrat Light" pitchFamily="2" charset="77"/>
                <a:ea typeface="+mn-ea"/>
                <a:cs typeface="+mn-cs"/>
              </a:rPr>
            </a:br>
            <a:endParaRPr kumimoji="0" lang="en-BE" sz="900" b="1" i="0" u="none" strike="noStrike" kern="1200" cap="none" spc="0" normalizeH="0" baseline="0" noProof="0">
              <a:ln>
                <a:noFill/>
              </a:ln>
              <a:solidFill>
                <a:srgbClr val="15487B"/>
              </a:solidFill>
              <a:effectLst/>
              <a:uLnTx/>
              <a:uFillTx/>
              <a:latin typeface="Montserrat" pitchFamily="2" charset="77"/>
              <a:ea typeface="+mn-ea"/>
              <a:cs typeface="+mn-cs"/>
            </a:endParaRPr>
          </a:p>
          <a:p>
            <a:pPr marL="177800" marR="0" lvl="0" indent="-177800" algn="l" defTabSz="914400" rtl="0" eaLnBrk="1" fontAlgn="auto" latinLnBrk="0" hangingPunct="1">
              <a:lnSpc>
                <a:spcPct val="115000"/>
              </a:lnSpc>
              <a:spcBef>
                <a:spcPts val="0"/>
              </a:spcBef>
              <a:spcAft>
                <a:spcPts val="0"/>
              </a:spcAft>
              <a:buClrTx/>
              <a:buSzTx/>
              <a:buFontTx/>
              <a:buNone/>
              <a:tabLst/>
              <a:defRPr/>
            </a:pPr>
            <a:r>
              <a:rPr kumimoji="0" lang="nl-NL" sz="900" b="1" i="0" u="none" strike="noStrike" kern="1200" cap="none" spc="0" normalizeH="0" baseline="0" noProof="0">
                <a:ln>
                  <a:noFill/>
                </a:ln>
                <a:solidFill>
                  <a:srgbClr val="15487B"/>
                </a:solidFill>
                <a:effectLst/>
                <a:uLnTx/>
                <a:uFillTx/>
                <a:latin typeface="Montserrat" pitchFamily="2" charset="77"/>
                <a:ea typeface="+mn-ea"/>
                <a:cs typeface="+mn-cs"/>
              </a:rPr>
              <a:t>Environment &amp;</a:t>
            </a:r>
            <a:endParaRPr kumimoji="0" lang="en-GB" sz="900" b="0" i="0" u="none" strike="noStrike" kern="1200" cap="none" spc="0" normalizeH="0" baseline="0" noProof="0">
              <a:ln>
                <a:noFill/>
              </a:ln>
              <a:solidFill>
                <a:srgbClr val="15487B"/>
              </a:solidFill>
              <a:effectLst/>
              <a:uLnTx/>
              <a:uFillTx/>
              <a:latin typeface="Montserrat Light" pitchFamily="2" charset="77"/>
              <a:ea typeface="+mn-ea"/>
              <a:cs typeface="+mn-cs"/>
            </a:endParaRPr>
          </a:p>
          <a:p>
            <a:endParaRPr lang="en-BE"/>
          </a:p>
        </p:txBody>
      </p:sp>
      <p:sp>
        <p:nvSpPr>
          <p:cNvPr id="11" name="Text Placeholder 9">
            <a:extLst>
              <a:ext uri="{FF2B5EF4-FFF2-40B4-BE49-F238E27FC236}">
                <a16:creationId xmlns:a16="http://schemas.microsoft.com/office/drawing/2014/main" id="{4BB316F2-2FF3-24CB-CFF2-7F95327F6795}"/>
              </a:ext>
            </a:extLst>
          </p:cNvPr>
          <p:cNvSpPr>
            <a:spLocks noGrp="1"/>
          </p:cNvSpPr>
          <p:nvPr>
            <p:ph type="body" sz="quarter" idx="11"/>
          </p:nvPr>
        </p:nvSpPr>
        <p:spPr>
          <a:xfrm>
            <a:off x="8081600" y="1423988"/>
            <a:ext cx="355758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3" name="Text Placeholder 9">
            <a:extLst>
              <a:ext uri="{FF2B5EF4-FFF2-40B4-BE49-F238E27FC236}">
                <a16:creationId xmlns:a16="http://schemas.microsoft.com/office/drawing/2014/main" id="{9A636EBF-9312-FEE3-4C01-48E4CB9EBF4E}"/>
              </a:ext>
            </a:extLst>
          </p:cNvPr>
          <p:cNvSpPr>
            <a:spLocks noGrp="1"/>
          </p:cNvSpPr>
          <p:nvPr>
            <p:ph type="body" sz="quarter" idx="12"/>
          </p:nvPr>
        </p:nvSpPr>
        <p:spPr>
          <a:xfrm>
            <a:off x="4316231" y="1423988"/>
            <a:ext cx="355758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2" name="Text Placeholder 15">
            <a:extLst>
              <a:ext uri="{FF2B5EF4-FFF2-40B4-BE49-F238E27FC236}">
                <a16:creationId xmlns:a16="http://schemas.microsoft.com/office/drawing/2014/main" id="{3F480D3A-A7FC-1613-3191-C8FE87830B31}"/>
              </a:ext>
            </a:extLst>
          </p:cNvPr>
          <p:cNvSpPr>
            <a:spLocks noGrp="1"/>
          </p:cNvSpPr>
          <p:nvPr>
            <p:ph type="body" sz="quarter" idx="13" hasCustomPrompt="1"/>
          </p:nvPr>
        </p:nvSpPr>
        <p:spPr>
          <a:xfrm>
            <a:off x="1480457" y="536681"/>
            <a:ext cx="10160681" cy="535914"/>
          </a:xfrm>
        </p:spPr>
        <p:txBody>
          <a:bodyPr anchor="ctr">
            <a:noAutofit/>
          </a:bodyPr>
          <a:lstStyle>
            <a:lvl1pPr>
              <a:defRPr b="1" i="0">
                <a:solidFill>
                  <a:schemeClr val="bg1"/>
                </a:solidFill>
                <a:latin typeface="Montserrat" pitchFamily="2" charset="77"/>
              </a:defRPr>
            </a:lvl1pPr>
          </a:lstStyle>
          <a:p>
            <a:pPr lvl="0"/>
            <a:r>
              <a:rPr lang="en-US" sz="2000" b="1">
                <a:solidFill>
                  <a:srgbClr val="FFFFFF"/>
                </a:solidFill>
              </a:rPr>
              <a:t>[insert First + Last name]</a:t>
            </a:r>
            <a:endParaRPr lang="en-BE" sz="1050">
              <a:solidFill>
                <a:schemeClr val="tx2"/>
              </a:solidFill>
            </a:endParaRPr>
          </a:p>
        </p:txBody>
      </p:sp>
    </p:spTree>
    <p:extLst>
      <p:ext uri="{BB962C8B-B14F-4D97-AF65-F5344CB8AC3E}">
        <p14:creationId xmlns:p14="http://schemas.microsoft.com/office/powerpoint/2010/main" val="1641985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V 3x2 columns">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5AD62B4-0B21-AC49-7A15-8CE077C07A39}"/>
              </a:ext>
            </a:extLst>
          </p:cNvPr>
          <p:cNvSpPr/>
          <p:nvPr userDrawn="1"/>
        </p:nvSpPr>
        <p:spPr>
          <a:xfrm>
            <a:off x="1" y="1068224"/>
            <a:ext cx="12192001" cy="5244352"/>
          </a:xfrm>
          <a:custGeom>
            <a:avLst/>
            <a:gdLst>
              <a:gd name="connsiteX0" fmla="*/ 570068 w 12192001"/>
              <a:gd name="connsiteY0" fmla="*/ 0 h 5244352"/>
              <a:gd name="connsiteX1" fmla="*/ 12020365 w 12192001"/>
              <a:gd name="connsiteY1" fmla="*/ 0 h 5244352"/>
              <a:gd name="connsiteX2" fmla="*/ 12192001 w 12192001"/>
              <a:gd name="connsiteY2" fmla="*/ 0 h 5244352"/>
              <a:gd name="connsiteX3" fmla="*/ 12192001 w 12192001"/>
              <a:gd name="connsiteY3" fmla="*/ 5244352 h 5244352"/>
              <a:gd name="connsiteX4" fmla="*/ 10203226 w 12192001"/>
              <a:gd name="connsiteY4" fmla="*/ 5244352 h 5244352"/>
              <a:gd name="connsiteX5" fmla="*/ 0 w 12192001"/>
              <a:gd name="connsiteY5" fmla="*/ 5244352 h 5244352"/>
              <a:gd name="connsiteX6" fmla="*/ 0 w 12192001"/>
              <a:gd name="connsiteY6" fmla="*/ 1645245 h 524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5244352">
                <a:moveTo>
                  <a:pt x="570068" y="0"/>
                </a:moveTo>
                <a:lnTo>
                  <a:pt x="12020365" y="0"/>
                </a:lnTo>
                <a:lnTo>
                  <a:pt x="12192001" y="0"/>
                </a:lnTo>
                <a:lnTo>
                  <a:pt x="12192001" y="5244352"/>
                </a:lnTo>
                <a:lnTo>
                  <a:pt x="10203226" y="5244352"/>
                </a:lnTo>
                <a:lnTo>
                  <a:pt x="0" y="5244352"/>
                </a:lnTo>
                <a:lnTo>
                  <a:pt x="0" y="1645245"/>
                </a:lnTo>
                <a:close/>
              </a:path>
            </a:pathLst>
          </a:custGeom>
          <a:solidFill>
            <a:schemeClr val="bg1">
              <a:lumMod val="95000"/>
              <a:alpha val="53000"/>
            </a:schemeClr>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2" name="Freeform 1">
            <a:extLst>
              <a:ext uri="{FF2B5EF4-FFF2-40B4-BE49-F238E27FC236}">
                <a16:creationId xmlns:a16="http://schemas.microsoft.com/office/drawing/2014/main" id="{BD3D6477-0FF0-6917-4429-53013EA9A171}"/>
              </a:ext>
            </a:extLst>
          </p:cNvPr>
          <p:cNvSpPr/>
          <p:nvPr userDrawn="1"/>
        </p:nvSpPr>
        <p:spPr>
          <a:xfrm>
            <a:off x="1074904" y="541053"/>
            <a:ext cx="11117097" cy="527170"/>
          </a:xfrm>
          <a:custGeom>
            <a:avLst/>
            <a:gdLst>
              <a:gd name="connsiteX0" fmla="*/ 182662 w 11117097"/>
              <a:gd name="connsiteY0" fmla="*/ 0 h 527170"/>
              <a:gd name="connsiteX1" fmla="*/ 1333661 w 11117097"/>
              <a:gd name="connsiteY1" fmla="*/ 0 h 527170"/>
              <a:gd name="connsiteX2" fmla="*/ 1681985 w 11117097"/>
              <a:gd name="connsiteY2" fmla="*/ 0 h 527170"/>
              <a:gd name="connsiteX3" fmla="*/ 2333214 w 11117097"/>
              <a:gd name="connsiteY3" fmla="*/ 0 h 527170"/>
              <a:gd name="connsiteX4" fmla="*/ 2603174 w 11117097"/>
              <a:gd name="connsiteY4" fmla="*/ 0 h 527170"/>
              <a:gd name="connsiteX5" fmla="*/ 2832985 w 11117097"/>
              <a:gd name="connsiteY5" fmla="*/ 0 h 527170"/>
              <a:gd name="connsiteX6" fmla="*/ 3332766 w 11117097"/>
              <a:gd name="connsiteY6" fmla="*/ 0 h 527170"/>
              <a:gd name="connsiteX7" fmla="*/ 3754175 w 11117097"/>
              <a:gd name="connsiteY7" fmla="*/ 0 h 527170"/>
              <a:gd name="connsiteX8" fmla="*/ 3832537 w 11117097"/>
              <a:gd name="connsiteY8" fmla="*/ 0 h 527170"/>
              <a:gd name="connsiteX9" fmla="*/ 4102497 w 11117097"/>
              <a:gd name="connsiteY9" fmla="*/ 0 h 527170"/>
              <a:gd name="connsiteX10" fmla="*/ 4753726 w 11117097"/>
              <a:gd name="connsiteY10" fmla="*/ 0 h 527170"/>
              <a:gd name="connsiteX11" fmla="*/ 4832089 w 11117097"/>
              <a:gd name="connsiteY11" fmla="*/ 0 h 527170"/>
              <a:gd name="connsiteX12" fmla="*/ 5253497 w 11117097"/>
              <a:gd name="connsiteY12" fmla="*/ 0 h 527170"/>
              <a:gd name="connsiteX13" fmla="*/ 5753278 w 11117097"/>
              <a:gd name="connsiteY13" fmla="*/ 0 h 527170"/>
              <a:gd name="connsiteX14" fmla="*/ 6253049 w 11117097"/>
              <a:gd name="connsiteY14" fmla="*/ 0 h 527170"/>
              <a:gd name="connsiteX15" fmla="*/ 6758485 w 11117097"/>
              <a:gd name="connsiteY15" fmla="*/ 0 h 527170"/>
              <a:gd name="connsiteX16" fmla="*/ 7252601 w 11117097"/>
              <a:gd name="connsiteY16" fmla="*/ 0 h 527170"/>
              <a:gd name="connsiteX17" fmla="*/ 7909485 w 11117097"/>
              <a:gd name="connsiteY17" fmla="*/ 0 h 527170"/>
              <a:gd name="connsiteX18" fmla="*/ 8257807 w 11117097"/>
              <a:gd name="connsiteY18" fmla="*/ 0 h 527170"/>
              <a:gd name="connsiteX19" fmla="*/ 8909037 w 11117097"/>
              <a:gd name="connsiteY19" fmla="*/ 0 h 527170"/>
              <a:gd name="connsiteX20" fmla="*/ 9408808 w 11117097"/>
              <a:gd name="connsiteY20" fmla="*/ 0 h 527170"/>
              <a:gd name="connsiteX21" fmla="*/ 9908589 w 11117097"/>
              <a:gd name="connsiteY21" fmla="*/ 0 h 527170"/>
              <a:gd name="connsiteX22" fmla="*/ 10408360 w 11117097"/>
              <a:gd name="connsiteY22" fmla="*/ 0 h 527170"/>
              <a:gd name="connsiteX23" fmla="*/ 11117097 w 11117097"/>
              <a:gd name="connsiteY23" fmla="*/ 0 h 527170"/>
              <a:gd name="connsiteX24" fmla="*/ 11117097 w 11117097"/>
              <a:gd name="connsiteY24" fmla="*/ 527170 h 527170"/>
              <a:gd name="connsiteX25" fmla="*/ 10225698 w 11117097"/>
              <a:gd name="connsiteY25" fmla="*/ 527170 h 527170"/>
              <a:gd name="connsiteX26" fmla="*/ 9725928 w 11117097"/>
              <a:gd name="connsiteY26" fmla="*/ 527170 h 527170"/>
              <a:gd name="connsiteX27" fmla="*/ 9226146 w 11117097"/>
              <a:gd name="connsiteY27" fmla="*/ 527170 h 527170"/>
              <a:gd name="connsiteX28" fmla="*/ 8726376 w 11117097"/>
              <a:gd name="connsiteY28" fmla="*/ 527170 h 527170"/>
              <a:gd name="connsiteX29" fmla="*/ 8075146 w 11117097"/>
              <a:gd name="connsiteY29" fmla="*/ 527170 h 527170"/>
              <a:gd name="connsiteX30" fmla="*/ 7726823 w 11117097"/>
              <a:gd name="connsiteY30" fmla="*/ 527170 h 527170"/>
              <a:gd name="connsiteX31" fmla="*/ 7069940 w 11117097"/>
              <a:gd name="connsiteY31" fmla="*/ 527170 h 527170"/>
              <a:gd name="connsiteX32" fmla="*/ 6575823 w 11117097"/>
              <a:gd name="connsiteY32" fmla="*/ 527170 h 527170"/>
              <a:gd name="connsiteX33" fmla="*/ 6070389 w 11117097"/>
              <a:gd name="connsiteY33" fmla="*/ 527170 h 527170"/>
              <a:gd name="connsiteX34" fmla="*/ 5570617 w 11117097"/>
              <a:gd name="connsiteY34" fmla="*/ 527170 h 527170"/>
              <a:gd name="connsiteX35" fmla="*/ 5070836 w 11117097"/>
              <a:gd name="connsiteY35" fmla="*/ 527170 h 527170"/>
              <a:gd name="connsiteX36" fmla="*/ 4649428 w 11117097"/>
              <a:gd name="connsiteY36" fmla="*/ 527170 h 527170"/>
              <a:gd name="connsiteX37" fmla="*/ 4571066 w 11117097"/>
              <a:gd name="connsiteY37" fmla="*/ 527170 h 527170"/>
              <a:gd name="connsiteX38" fmla="*/ 3919835 w 11117097"/>
              <a:gd name="connsiteY38" fmla="*/ 527170 h 527170"/>
              <a:gd name="connsiteX39" fmla="*/ 3649876 w 11117097"/>
              <a:gd name="connsiteY39" fmla="*/ 527170 h 527170"/>
              <a:gd name="connsiteX40" fmla="*/ 3571512 w 11117097"/>
              <a:gd name="connsiteY40" fmla="*/ 527170 h 527170"/>
              <a:gd name="connsiteX41" fmla="*/ 3150105 w 11117097"/>
              <a:gd name="connsiteY41" fmla="*/ 527170 h 527170"/>
              <a:gd name="connsiteX42" fmla="*/ 2650324 w 11117097"/>
              <a:gd name="connsiteY42" fmla="*/ 527170 h 527170"/>
              <a:gd name="connsiteX43" fmla="*/ 2420512 w 11117097"/>
              <a:gd name="connsiteY43" fmla="*/ 527170 h 527170"/>
              <a:gd name="connsiteX44" fmla="*/ 2150553 w 11117097"/>
              <a:gd name="connsiteY44" fmla="*/ 527170 h 527170"/>
              <a:gd name="connsiteX45" fmla="*/ 1499323 w 11117097"/>
              <a:gd name="connsiteY45" fmla="*/ 527170 h 527170"/>
              <a:gd name="connsiteX46" fmla="*/ 1151000 w 11117097"/>
              <a:gd name="connsiteY46" fmla="*/ 527170 h 527170"/>
              <a:gd name="connsiteX47" fmla="*/ 0 w 11117097"/>
              <a:gd name="connsiteY47"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7097" h="527170">
                <a:moveTo>
                  <a:pt x="182662" y="0"/>
                </a:moveTo>
                <a:lnTo>
                  <a:pt x="1333661" y="0"/>
                </a:lnTo>
                <a:lnTo>
                  <a:pt x="1681985" y="0"/>
                </a:lnTo>
                <a:lnTo>
                  <a:pt x="2333214" y="0"/>
                </a:lnTo>
                <a:lnTo>
                  <a:pt x="2603174" y="0"/>
                </a:lnTo>
                <a:lnTo>
                  <a:pt x="2832985" y="0"/>
                </a:lnTo>
                <a:lnTo>
                  <a:pt x="3332766" y="0"/>
                </a:lnTo>
                <a:lnTo>
                  <a:pt x="3754175" y="0"/>
                </a:lnTo>
                <a:lnTo>
                  <a:pt x="3832537" y="0"/>
                </a:lnTo>
                <a:lnTo>
                  <a:pt x="4102497" y="0"/>
                </a:lnTo>
                <a:lnTo>
                  <a:pt x="4753726" y="0"/>
                </a:lnTo>
                <a:lnTo>
                  <a:pt x="4832089" y="0"/>
                </a:lnTo>
                <a:lnTo>
                  <a:pt x="5253497" y="0"/>
                </a:lnTo>
                <a:lnTo>
                  <a:pt x="5753278" y="0"/>
                </a:lnTo>
                <a:lnTo>
                  <a:pt x="6253049" y="0"/>
                </a:lnTo>
                <a:lnTo>
                  <a:pt x="6758485" y="0"/>
                </a:lnTo>
                <a:lnTo>
                  <a:pt x="7252601" y="0"/>
                </a:lnTo>
                <a:lnTo>
                  <a:pt x="7909485" y="0"/>
                </a:lnTo>
                <a:lnTo>
                  <a:pt x="8257807" y="0"/>
                </a:lnTo>
                <a:lnTo>
                  <a:pt x="8909037" y="0"/>
                </a:lnTo>
                <a:lnTo>
                  <a:pt x="9408808" y="0"/>
                </a:lnTo>
                <a:lnTo>
                  <a:pt x="9908589" y="0"/>
                </a:lnTo>
                <a:lnTo>
                  <a:pt x="10408360" y="0"/>
                </a:lnTo>
                <a:lnTo>
                  <a:pt x="11117097" y="0"/>
                </a:lnTo>
                <a:lnTo>
                  <a:pt x="11117097" y="527170"/>
                </a:lnTo>
                <a:lnTo>
                  <a:pt x="10225698" y="527170"/>
                </a:lnTo>
                <a:lnTo>
                  <a:pt x="9725928" y="527170"/>
                </a:lnTo>
                <a:lnTo>
                  <a:pt x="9226146" y="527170"/>
                </a:lnTo>
                <a:lnTo>
                  <a:pt x="8726376" y="527170"/>
                </a:lnTo>
                <a:lnTo>
                  <a:pt x="8075146" y="527170"/>
                </a:lnTo>
                <a:lnTo>
                  <a:pt x="7726823" y="527170"/>
                </a:lnTo>
                <a:lnTo>
                  <a:pt x="7069940" y="527170"/>
                </a:lnTo>
                <a:lnTo>
                  <a:pt x="6575823" y="527170"/>
                </a:lnTo>
                <a:lnTo>
                  <a:pt x="6070389" y="527170"/>
                </a:lnTo>
                <a:lnTo>
                  <a:pt x="5570617" y="527170"/>
                </a:lnTo>
                <a:lnTo>
                  <a:pt x="5070836" y="527170"/>
                </a:lnTo>
                <a:lnTo>
                  <a:pt x="4649428" y="527170"/>
                </a:lnTo>
                <a:lnTo>
                  <a:pt x="4571066" y="527170"/>
                </a:lnTo>
                <a:lnTo>
                  <a:pt x="3919835" y="527170"/>
                </a:lnTo>
                <a:lnTo>
                  <a:pt x="3649876" y="527170"/>
                </a:lnTo>
                <a:lnTo>
                  <a:pt x="3571512" y="527170"/>
                </a:lnTo>
                <a:lnTo>
                  <a:pt x="3150105" y="527170"/>
                </a:lnTo>
                <a:lnTo>
                  <a:pt x="2650324" y="527170"/>
                </a:lnTo>
                <a:lnTo>
                  <a:pt x="2420512" y="527170"/>
                </a:lnTo>
                <a:lnTo>
                  <a:pt x="2150553" y="527170"/>
                </a:lnTo>
                <a:lnTo>
                  <a:pt x="1499323" y="527170"/>
                </a:lnTo>
                <a:lnTo>
                  <a:pt x="1151000" y="527170"/>
                </a:lnTo>
                <a:lnTo>
                  <a:pt x="0" y="527170"/>
                </a:lnTo>
                <a:close/>
              </a:path>
            </a:pathLst>
          </a:custGeom>
          <a:solidFill>
            <a:schemeClr val="accent1"/>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10" name="Text Placeholder 9">
            <a:extLst>
              <a:ext uri="{FF2B5EF4-FFF2-40B4-BE49-F238E27FC236}">
                <a16:creationId xmlns:a16="http://schemas.microsoft.com/office/drawing/2014/main" id="{3999ECC4-49D8-A5D1-E10E-18B6658E6B09}"/>
              </a:ext>
            </a:extLst>
          </p:cNvPr>
          <p:cNvSpPr>
            <a:spLocks noGrp="1"/>
          </p:cNvSpPr>
          <p:nvPr>
            <p:ph type="body" sz="quarter" idx="10"/>
          </p:nvPr>
        </p:nvSpPr>
        <p:spPr>
          <a:xfrm>
            <a:off x="550863" y="1423988"/>
            <a:ext cx="3557587" cy="4800600"/>
          </a:xfrm>
        </p:spPr>
        <p:txBody>
          <a:bodyPr numCol="2"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1" name="Text Placeholder 9">
            <a:extLst>
              <a:ext uri="{FF2B5EF4-FFF2-40B4-BE49-F238E27FC236}">
                <a16:creationId xmlns:a16="http://schemas.microsoft.com/office/drawing/2014/main" id="{4BB316F2-2FF3-24CB-CFF2-7F95327F6795}"/>
              </a:ext>
            </a:extLst>
          </p:cNvPr>
          <p:cNvSpPr>
            <a:spLocks noGrp="1"/>
          </p:cNvSpPr>
          <p:nvPr>
            <p:ph type="body" sz="quarter" idx="11"/>
          </p:nvPr>
        </p:nvSpPr>
        <p:spPr>
          <a:xfrm>
            <a:off x="8081600" y="1423988"/>
            <a:ext cx="3557587" cy="4800600"/>
          </a:xfrm>
        </p:spPr>
        <p:txBody>
          <a:bodyPr numCol="2"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3" name="Text Placeholder 9">
            <a:extLst>
              <a:ext uri="{FF2B5EF4-FFF2-40B4-BE49-F238E27FC236}">
                <a16:creationId xmlns:a16="http://schemas.microsoft.com/office/drawing/2014/main" id="{9A636EBF-9312-FEE3-4C01-48E4CB9EBF4E}"/>
              </a:ext>
            </a:extLst>
          </p:cNvPr>
          <p:cNvSpPr>
            <a:spLocks noGrp="1"/>
          </p:cNvSpPr>
          <p:nvPr>
            <p:ph type="body" sz="quarter" idx="12"/>
          </p:nvPr>
        </p:nvSpPr>
        <p:spPr>
          <a:xfrm>
            <a:off x="4316231" y="1423988"/>
            <a:ext cx="3557587" cy="4800600"/>
          </a:xfrm>
        </p:spPr>
        <p:txBody>
          <a:bodyPr numCol="2"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Picture Placeholder 30">
            <a:extLst>
              <a:ext uri="{FF2B5EF4-FFF2-40B4-BE49-F238E27FC236}">
                <a16:creationId xmlns:a16="http://schemas.microsoft.com/office/drawing/2014/main" id="{4AF58399-E51C-A289-F225-DAD3A99C68FB}"/>
              </a:ext>
            </a:extLst>
          </p:cNvPr>
          <p:cNvSpPr>
            <a:spLocks noGrp="1"/>
          </p:cNvSpPr>
          <p:nvPr>
            <p:ph type="pic" sz="quarter" idx="14"/>
          </p:nvPr>
        </p:nvSpPr>
        <p:spPr>
          <a:xfrm>
            <a:off x="463200" y="541051"/>
            <a:ext cx="734665" cy="529113"/>
          </a:xfrm>
          <a:custGeom>
            <a:avLst/>
            <a:gdLst>
              <a:gd name="connsiteX0" fmla="*/ 603681 w 2458542"/>
              <a:gd name="connsiteY0" fmla="*/ 0 h 1770665"/>
              <a:gd name="connsiteX1" fmla="*/ 2458542 w 2458542"/>
              <a:gd name="connsiteY1" fmla="*/ 0 h 1770665"/>
              <a:gd name="connsiteX2" fmla="*/ 1846911 w 2458542"/>
              <a:gd name="connsiteY2" fmla="*/ 1770665 h 1770665"/>
              <a:gd name="connsiteX3" fmla="*/ 0 w 2458542"/>
              <a:gd name="connsiteY3" fmla="*/ 1770665 h 1770665"/>
            </a:gdLst>
            <a:ahLst/>
            <a:cxnLst>
              <a:cxn ang="0">
                <a:pos x="connsiteX0" y="connsiteY0"/>
              </a:cxn>
              <a:cxn ang="0">
                <a:pos x="connsiteX1" y="connsiteY1"/>
              </a:cxn>
              <a:cxn ang="0">
                <a:pos x="connsiteX2" y="connsiteY2"/>
              </a:cxn>
              <a:cxn ang="0">
                <a:pos x="connsiteX3" y="connsiteY3"/>
              </a:cxn>
            </a:cxnLst>
            <a:rect l="l" t="t" r="r" b="b"/>
            <a:pathLst>
              <a:path w="2458542" h="1770665">
                <a:moveTo>
                  <a:pt x="603681" y="0"/>
                </a:moveTo>
                <a:lnTo>
                  <a:pt x="2458542" y="0"/>
                </a:lnTo>
                <a:lnTo>
                  <a:pt x="1846911" y="1770665"/>
                </a:lnTo>
                <a:lnTo>
                  <a:pt x="0" y="1770665"/>
                </a:lnTo>
                <a:close/>
              </a:path>
            </a:pathLst>
          </a:custGeom>
          <a:solidFill>
            <a:schemeClr val="bg2">
              <a:lumMod val="90000"/>
            </a:schemeClr>
          </a:solidFill>
        </p:spPr>
        <p:txBody>
          <a:bodyPr wrap="square">
            <a:noAutofit/>
          </a:bodyPr>
          <a:lstStyle>
            <a:lvl1pPr>
              <a:defRPr sz="200"/>
            </a:lvl1pPr>
          </a:lstStyle>
          <a:p>
            <a:r>
              <a:rPr lang="en-GB"/>
              <a:t>Click icon to add picture</a:t>
            </a:r>
            <a:endParaRPr lang="en-BE"/>
          </a:p>
        </p:txBody>
      </p:sp>
      <p:sp>
        <p:nvSpPr>
          <p:cNvPr id="15" name="Text Placeholder 15">
            <a:extLst>
              <a:ext uri="{FF2B5EF4-FFF2-40B4-BE49-F238E27FC236}">
                <a16:creationId xmlns:a16="http://schemas.microsoft.com/office/drawing/2014/main" id="{3612C8F1-250B-4321-9653-AA207430CCED}"/>
              </a:ext>
            </a:extLst>
          </p:cNvPr>
          <p:cNvSpPr>
            <a:spLocks noGrp="1"/>
          </p:cNvSpPr>
          <p:nvPr>
            <p:ph type="body" sz="quarter" idx="13" hasCustomPrompt="1"/>
          </p:nvPr>
        </p:nvSpPr>
        <p:spPr>
          <a:xfrm>
            <a:off x="1480457" y="536681"/>
            <a:ext cx="10160681" cy="535914"/>
          </a:xfrm>
        </p:spPr>
        <p:txBody>
          <a:bodyPr anchor="ctr">
            <a:noAutofit/>
          </a:bodyPr>
          <a:lstStyle>
            <a:lvl1pPr>
              <a:defRPr b="1" i="0">
                <a:solidFill>
                  <a:schemeClr val="bg1"/>
                </a:solidFill>
                <a:latin typeface="Montserrat" pitchFamily="2" charset="77"/>
              </a:defRPr>
            </a:lvl1pPr>
          </a:lstStyle>
          <a:p>
            <a:pPr lvl="0"/>
            <a:r>
              <a:rPr lang="en-US" sz="2000" b="1">
                <a:solidFill>
                  <a:srgbClr val="FFFFFF"/>
                </a:solidFill>
              </a:rPr>
              <a:t>[insert First + Last name]</a:t>
            </a:r>
            <a:endParaRPr lang="en-BE" sz="1050">
              <a:solidFill>
                <a:schemeClr val="tx2"/>
              </a:solidFill>
            </a:endParaRPr>
          </a:p>
        </p:txBody>
      </p:sp>
    </p:spTree>
    <p:extLst>
      <p:ext uri="{BB962C8B-B14F-4D97-AF65-F5344CB8AC3E}">
        <p14:creationId xmlns:p14="http://schemas.microsoft.com/office/powerpoint/2010/main" val="903680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V 4 columns">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B356537E-05F4-B084-5007-0912CC8EF091}"/>
              </a:ext>
            </a:extLst>
          </p:cNvPr>
          <p:cNvSpPr/>
          <p:nvPr userDrawn="1"/>
        </p:nvSpPr>
        <p:spPr>
          <a:xfrm>
            <a:off x="1074904" y="541053"/>
            <a:ext cx="11117097" cy="527170"/>
          </a:xfrm>
          <a:custGeom>
            <a:avLst/>
            <a:gdLst>
              <a:gd name="connsiteX0" fmla="*/ 182662 w 11117097"/>
              <a:gd name="connsiteY0" fmla="*/ 0 h 527170"/>
              <a:gd name="connsiteX1" fmla="*/ 1333661 w 11117097"/>
              <a:gd name="connsiteY1" fmla="*/ 0 h 527170"/>
              <a:gd name="connsiteX2" fmla="*/ 1681985 w 11117097"/>
              <a:gd name="connsiteY2" fmla="*/ 0 h 527170"/>
              <a:gd name="connsiteX3" fmla="*/ 2333214 w 11117097"/>
              <a:gd name="connsiteY3" fmla="*/ 0 h 527170"/>
              <a:gd name="connsiteX4" fmla="*/ 2603174 w 11117097"/>
              <a:gd name="connsiteY4" fmla="*/ 0 h 527170"/>
              <a:gd name="connsiteX5" fmla="*/ 2832985 w 11117097"/>
              <a:gd name="connsiteY5" fmla="*/ 0 h 527170"/>
              <a:gd name="connsiteX6" fmla="*/ 3332766 w 11117097"/>
              <a:gd name="connsiteY6" fmla="*/ 0 h 527170"/>
              <a:gd name="connsiteX7" fmla="*/ 3754175 w 11117097"/>
              <a:gd name="connsiteY7" fmla="*/ 0 h 527170"/>
              <a:gd name="connsiteX8" fmla="*/ 3832537 w 11117097"/>
              <a:gd name="connsiteY8" fmla="*/ 0 h 527170"/>
              <a:gd name="connsiteX9" fmla="*/ 4102497 w 11117097"/>
              <a:gd name="connsiteY9" fmla="*/ 0 h 527170"/>
              <a:gd name="connsiteX10" fmla="*/ 4753726 w 11117097"/>
              <a:gd name="connsiteY10" fmla="*/ 0 h 527170"/>
              <a:gd name="connsiteX11" fmla="*/ 4832089 w 11117097"/>
              <a:gd name="connsiteY11" fmla="*/ 0 h 527170"/>
              <a:gd name="connsiteX12" fmla="*/ 5253497 w 11117097"/>
              <a:gd name="connsiteY12" fmla="*/ 0 h 527170"/>
              <a:gd name="connsiteX13" fmla="*/ 5753278 w 11117097"/>
              <a:gd name="connsiteY13" fmla="*/ 0 h 527170"/>
              <a:gd name="connsiteX14" fmla="*/ 6253049 w 11117097"/>
              <a:gd name="connsiteY14" fmla="*/ 0 h 527170"/>
              <a:gd name="connsiteX15" fmla="*/ 6758485 w 11117097"/>
              <a:gd name="connsiteY15" fmla="*/ 0 h 527170"/>
              <a:gd name="connsiteX16" fmla="*/ 7252601 w 11117097"/>
              <a:gd name="connsiteY16" fmla="*/ 0 h 527170"/>
              <a:gd name="connsiteX17" fmla="*/ 7909485 w 11117097"/>
              <a:gd name="connsiteY17" fmla="*/ 0 h 527170"/>
              <a:gd name="connsiteX18" fmla="*/ 8257807 w 11117097"/>
              <a:gd name="connsiteY18" fmla="*/ 0 h 527170"/>
              <a:gd name="connsiteX19" fmla="*/ 8909037 w 11117097"/>
              <a:gd name="connsiteY19" fmla="*/ 0 h 527170"/>
              <a:gd name="connsiteX20" fmla="*/ 9408808 w 11117097"/>
              <a:gd name="connsiteY20" fmla="*/ 0 h 527170"/>
              <a:gd name="connsiteX21" fmla="*/ 9908589 w 11117097"/>
              <a:gd name="connsiteY21" fmla="*/ 0 h 527170"/>
              <a:gd name="connsiteX22" fmla="*/ 10408360 w 11117097"/>
              <a:gd name="connsiteY22" fmla="*/ 0 h 527170"/>
              <a:gd name="connsiteX23" fmla="*/ 11117097 w 11117097"/>
              <a:gd name="connsiteY23" fmla="*/ 0 h 527170"/>
              <a:gd name="connsiteX24" fmla="*/ 11117097 w 11117097"/>
              <a:gd name="connsiteY24" fmla="*/ 527170 h 527170"/>
              <a:gd name="connsiteX25" fmla="*/ 10225698 w 11117097"/>
              <a:gd name="connsiteY25" fmla="*/ 527170 h 527170"/>
              <a:gd name="connsiteX26" fmla="*/ 9725928 w 11117097"/>
              <a:gd name="connsiteY26" fmla="*/ 527170 h 527170"/>
              <a:gd name="connsiteX27" fmla="*/ 9226146 w 11117097"/>
              <a:gd name="connsiteY27" fmla="*/ 527170 h 527170"/>
              <a:gd name="connsiteX28" fmla="*/ 8726376 w 11117097"/>
              <a:gd name="connsiteY28" fmla="*/ 527170 h 527170"/>
              <a:gd name="connsiteX29" fmla="*/ 8075146 w 11117097"/>
              <a:gd name="connsiteY29" fmla="*/ 527170 h 527170"/>
              <a:gd name="connsiteX30" fmla="*/ 7726823 w 11117097"/>
              <a:gd name="connsiteY30" fmla="*/ 527170 h 527170"/>
              <a:gd name="connsiteX31" fmla="*/ 7069940 w 11117097"/>
              <a:gd name="connsiteY31" fmla="*/ 527170 h 527170"/>
              <a:gd name="connsiteX32" fmla="*/ 6575823 w 11117097"/>
              <a:gd name="connsiteY32" fmla="*/ 527170 h 527170"/>
              <a:gd name="connsiteX33" fmla="*/ 6070389 w 11117097"/>
              <a:gd name="connsiteY33" fmla="*/ 527170 h 527170"/>
              <a:gd name="connsiteX34" fmla="*/ 5570617 w 11117097"/>
              <a:gd name="connsiteY34" fmla="*/ 527170 h 527170"/>
              <a:gd name="connsiteX35" fmla="*/ 5070836 w 11117097"/>
              <a:gd name="connsiteY35" fmla="*/ 527170 h 527170"/>
              <a:gd name="connsiteX36" fmla="*/ 4649428 w 11117097"/>
              <a:gd name="connsiteY36" fmla="*/ 527170 h 527170"/>
              <a:gd name="connsiteX37" fmla="*/ 4571066 w 11117097"/>
              <a:gd name="connsiteY37" fmla="*/ 527170 h 527170"/>
              <a:gd name="connsiteX38" fmla="*/ 3919835 w 11117097"/>
              <a:gd name="connsiteY38" fmla="*/ 527170 h 527170"/>
              <a:gd name="connsiteX39" fmla="*/ 3649876 w 11117097"/>
              <a:gd name="connsiteY39" fmla="*/ 527170 h 527170"/>
              <a:gd name="connsiteX40" fmla="*/ 3571512 w 11117097"/>
              <a:gd name="connsiteY40" fmla="*/ 527170 h 527170"/>
              <a:gd name="connsiteX41" fmla="*/ 3150105 w 11117097"/>
              <a:gd name="connsiteY41" fmla="*/ 527170 h 527170"/>
              <a:gd name="connsiteX42" fmla="*/ 2650324 w 11117097"/>
              <a:gd name="connsiteY42" fmla="*/ 527170 h 527170"/>
              <a:gd name="connsiteX43" fmla="*/ 2420512 w 11117097"/>
              <a:gd name="connsiteY43" fmla="*/ 527170 h 527170"/>
              <a:gd name="connsiteX44" fmla="*/ 2150553 w 11117097"/>
              <a:gd name="connsiteY44" fmla="*/ 527170 h 527170"/>
              <a:gd name="connsiteX45" fmla="*/ 1499323 w 11117097"/>
              <a:gd name="connsiteY45" fmla="*/ 527170 h 527170"/>
              <a:gd name="connsiteX46" fmla="*/ 1151000 w 11117097"/>
              <a:gd name="connsiteY46" fmla="*/ 527170 h 527170"/>
              <a:gd name="connsiteX47" fmla="*/ 0 w 11117097"/>
              <a:gd name="connsiteY47"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7097" h="527170">
                <a:moveTo>
                  <a:pt x="182662" y="0"/>
                </a:moveTo>
                <a:lnTo>
                  <a:pt x="1333661" y="0"/>
                </a:lnTo>
                <a:lnTo>
                  <a:pt x="1681985" y="0"/>
                </a:lnTo>
                <a:lnTo>
                  <a:pt x="2333214" y="0"/>
                </a:lnTo>
                <a:lnTo>
                  <a:pt x="2603174" y="0"/>
                </a:lnTo>
                <a:lnTo>
                  <a:pt x="2832985" y="0"/>
                </a:lnTo>
                <a:lnTo>
                  <a:pt x="3332766" y="0"/>
                </a:lnTo>
                <a:lnTo>
                  <a:pt x="3754175" y="0"/>
                </a:lnTo>
                <a:lnTo>
                  <a:pt x="3832537" y="0"/>
                </a:lnTo>
                <a:lnTo>
                  <a:pt x="4102497" y="0"/>
                </a:lnTo>
                <a:lnTo>
                  <a:pt x="4753726" y="0"/>
                </a:lnTo>
                <a:lnTo>
                  <a:pt x="4832089" y="0"/>
                </a:lnTo>
                <a:lnTo>
                  <a:pt x="5253497" y="0"/>
                </a:lnTo>
                <a:lnTo>
                  <a:pt x="5753278" y="0"/>
                </a:lnTo>
                <a:lnTo>
                  <a:pt x="6253049" y="0"/>
                </a:lnTo>
                <a:lnTo>
                  <a:pt x="6758485" y="0"/>
                </a:lnTo>
                <a:lnTo>
                  <a:pt x="7252601" y="0"/>
                </a:lnTo>
                <a:lnTo>
                  <a:pt x="7909485" y="0"/>
                </a:lnTo>
                <a:lnTo>
                  <a:pt x="8257807" y="0"/>
                </a:lnTo>
                <a:lnTo>
                  <a:pt x="8909037" y="0"/>
                </a:lnTo>
                <a:lnTo>
                  <a:pt x="9408808" y="0"/>
                </a:lnTo>
                <a:lnTo>
                  <a:pt x="9908589" y="0"/>
                </a:lnTo>
                <a:lnTo>
                  <a:pt x="10408360" y="0"/>
                </a:lnTo>
                <a:lnTo>
                  <a:pt x="11117097" y="0"/>
                </a:lnTo>
                <a:lnTo>
                  <a:pt x="11117097" y="527170"/>
                </a:lnTo>
                <a:lnTo>
                  <a:pt x="10225698" y="527170"/>
                </a:lnTo>
                <a:lnTo>
                  <a:pt x="9725928" y="527170"/>
                </a:lnTo>
                <a:lnTo>
                  <a:pt x="9226146" y="527170"/>
                </a:lnTo>
                <a:lnTo>
                  <a:pt x="8726376" y="527170"/>
                </a:lnTo>
                <a:lnTo>
                  <a:pt x="8075146" y="527170"/>
                </a:lnTo>
                <a:lnTo>
                  <a:pt x="7726823" y="527170"/>
                </a:lnTo>
                <a:lnTo>
                  <a:pt x="7069940" y="527170"/>
                </a:lnTo>
                <a:lnTo>
                  <a:pt x="6575823" y="527170"/>
                </a:lnTo>
                <a:lnTo>
                  <a:pt x="6070389" y="527170"/>
                </a:lnTo>
                <a:lnTo>
                  <a:pt x="5570617" y="527170"/>
                </a:lnTo>
                <a:lnTo>
                  <a:pt x="5070836" y="527170"/>
                </a:lnTo>
                <a:lnTo>
                  <a:pt x="4649428" y="527170"/>
                </a:lnTo>
                <a:lnTo>
                  <a:pt x="4571066" y="527170"/>
                </a:lnTo>
                <a:lnTo>
                  <a:pt x="3919835" y="527170"/>
                </a:lnTo>
                <a:lnTo>
                  <a:pt x="3649876" y="527170"/>
                </a:lnTo>
                <a:lnTo>
                  <a:pt x="3571512" y="527170"/>
                </a:lnTo>
                <a:lnTo>
                  <a:pt x="3150105" y="527170"/>
                </a:lnTo>
                <a:lnTo>
                  <a:pt x="2650324" y="527170"/>
                </a:lnTo>
                <a:lnTo>
                  <a:pt x="2420512" y="527170"/>
                </a:lnTo>
                <a:lnTo>
                  <a:pt x="2150553" y="527170"/>
                </a:lnTo>
                <a:lnTo>
                  <a:pt x="1499323" y="527170"/>
                </a:lnTo>
                <a:lnTo>
                  <a:pt x="1151000" y="527170"/>
                </a:lnTo>
                <a:lnTo>
                  <a:pt x="0" y="527170"/>
                </a:lnTo>
                <a:close/>
              </a:path>
            </a:pathLst>
          </a:custGeom>
          <a:solidFill>
            <a:schemeClr val="accent1"/>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17" name="Freeform 16">
            <a:extLst>
              <a:ext uri="{FF2B5EF4-FFF2-40B4-BE49-F238E27FC236}">
                <a16:creationId xmlns:a16="http://schemas.microsoft.com/office/drawing/2014/main" id="{643DFB69-9413-3C4D-6271-8CA7B5E33BD2}"/>
              </a:ext>
            </a:extLst>
          </p:cNvPr>
          <p:cNvSpPr/>
          <p:nvPr userDrawn="1"/>
        </p:nvSpPr>
        <p:spPr>
          <a:xfrm>
            <a:off x="1" y="1068224"/>
            <a:ext cx="12192001" cy="5244352"/>
          </a:xfrm>
          <a:custGeom>
            <a:avLst/>
            <a:gdLst>
              <a:gd name="connsiteX0" fmla="*/ 570068 w 12192001"/>
              <a:gd name="connsiteY0" fmla="*/ 0 h 5244352"/>
              <a:gd name="connsiteX1" fmla="*/ 12020365 w 12192001"/>
              <a:gd name="connsiteY1" fmla="*/ 0 h 5244352"/>
              <a:gd name="connsiteX2" fmla="*/ 12192001 w 12192001"/>
              <a:gd name="connsiteY2" fmla="*/ 0 h 5244352"/>
              <a:gd name="connsiteX3" fmla="*/ 12192001 w 12192001"/>
              <a:gd name="connsiteY3" fmla="*/ 5244352 h 5244352"/>
              <a:gd name="connsiteX4" fmla="*/ 10203226 w 12192001"/>
              <a:gd name="connsiteY4" fmla="*/ 5244352 h 5244352"/>
              <a:gd name="connsiteX5" fmla="*/ 0 w 12192001"/>
              <a:gd name="connsiteY5" fmla="*/ 5244352 h 5244352"/>
              <a:gd name="connsiteX6" fmla="*/ 0 w 12192001"/>
              <a:gd name="connsiteY6" fmla="*/ 1645245 h 524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5244352">
                <a:moveTo>
                  <a:pt x="570068" y="0"/>
                </a:moveTo>
                <a:lnTo>
                  <a:pt x="12020365" y="0"/>
                </a:lnTo>
                <a:lnTo>
                  <a:pt x="12192001" y="0"/>
                </a:lnTo>
                <a:lnTo>
                  <a:pt x="12192001" y="5244352"/>
                </a:lnTo>
                <a:lnTo>
                  <a:pt x="10203226" y="5244352"/>
                </a:lnTo>
                <a:lnTo>
                  <a:pt x="0" y="5244352"/>
                </a:lnTo>
                <a:lnTo>
                  <a:pt x="0" y="1645245"/>
                </a:lnTo>
                <a:close/>
              </a:path>
            </a:pathLst>
          </a:custGeom>
          <a:solidFill>
            <a:schemeClr val="bg1">
              <a:lumMod val="95000"/>
              <a:alpha val="53000"/>
            </a:schemeClr>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10" name="Text Placeholder 9">
            <a:extLst>
              <a:ext uri="{FF2B5EF4-FFF2-40B4-BE49-F238E27FC236}">
                <a16:creationId xmlns:a16="http://schemas.microsoft.com/office/drawing/2014/main" id="{3999ECC4-49D8-A5D1-E10E-18B6658E6B09}"/>
              </a:ext>
            </a:extLst>
          </p:cNvPr>
          <p:cNvSpPr>
            <a:spLocks noGrp="1"/>
          </p:cNvSpPr>
          <p:nvPr>
            <p:ph type="body" sz="quarter" idx="10"/>
          </p:nvPr>
        </p:nvSpPr>
        <p:spPr>
          <a:xfrm>
            <a:off x="550863" y="1423988"/>
            <a:ext cx="259470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1" name="Text Placeholder 9">
            <a:extLst>
              <a:ext uri="{FF2B5EF4-FFF2-40B4-BE49-F238E27FC236}">
                <a16:creationId xmlns:a16="http://schemas.microsoft.com/office/drawing/2014/main" id="{4BB316F2-2FF3-24CB-CFF2-7F95327F6795}"/>
              </a:ext>
            </a:extLst>
          </p:cNvPr>
          <p:cNvSpPr>
            <a:spLocks noGrp="1"/>
          </p:cNvSpPr>
          <p:nvPr>
            <p:ph type="body" sz="quarter" idx="11"/>
          </p:nvPr>
        </p:nvSpPr>
        <p:spPr>
          <a:xfrm>
            <a:off x="6214575" y="1423988"/>
            <a:ext cx="259470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3" name="Text Placeholder 9">
            <a:extLst>
              <a:ext uri="{FF2B5EF4-FFF2-40B4-BE49-F238E27FC236}">
                <a16:creationId xmlns:a16="http://schemas.microsoft.com/office/drawing/2014/main" id="{9A636EBF-9312-FEE3-4C01-48E4CB9EBF4E}"/>
              </a:ext>
            </a:extLst>
          </p:cNvPr>
          <p:cNvSpPr>
            <a:spLocks noGrp="1"/>
          </p:cNvSpPr>
          <p:nvPr>
            <p:ph type="body" sz="quarter" idx="12"/>
          </p:nvPr>
        </p:nvSpPr>
        <p:spPr>
          <a:xfrm>
            <a:off x="3382719" y="1423988"/>
            <a:ext cx="259470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Text Placeholder 9">
            <a:extLst>
              <a:ext uri="{FF2B5EF4-FFF2-40B4-BE49-F238E27FC236}">
                <a16:creationId xmlns:a16="http://schemas.microsoft.com/office/drawing/2014/main" id="{A6985920-76EB-EE14-5365-0A1496130578}"/>
              </a:ext>
            </a:extLst>
          </p:cNvPr>
          <p:cNvSpPr>
            <a:spLocks noGrp="1"/>
          </p:cNvSpPr>
          <p:nvPr>
            <p:ph type="body" sz="quarter" idx="13"/>
          </p:nvPr>
        </p:nvSpPr>
        <p:spPr>
          <a:xfrm>
            <a:off x="9046431" y="1423988"/>
            <a:ext cx="2594707" cy="4800600"/>
          </a:xfrm>
        </p:spPr>
        <p:txBody>
          <a:bodyPr numCol="1" spcCol="180000">
            <a:noAutofit/>
          </a:bodyPr>
          <a:lstStyle>
            <a:lvl1pPr>
              <a:lnSpc>
                <a:spcPct val="100000"/>
              </a:lnSpc>
              <a:spcAft>
                <a:spcPts val="300"/>
              </a:spcAft>
              <a:defRPr sz="900"/>
            </a:lvl1pPr>
            <a:lvl2pPr marL="180975" indent="-174625">
              <a:lnSpc>
                <a:spcPct val="100000"/>
              </a:lnSpc>
              <a:spcAft>
                <a:spcPts val="300"/>
              </a:spcAft>
              <a:tabLst/>
              <a:defRPr sz="900"/>
            </a:lvl2pPr>
            <a:lvl3pPr marL="180975" indent="-174625">
              <a:lnSpc>
                <a:spcPct val="100000"/>
              </a:lnSpc>
              <a:spcAft>
                <a:spcPts val="300"/>
              </a:spcAft>
              <a:tabLst/>
              <a:defRPr sz="900"/>
            </a:lvl3pPr>
            <a:lvl4pPr marL="180975" indent="-174625">
              <a:lnSpc>
                <a:spcPct val="100000"/>
              </a:lnSpc>
              <a:spcAft>
                <a:spcPts val="300"/>
              </a:spcAft>
              <a:tabLst/>
              <a:defRPr sz="900"/>
            </a:lvl4pPr>
            <a:lvl5pPr marL="180975" indent="-174625">
              <a:lnSpc>
                <a:spcPct val="100000"/>
              </a:lnSpc>
              <a:spcAft>
                <a:spcPts val="300"/>
              </a:spcAft>
              <a:tabLst/>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8" name="Picture Placeholder 30">
            <a:extLst>
              <a:ext uri="{FF2B5EF4-FFF2-40B4-BE49-F238E27FC236}">
                <a16:creationId xmlns:a16="http://schemas.microsoft.com/office/drawing/2014/main" id="{55B1A0FB-0A4D-7A2D-8690-55EEBB685915}"/>
              </a:ext>
            </a:extLst>
          </p:cNvPr>
          <p:cNvSpPr>
            <a:spLocks noGrp="1"/>
          </p:cNvSpPr>
          <p:nvPr>
            <p:ph type="pic" sz="quarter" idx="14"/>
          </p:nvPr>
        </p:nvSpPr>
        <p:spPr>
          <a:xfrm>
            <a:off x="463200" y="541051"/>
            <a:ext cx="734665" cy="529113"/>
          </a:xfrm>
          <a:custGeom>
            <a:avLst/>
            <a:gdLst>
              <a:gd name="connsiteX0" fmla="*/ 603681 w 2458542"/>
              <a:gd name="connsiteY0" fmla="*/ 0 h 1770665"/>
              <a:gd name="connsiteX1" fmla="*/ 2458542 w 2458542"/>
              <a:gd name="connsiteY1" fmla="*/ 0 h 1770665"/>
              <a:gd name="connsiteX2" fmla="*/ 1846911 w 2458542"/>
              <a:gd name="connsiteY2" fmla="*/ 1770665 h 1770665"/>
              <a:gd name="connsiteX3" fmla="*/ 0 w 2458542"/>
              <a:gd name="connsiteY3" fmla="*/ 1770665 h 1770665"/>
            </a:gdLst>
            <a:ahLst/>
            <a:cxnLst>
              <a:cxn ang="0">
                <a:pos x="connsiteX0" y="connsiteY0"/>
              </a:cxn>
              <a:cxn ang="0">
                <a:pos x="connsiteX1" y="connsiteY1"/>
              </a:cxn>
              <a:cxn ang="0">
                <a:pos x="connsiteX2" y="connsiteY2"/>
              </a:cxn>
              <a:cxn ang="0">
                <a:pos x="connsiteX3" y="connsiteY3"/>
              </a:cxn>
            </a:cxnLst>
            <a:rect l="l" t="t" r="r" b="b"/>
            <a:pathLst>
              <a:path w="2458542" h="1770665">
                <a:moveTo>
                  <a:pt x="603681" y="0"/>
                </a:moveTo>
                <a:lnTo>
                  <a:pt x="2458542" y="0"/>
                </a:lnTo>
                <a:lnTo>
                  <a:pt x="1846911" y="1770665"/>
                </a:lnTo>
                <a:lnTo>
                  <a:pt x="0" y="1770665"/>
                </a:lnTo>
                <a:close/>
              </a:path>
            </a:pathLst>
          </a:custGeom>
          <a:solidFill>
            <a:schemeClr val="bg2">
              <a:lumMod val="90000"/>
            </a:schemeClr>
          </a:solidFill>
        </p:spPr>
        <p:txBody>
          <a:bodyPr wrap="square">
            <a:noAutofit/>
          </a:bodyPr>
          <a:lstStyle>
            <a:lvl1pPr>
              <a:defRPr sz="200"/>
            </a:lvl1pPr>
          </a:lstStyle>
          <a:p>
            <a:r>
              <a:rPr lang="en-GB"/>
              <a:t>Click icon to add picture</a:t>
            </a:r>
            <a:endParaRPr lang="en-BE"/>
          </a:p>
        </p:txBody>
      </p:sp>
      <p:sp>
        <p:nvSpPr>
          <p:cNvPr id="3" name="Text Placeholder 15">
            <a:extLst>
              <a:ext uri="{FF2B5EF4-FFF2-40B4-BE49-F238E27FC236}">
                <a16:creationId xmlns:a16="http://schemas.microsoft.com/office/drawing/2014/main" id="{30907E7A-C357-56EB-496D-1A544ACFA677}"/>
              </a:ext>
            </a:extLst>
          </p:cNvPr>
          <p:cNvSpPr>
            <a:spLocks noGrp="1"/>
          </p:cNvSpPr>
          <p:nvPr>
            <p:ph type="body" sz="quarter" idx="15" hasCustomPrompt="1"/>
          </p:nvPr>
        </p:nvSpPr>
        <p:spPr>
          <a:xfrm>
            <a:off x="1480457" y="536681"/>
            <a:ext cx="10160681" cy="535914"/>
          </a:xfrm>
        </p:spPr>
        <p:txBody>
          <a:bodyPr anchor="ctr">
            <a:noAutofit/>
          </a:bodyPr>
          <a:lstStyle>
            <a:lvl1pPr>
              <a:defRPr b="1" i="0">
                <a:solidFill>
                  <a:schemeClr val="bg1"/>
                </a:solidFill>
                <a:latin typeface="Montserrat" pitchFamily="2" charset="77"/>
              </a:defRPr>
            </a:lvl1pPr>
          </a:lstStyle>
          <a:p>
            <a:pPr lvl="0"/>
            <a:r>
              <a:rPr lang="en-US" sz="2000" b="1">
                <a:solidFill>
                  <a:srgbClr val="FFFFFF"/>
                </a:solidFill>
              </a:rPr>
              <a:t>[insert First + Last name]</a:t>
            </a:r>
            <a:endParaRPr lang="en-BE" sz="1050">
              <a:solidFill>
                <a:schemeClr val="tx2"/>
              </a:solidFill>
            </a:endParaRPr>
          </a:p>
        </p:txBody>
      </p:sp>
    </p:spTree>
    <p:extLst>
      <p:ext uri="{BB962C8B-B14F-4D97-AF65-F5344CB8AC3E}">
        <p14:creationId xmlns:p14="http://schemas.microsoft.com/office/powerpoint/2010/main" val="13176871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V empty">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A56F6345-7287-8536-CD9B-53ACDDFEC4D9}"/>
              </a:ext>
            </a:extLst>
          </p:cNvPr>
          <p:cNvSpPr/>
          <p:nvPr userDrawn="1"/>
        </p:nvSpPr>
        <p:spPr>
          <a:xfrm>
            <a:off x="1" y="1068224"/>
            <a:ext cx="12192001" cy="5244352"/>
          </a:xfrm>
          <a:custGeom>
            <a:avLst/>
            <a:gdLst>
              <a:gd name="connsiteX0" fmla="*/ 570068 w 12192001"/>
              <a:gd name="connsiteY0" fmla="*/ 0 h 5244352"/>
              <a:gd name="connsiteX1" fmla="*/ 12020365 w 12192001"/>
              <a:gd name="connsiteY1" fmla="*/ 0 h 5244352"/>
              <a:gd name="connsiteX2" fmla="*/ 12192001 w 12192001"/>
              <a:gd name="connsiteY2" fmla="*/ 0 h 5244352"/>
              <a:gd name="connsiteX3" fmla="*/ 12192001 w 12192001"/>
              <a:gd name="connsiteY3" fmla="*/ 5244352 h 5244352"/>
              <a:gd name="connsiteX4" fmla="*/ 10203226 w 12192001"/>
              <a:gd name="connsiteY4" fmla="*/ 5244352 h 5244352"/>
              <a:gd name="connsiteX5" fmla="*/ 0 w 12192001"/>
              <a:gd name="connsiteY5" fmla="*/ 5244352 h 5244352"/>
              <a:gd name="connsiteX6" fmla="*/ 0 w 12192001"/>
              <a:gd name="connsiteY6" fmla="*/ 1645245 h 524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5244352">
                <a:moveTo>
                  <a:pt x="570068" y="0"/>
                </a:moveTo>
                <a:lnTo>
                  <a:pt x="12020365" y="0"/>
                </a:lnTo>
                <a:lnTo>
                  <a:pt x="12192001" y="0"/>
                </a:lnTo>
                <a:lnTo>
                  <a:pt x="12192001" y="5244352"/>
                </a:lnTo>
                <a:lnTo>
                  <a:pt x="10203226" y="5244352"/>
                </a:lnTo>
                <a:lnTo>
                  <a:pt x="0" y="5244352"/>
                </a:lnTo>
                <a:lnTo>
                  <a:pt x="0" y="1645245"/>
                </a:lnTo>
                <a:close/>
              </a:path>
            </a:pathLst>
          </a:custGeom>
          <a:solidFill>
            <a:schemeClr val="bg1">
              <a:lumMod val="95000"/>
              <a:alpha val="53000"/>
            </a:schemeClr>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3" name="Freeform 2">
            <a:extLst>
              <a:ext uri="{FF2B5EF4-FFF2-40B4-BE49-F238E27FC236}">
                <a16:creationId xmlns:a16="http://schemas.microsoft.com/office/drawing/2014/main" id="{572D9A88-1265-32E5-7063-382B8F69A9F5}"/>
              </a:ext>
            </a:extLst>
          </p:cNvPr>
          <p:cNvSpPr/>
          <p:nvPr userDrawn="1"/>
        </p:nvSpPr>
        <p:spPr>
          <a:xfrm>
            <a:off x="1074904" y="541053"/>
            <a:ext cx="11117097" cy="527170"/>
          </a:xfrm>
          <a:custGeom>
            <a:avLst/>
            <a:gdLst>
              <a:gd name="connsiteX0" fmla="*/ 182662 w 11117097"/>
              <a:gd name="connsiteY0" fmla="*/ 0 h 527170"/>
              <a:gd name="connsiteX1" fmla="*/ 1333661 w 11117097"/>
              <a:gd name="connsiteY1" fmla="*/ 0 h 527170"/>
              <a:gd name="connsiteX2" fmla="*/ 1681985 w 11117097"/>
              <a:gd name="connsiteY2" fmla="*/ 0 h 527170"/>
              <a:gd name="connsiteX3" fmla="*/ 2333214 w 11117097"/>
              <a:gd name="connsiteY3" fmla="*/ 0 h 527170"/>
              <a:gd name="connsiteX4" fmla="*/ 2603174 w 11117097"/>
              <a:gd name="connsiteY4" fmla="*/ 0 h 527170"/>
              <a:gd name="connsiteX5" fmla="*/ 2832985 w 11117097"/>
              <a:gd name="connsiteY5" fmla="*/ 0 h 527170"/>
              <a:gd name="connsiteX6" fmla="*/ 3332766 w 11117097"/>
              <a:gd name="connsiteY6" fmla="*/ 0 h 527170"/>
              <a:gd name="connsiteX7" fmla="*/ 3754175 w 11117097"/>
              <a:gd name="connsiteY7" fmla="*/ 0 h 527170"/>
              <a:gd name="connsiteX8" fmla="*/ 3832537 w 11117097"/>
              <a:gd name="connsiteY8" fmla="*/ 0 h 527170"/>
              <a:gd name="connsiteX9" fmla="*/ 4102497 w 11117097"/>
              <a:gd name="connsiteY9" fmla="*/ 0 h 527170"/>
              <a:gd name="connsiteX10" fmla="*/ 4753726 w 11117097"/>
              <a:gd name="connsiteY10" fmla="*/ 0 h 527170"/>
              <a:gd name="connsiteX11" fmla="*/ 4832089 w 11117097"/>
              <a:gd name="connsiteY11" fmla="*/ 0 h 527170"/>
              <a:gd name="connsiteX12" fmla="*/ 5253497 w 11117097"/>
              <a:gd name="connsiteY12" fmla="*/ 0 h 527170"/>
              <a:gd name="connsiteX13" fmla="*/ 5753278 w 11117097"/>
              <a:gd name="connsiteY13" fmla="*/ 0 h 527170"/>
              <a:gd name="connsiteX14" fmla="*/ 6253049 w 11117097"/>
              <a:gd name="connsiteY14" fmla="*/ 0 h 527170"/>
              <a:gd name="connsiteX15" fmla="*/ 6758485 w 11117097"/>
              <a:gd name="connsiteY15" fmla="*/ 0 h 527170"/>
              <a:gd name="connsiteX16" fmla="*/ 7252601 w 11117097"/>
              <a:gd name="connsiteY16" fmla="*/ 0 h 527170"/>
              <a:gd name="connsiteX17" fmla="*/ 7909485 w 11117097"/>
              <a:gd name="connsiteY17" fmla="*/ 0 h 527170"/>
              <a:gd name="connsiteX18" fmla="*/ 8257807 w 11117097"/>
              <a:gd name="connsiteY18" fmla="*/ 0 h 527170"/>
              <a:gd name="connsiteX19" fmla="*/ 8909037 w 11117097"/>
              <a:gd name="connsiteY19" fmla="*/ 0 h 527170"/>
              <a:gd name="connsiteX20" fmla="*/ 9408808 w 11117097"/>
              <a:gd name="connsiteY20" fmla="*/ 0 h 527170"/>
              <a:gd name="connsiteX21" fmla="*/ 9908589 w 11117097"/>
              <a:gd name="connsiteY21" fmla="*/ 0 h 527170"/>
              <a:gd name="connsiteX22" fmla="*/ 10408360 w 11117097"/>
              <a:gd name="connsiteY22" fmla="*/ 0 h 527170"/>
              <a:gd name="connsiteX23" fmla="*/ 11117097 w 11117097"/>
              <a:gd name="connsiteY23" fmla="*/ 0 h 527170"/>
              <a:gd name="connsiteX24" fmla="*/ 11117097 w 11117097"/>
              <a:gd name="connsiteY24" fmla="*/ 527170 h 527170"/>
              <a:gd name="connsiteX25" fmla="*/ 10225698 w 11117097"/>
              <a:gd name="connsiteY25" fmla="*/ 527170 h 527170"/>
              <a:gd name="connsiteX26" fmla="*/ 9725928 w 11117097"/>
              <a:gd name="connsiteY26" fmla="*/ 527170 h 527170"/>
              <a:gd name="connsiteX27" fmla="*/ 9226146 w 11117097"/>
              <a:gd name="connsiteY27" fmla="*/ 527170 h 527170"/>
              <a:gd name="connsiteX28" fmla="*/ 8726376 w 11117097"/>
              <a:gd name="connsiteY28" fmla="*/ 527170 h 527170"/>
              <a:gd name="connsiteX29" fmla="*/ 8075146 w 11117097"/>
              <a:gd name="connsiteY29" fmla="*/ 527170 h 527170"/>
              <a:gd name="connsiteX30" fmla="*/ 7726823 w 11117097"/>
              <a:gd name="connsiteY30" fmla="*/ 527170 h 527170"/>
              <a:gd name="connsiteX31" fmla="*/ 7069940 w 11117097"/>
              <a:gd name="connsiteY31" fmla="*/ 527170 h 527170"/>
              <a:gd name="connsiteX32" fmla="*/ 6575823 w 11117097"/>
              <a:gd name="connsiteY32" fmla="*/ 527170 h 527170"/>
              <a:gd name="connsiteX33" fmla="*/ 6070389 w 11117097"/>
              <a:gd name="connsiteY33" fmla="*/ 527170 h 527170"/>
              <a:gd name="connsiteX34" fmla="*/ 5570617 w 11117097"/>
              <a:gd name="connsiteY34" fmla="*/ 527170 h 527170"/>
              <a:gd name="connsiteX35" fmla="*/ 5070836 w 11117097"/>
              <a:gd name="connsiteY35" fmla="*/ 527170 h 527170"/>
              <a:gd name="connsiteX36" fmla="*/ 4649428 w 11117097"/>
              <a:gd name="connsiteY36" fmla="*/ 527170 h 527170"/>
              <a:gd name="connsiteX37" fmla="*/ 4571066 w 11117097"/>
              <a:gd name="connsiteY37" fmla="*/ 527170 h 527170"/>
              <a:gd name="connsiteX38" fmla="*/ 3919835 w 11117097"/>
              <a:gd name="connsiteY38" fmla="*/ 527170 h 527170"/>
              <a:gd name="connsiteX39" fmla="*/ 3649876 w 11117097"/>
              <a:gd name="connsiteY39" fmla="*/ 527170 h 527170"/>
              <a:gd name="connsiteX40" fmla="*/ 3571512 w 11117097"/>
              <a:gd name="connsiteY40" fmla="*/ 527170 h 527170"/>
              <a:gd name="connsiteX41" fmla="*/ 3150105 w 11117097"/>
              <a:gd name="connsiteY41" fmla="*/ 527170 h 527170"/>
              <a:gd name="connsiteX42" fmla="*/ 2650324 w 11117097"/>
              <a:gd name="connsiteY42" fmla="*/ 527170 h 527170"/>
              <a:gd name="connsiteX43" fmla="*/ 2420512 w 11117097"/>
              <a:gd name="connsiteY43" fmla="*/ 527170 h 527170"/>
              <a:gd name="connsiteX44" fmla="*/ 2150553 w 11117097"/>
              <a:gd name="connsiteY44" fmla="*/ 527170 h 527170"/>
              <a:gd name="connsiteX45" fmla="*/ 1499323 w 11117097"/>
              <a:gd name="connsiteY45" fmla="*/ 527170 h 527170"/>
              <a:gd name="connsiteX46" fmla="*/ 1151000 w 11117097"/>
              <a:gd name="connsiteY46" fmla="*/ 527170 h 527170"/>
              <a:gd name="connsiteX47" fmla="*/ 0 w 11117097"/>
              <a:gd name="connsiteY47"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7097" h="527170">
                <a:moveTo>
                  <a:pt x="182662" y="0"/>
                </a:moveTo>
                <a:lnTo>
                  <a:pt x="1333661" y="0"/>
                </a:lnTo>
                <a:lnTo>
                  <a:pt x="1681985" y="0"/>
                </a:lnTo>
                <a:lnTo>
                  <a:pt x="2333214" y="0"/>
                </a:lnTo>
                <a:lnTo>
                  <a:pt x="2603174" y="0"/>
                </a:lnTo>
                <a:lnTo>
                  <a:pt x="2832985" y="0"/>
                </a:lnTo>
                <a:lnTo>
                  <a:pt x="3332766" y="0"/>
                </a:lnTo>
                <a:lnTo>
                  <a:pt x="3754175" y="0"/>
                </a:lnTo>
                <a:lnTo>
                  <a:pt x="3832537" y="0"/>
                </a:lnTo>
                <a:lnTo>
                  <a:pt x="4102497" y="0"/>
                </a:lnTo>
                <a:lnTo>
                  <a:pt x="4753726" y="0"/>
                </a:lnTo>
                <a:lnTo>
                  <a:pt x="4832089" y="0"/>
                </a:lnTo>
                <a:lnTo>
                  <a:pt x="5253497" y="0"/>
                </a:lnTo>
                <a:lnTo>
                  <a:pt x="5753278" y="0"/>
                </a:lnTo>
                <a:lnTo>
                  <a:pt x="6253049" y="0"/>
                </a:lnTo>
                <a:lnTo>
                  <a:pt x="6758485" y="0"/>
                </a:lnTo>
                <a:lnTo>
                  <a:pt x="7252601" y="0"/>
                </a:lnTo>
                <a:lnTo>
                  <a:pt x="7909485" y="0"/>
                </a:lnTo>
                <a:lnTo>
                  <a:pt x="8257807" y="0"/>
                </a:lnTo>
                <a:lnTo>
                  <a:pt x="8909037" y="0"/>
                </a:lnTo>
                <a:lnTo>
                  <a:pt x="9408808" y="0"/>
                </a:lnTo>
                <a:lnTo>
                  <a:pt x="9908589" y="0"/>
                </a:lnTo>
                <a:lnTo>
                  <a:pt x="10408360" y="0"/>
                </a:lnTo>
                <a:lnTo>
                  <a:pt x="11117097" y="0"/>
                </a:lnTo>
                <a:lnTo>
                  <a:pt x="11117097" y="527170"/>
                </a:lnTo>
                <a:lnTo>
                  <a:pt x="10225698" y="527170"/>
                </a:lnTo>
                <a:lnTo>
                  <a:pt x="9725928" y="527170"/>
                </a:lnTo>
                <a:lnTo>
                  <a:pt x="9226146" y="527170"/>
                </a:lnTo>
                <a:lnTo>
                  <a:pt x="8726376" y="527170"/>
                </a:lnTo>
                <a:lnTo>
                  <a:pt x="8075146" y="527170"/>
                </a:lnTo>
                <a:lnTo>
                  <a:pt x="7726823" y="527170"/>
                </a:lnTo>
                <a:lnTo>
                  <a:pt x="7069940" y="527170"/>
                </a:lnTo>
                <a:lnTo>
                  <a:pt x="6575823" y="527170"/>
                </a:lnTo>
                <a:lnTo>
                  <a:pt x="6070389" y="527170"/>
                </a:lnTo>
                <a:lnTo>
                  <a:pt x="5570617" y="527170"/>
                </a:lnTo>
                <a:lnTo>
                  <a:pt x="5070836" y="527170"/>
                </a:lnTo>
                <a:lnTo>
                  <a:pt x="4649428" y="527170"/>
                </a:lnTo>
                <a:lnTo>
                  <a:pt x="4571066" y="527170"/>
                </a:lnTo>
                <a:lnTo>
                  <a:pt x="3919835" y="527170"/>
                </a:lnTo>
                <a:lnTo>
                  <a:pt x="3649876" y="527170"/>
                </a:lnTo>
                <a:lnTo>
                  <a:pt x="3571512" y="527170"/>
                </a:lnTo>
                <a:lnTo>
                  <a:pt x="3150105" y="527170"/>
                </a:lnTo>
                <a:lnTo>
                  <a:pt x="2650324" y="527170"/>
                </a:lnTo>
                <a:lnTo>
                  <a:pt x="2420512" y="527170"/>
                </a:lnTo>
                <a:lnTo>
                  <a:pt x="2150553" y="527170"/>
                </a:lnTo>
                <a:lnTo>
                  <a:pt x="1499323" y="527170"/>
                </a:lnTo>
                <a:lnTo>
                  <a:pt x="1151000" y="527170"/>
                </a:lnTo>
                <a:lnTo>
                  <a:pt x="0" y="527170"/>
                </a:lnTo>
                <a:close/>
              </a:path>
            </a:pathLst>
          </a:custGeom>
          <a:solidFill>
            <a:schemeClr val="accent1"/>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7" name="Picture Placeholder 30">
            <a:extLst>
              <a:ext uri="{FF2B5EF4-FFF2-40B4-BE49-F238E27FC236}">
                <a16:creationId xmlns:a16="http://schemas.microsoft.com/office/drawing/2014/main" id="{F7BA91E0-B6DD-E15F-1064-F72F0B783F87}"/>
              </a:ext>
            </a:extLst>
          </p:cNvPr>
          <p:cNvSpPr>
            <a:spLocks noGrp="1"/>
          </p:cNvSpPr>
          <p:nvPr>
            <p:ph type="pic" sz="quarter" idx="14"/>
          </p:nvPr>
        </p:nvSpPr>
        <p:spPr>
          <a:xfrm>
            <a:off x="463200" y="541051"/>
            <a:ext cx="734665" cy="529113"/>
          </a:xfrm>
          <a:custGeom>
            <a:avLst/>
            <a:gdLst>
              <a:gd name="connsiteX0" fmla="*/ 603681 w 2458542"/>
              <a:gd name="connsiteY0" fmla="*/ 0 h 1770665"/>
              <a:gd name="connsiteX1" fmla="*/ 2458542 w 2458542"/>
              <a:gd name="connsiteY1" fmla="*/ 0 h 1770665"/>
              <a:gd name="connsiteX2" fmla="*/ 1846911 w 2458542"/>
              <a:gd name="connsiteY2" fmla="*/ 1770665 h 1770665"/>
              <a:gd name="connsiteX3" fmla="*/ 0 w 2458542"/>
              <a:gd name="connsiteY3" fmla="*/ 1770665 h 1770665"/>
            </a:gdLst>
            <a:ahLst/>
            <a:cxnLst>
              <a:cxn ang="0">
                <a:pos x="connsiteX0" y="connsiteY0"/>
              </a:cxn>
              <a:cxn ang="0">
                <a:pos x="connsiteX1" y="connsiteY1"/>
              </a:cxn>
              <a:cxn ang="0">
                <a:pos x="connsiteX2" y="connsiteY2"/>
              </a:cxn>
              <a:cxn ang="0">
                <a:pos x="connsiteX3" y="connsiteY3"/>
              </a:cxn>
            </a:cxnLst>
            <a:rect l="l" t="t" r="r" b="b"/>
            <a:pathLst>
              <a:path w="2458542" h="1770665">
                <a:moveTo>
                  <a:pt x="603681" y="0"/>
                </a:moveTo>
                <a:lnTo>
                  <a:pt x="2458542" y="0"/>
                </a:lnTo>
                <a:lnTo>
                  <a:pt x="1846911" y="1770665"/>
                </a:lnTo>
                <a:lnTo>
                  <a:pt x="0" y="1770665"/>
                </a:lnTo>
                <a:close/>
              </a:path>
            </a:pathLst>
          </a:custGeom>
          <a:solidFill>
            <a:schemeClr val="bg2">
              <a:lumMod val="90000"/>
            </a:schemeClr>
          </a:solidFill>
        </p:spPr>
        <p:txBody>
          <a:bodyPr wrap="square">
            <a:noAutofit/>
          </a:bodyPr>
          <a:lstStyle>
            <a:lvl1pPr>
              <a:defRPr sz="200"/>
            </a:lvl1pPr>
          </a:lstStyle>
          <a:p>
            <a:r>
              <a:rPr lang="en-GB"/>
              <a:t>Click icon to add picture</a:t>
            </a:r>
            <a:endParaRPr lang="en-BE"/>
          </a:p>
        </p:txBody>
      </p:sp>
      <p:sp>
        <p:nvSpPr>
          <p:cNvPr id="2" name="Text Placeholder 15">
            <a:extLst>
              <a:ext uri="{FF2B5EF4-FFF2-40B4-BE49-F238E27FC236}">
                <a16:creationId xmlns:a16="http://schemas.microsoft.com/office/drawing/2014/main" id="{FE892099-B784-67EB-C044-8CD53827537A}"/>
              </a:ext>
            </a:extLst>
          </p:cNvPr>
          <p:cNvSpPr>
            <a:spLocks noGrp="1"/>
          </p:cNvSpPr>
          <p:nvPr>
            <p:ph type="body" sz="quarter" idx="13" hasCustomPrompt="1"/>
          </p:nvPr>
        </p:nvSpPr>
        <p:spPr>
          <a:xfrm>
            <a:off x="1480457" y="536681"/>
            <a:ext cx="10160681" cy="535914"/>
          </a:xfrm>
        </p:spPr>
        <p:txBody>
          <a:bodyPr anchor="ctr">
            <a:noAutofit/>
          </a:bodyPr>
          <a:lstStyle>
            <a:lvl1pPr>
              <a:defRPr b="1" i="0">
                <a:solidFill>
                  <a:schemeClr val="bg1"/>
                </a:solidFill>
                <a:latin typeface="Montserrat" pitchFamily="2" charset="77"/>
              </a:defRPr>
            </a:lvl1pPr>
          </a:lstStyle>
          <a:p>
            <a:pPr lvl="0"/>
            <a:r>
              <a:rPr lang="en-US" sz="2000" b="1">
                <a:solidFill>
                  <a:srgbClr val="FFFFFF"/>
                </a:solidFill>
              </a:rPr>
              <a:t>[insert First + Last name]</a:t>
            </a:r>
            <a:endParaRPr lang="en-BE" sz="1050">
              <a:solidFill>
                <a:schemeClr val="tx2"/>
              </a:solidFill>
            </a:endParaRPr>
          </a:p>
        </p:txBody>
      </p:sp>
    </p:spTree>
    <p:extLst>
      <p:ext uri="{BB962C8B-B14F-4D97-AF65-F5344CB8AC3E}">
        <p14:creationId xmlns:p14="http://schemas.microsoft.com/office/powerpoint/2010/main" val="20255961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V work with a LACO Consultant">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AE8F6535-030C-B2F5-5A31-B1A9AB8AB050}"/>
              </a:ext>
            </a:extLst>
          </p:cNvPr>
          <p:cNvSpPr/>
          <p:nvPr userDrawn="1"/>
        </p:nvSpPr>
        <p:spPr>
          <a:xfrm>
            <a:off x="1074904" y="541053"/>
            <a:ext cx="11117097" cy="527170"/>
          </a:xfrm>
          <a:custGeom>
            <a:avLst/>
            <a:gdLst>
              <a:gd name="connsiteX0" fmla="*/ 182662 w 11117097"/>
              <a:gd name="connsiteY0" fmla="*/ 0 h 527170"/>
              <a:gd name="connsiteX1" fmla="*/ 1333661 w 11117097"/>
              <a:gd name="connsiteY1" fmla="*/ 0 h 527170"/>
              <a:gd name="connsiteX2" fmla="*/ 1681985 w 11117097"/>
              <a:gd name="connsiteY2" fmla="*/ 0 h 527170"/>
              <a:gd name="connsiteX3" fmla="*/ 2333214 w 11117097"/>
              <a:gd name="connsiteY3" fmla="*/ 0 h 527170"/>
              <a:gd name="connsiteX4" fmla="*/ 2603174 w 11117097"/>
              <a:gd name="connsiteY4" fmla="*/ 0 h 527170"/>
              <a:gd name="connsiteX5" fmla="*/ 2832985 w 11117097"/>
              <a:gd name="connsiteY5" fmla="*/ 0 h 527170"/>
              <a:gd name="connsiteX6" fmla="*/ 3332766 w 11117097"/>
              <a:gd name="connsiteY6" fmla="*/ 0 h 527170"/>
              <a:gd name="connsiteX7" fmla="*/ 3754175 w 11117097"/>
              <a:gd name="connsiteY7" fmla="*/ 0 h 527170"/>
              <a:gd name="connsiteX8" fmla="*/ 3832537 w 11117097"/>
              <a:gd name="connsiteY8" fmla="*/ 0 h 527170"/>
              <a:gd name="connsiteX9" fmla="*/ 4102497 w 11117097"/>
              <a:gd name="connsiteY9" fmla="*/ 0 h 527170"/>
              <a:gd name="connsiteX10" fmla="*/ 4753726 w 11117097"/>
              <a:gd name="connsiteY10" fmla="*/ 0 h 527170"/>
              <a:gd name="connsiteX11" fmla="*/ 4832089 w 11117097"/>
              <a:gd name="connsiteY11" fmla="*/ 0 h 527170"/>
              <a:gd name="connsiteX12" fmla="*/ 5253497 w 11117097"/>
              <a:gd name="connsiteY12" fmla="*/ 0 h 527170"/>
              <a:gd name="connsiteX13" fmla="*/ 5753278 w 11117097"/>
              <a:gd name="connsiteY13" fmla="*/ 0 h 527170"/>
              <a:gd name="connsiteX14" fmla="*/ 6253049 w 11117097"/>
              <a:gd name="connsiteY14" fmla="*/ 0 h 527170"/>
              <a:gd name="connsiteX15" fmla="*/ 6758485 w 11117097"/>
              <a:gd name="connsiteY15" fmla="*/ 0 h 527170"/>
              <a:gd name="connsiteX16" fmla="*/ 7252601 w 11117097"/>
              <a:gd name="connsiteY16" fmla="*/ 0 h 527170"/>
              <a:gd name="connsiteX17" fmla="*/ 7909485 w 11117097"/>
              <a:gd name="connsiteY17" fmla="*/ 0 h 527170"/>
              <a:gd name="connsiteX18" fmla="*/ 8257807 w 11117097"/>
              <a:gd name="connsiteY18" fmla="*/ 0 h 527170"/>
              <a:gd name="connsiteX19" fmla="*/ 8909037 w 11117097"/>
              <a:gd name="connsiteY19" fmla="*/ 0 h 527170"/>
              <a:gd name="connsiteX20" fmla="*/ 9408808 w 11117097"/>
              <a:gd name="connsiteY20" fmla="*/ 0 h 527170"/>
              <a:gd name="connsiteX21" fmla="*/ 9908589 w 11117097"/>
              <a:gd name="connsiteY21" fmla="*/ 0 h 527170"/>
              <a:gd name="connsiteX22" fmla="*/ 10408360 w 11117097"/>
              <a:gd name="connsiteY22" fmla="*/ 0 h 527170"/>
              <a:gd name="connsiteX23" fmla="*/ 11117097 w 11117097"/>
              <a:gd name="connsiteY23" fmla="*/ 0 h 527170"/>
              <a:gd name="connsiteX24" fmla="*/ 11117097 w 11117097"/>
              <a:gd name="connsiteY24" fmla="*/ 527170 h 527170"/>
              <a:gd name="connsiteX25" fmla="*/ 10225698 w 11117097"/>
              <a:gd name="connsiteY25" fmla="*/ 527170 h 527170"/>
              <a:gd name="connsiteX26" fmla="*/ 9725928 w 11117097"/>
              <a:gd name="connsiteY26" fmla="*/ 527170 h 527170"/>
              <a:gd name="connsiteX27" fmla="*/ 9226146 w 11117097"/>
              <a:gd name="connsiteY27" fmla="*/ 527170 h 527170"/>
              <a:gd name="connsiteX28" fmla="*/ 8726376 w 11117097"/>
              <a:gd name="connsiteY28" fmla="*/ 527170 h 527170"/>
              <a:gd name="connsiteX29" fmla="*/ 8075146 w 11117097"/>
              <a:gd name="connsiteY29" fmla="*/ 527170 h 527170"/>
              <a:gd name="connsiteX30" fmla="*/ 7726823 w 11117097"/>
              <a:gd name="connsiteY30" fmla="*/ 527170 h 527170"/>
              <a:gd name="connsiteX31" fmla="*/ 7069940 w 11117097"/>
              <a:gd name="connsiteY31" fmla="*/ 527170 h 527170"/>
              <a:gd name="connsiteX32" fmla="*/ 6575823 w 11117097"/>
              <a:gd name="connsiteY32" fmla="*/ 527170 h 527170"/>
              <a:gd name="connsiteX33" fmla="*/ 6070389 w 11117097"/>
              <a:gd name="connsiteY33" fmla="*/ 527170 h 527170"/>
              <a:gd name="connsiteX34" fmla="*/ 5570617 w 11117097"/>
              <a:gd name="connsiteY34" fmla="*/ 527170 h 527170"/>
              <a:gd name="connsiteX35" fmla="*/ 5070836 w 11117097"/>
              <a:gd name="connsiteY35" fmla="*/ 527170 h 527170"/>
              <a:gd name="connsiteX36" fmla="*/ 4649428 w 11117097"/>
              <a:gd name="connsiteY36" fmla="*/ 527170 h 527170"/>
              <a:gd name="connsiteX37" fmla="*/ 4571066 w 11117097"/>
              <a:gd name="connsiteY37" fmla="*/ 527170 h 527170"/>
              <a:gd name="connsiteX38" fmla="*/ 3919835 w 11117097"/>
              <a:gd name="connsiteY38" fmla="*/ 527170 h 527170"/>
              <a:gd name="connsiteX39" fmla="*/ 3649876 w 11117097"/>
              <a:gd name="connsiteY39" fmla="*/ 527170 h 527170"/>
              <a:gd name="connsiteX40" fmla="*/ 3571512 w 11117097"/>
              <a:gd name="connsiteY40" fmla="*/ 527170 h 527170"/>
              <a:gd name="connsiteX41" fmla="*/ 3150105 w 11117097"/>
              <a:gd name="connsiteY41" fmla="*/ 527170 h 527170"/>
              <a:gd name="connsiteX42" fmla="*/ 2650324 w 11117097"/>
              <a:gd name="connsiteY42" fmla="*/ 527170 h 527170"/>
              <a:gd name="connsiteX43" fmla="*/ 2420512 w 11117097"/>
              <a:gd name="connsiteY43" fmla="*/ 527170 h 527170"/>
              <a:gd name="connsiteX44" fmla="*/ 2150553 w 11117097"/>
              <a:gd name="connsiteY44" fmla="*/ 527170 h 527170"/>
              <a:gd name="connsiteX45" fmla="*/ 1499323 w 11117097"/>
              <a:gd name="connsiteY45" fmla="*/ 527170 h 527170"/>
              <a:gd name="connsiteX46" fmla="*/ 1151000 w 11117097"/>
              <a:gd name="connsiteY46" fmla="*/ 527170 h 527170"/>
              <a:gd name="connsiteX47" fmla="*/ 0 w 11117097"/>
              <a:gd name="connsiteY47" fmla="*/ 527170 h 52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117097" h="527170">
                <a:moveTo>
                  <a:pt x="182662" y="0"/>
                </a:moveTo>
                <a:lnTo>
                  <a:pt x="1333661" y="0"/>
                </a:lnTo>
                <a:lnTo>
                  <a:pt x="1681985" y="0"/>
                </a:lnTo>
                <a:lnTo>
                  <a:pt x="2333214" y="0"/>
                </a:lnTo>
                <a:lnTo>
                  <a:pt x="2603174" y="0"/>
                </a:lnTo>
                <a:lnTo>
                  <a:pt x="2832985" y="0"/>
                </a:lnTo>
                <a:lnTo>
                  <a:pt x="3332766" y="0"/>
                </a:lnTo>
                <a:lnTo>
                  <a:pt x="3754175" y="0"/>
                </a:lnTo>
                <a:lnTo>
                  <a:pt x="3832537" y="0"/>
                </a:lnTo>
                <a:lnTo>
                  <a:pt x="4102497" y="0"/>
                </a:lnTo>
                <a:lnTo>
                  <a:pt x="4753726" y="0"/>
                </a:lnTo>
                <a:lnTo>
                  <a:pt x="4832089" y="0"/>
                </a:lnTo>
                <a:lnTo>
                  <a:pt x="5253497" y="0"/>
                </a:lnTo>
                <a:lnTo>
                  <a:pt x="5753278" y="0"/>
                </a:lnTo>
                <a:lnTo>
                  <a:pt x="6253049" y="0"/>
                </a:lnTo>
                <a:lnTo>
                  <a:pt x="6758485" y="0"/>
                </a:lnTo>
                <a:lnTo>
                  <a:pt x="7252601" y="0"/>
                </a:lnTo>
                <a:lnTo>
                  <a:pt x="7909485" y="0"/>
                </a:lnTo>
                <a:lnTo>
                  <a:pt x="8257807" y="0"/>
                </a:lnTo>
                <a:lnTo>
                  <a:pt x="8909037" y="0"/>
                </a:lnTo>
                <a:lnTo>
                  <a:pt x="9408808" y="0"/>
                </a:lnTo>
                <a:lnTo>
                  <a:pt x="9908589" y="0"/>
                </a:lnTo>
                <a:lnTo>
                  <a:pt x="10408360" y="0"/>
                </a:lnTo>
                <a:lnTo>
                  <a:pt x="11117097" y="0"/>
                </a:lnTo>
                <a:lnTo>
                  <a:pt x="11117097" y="527170"/>
                </a:lnTo>
                <a:lnTo>
                  <a:pt x="10225698" y="527170"/>
                </a:lnTo>
                <a:lnTo>
                  <a:pt x="9725928" y="527170"/>
                </a:lnTo>
                <a:lnTo>
                  <a:pt x="9226146" y="527170"/>
                </a:lnTo>
                <a:lnTo>
                  <a:pt x="8726376" y="527170"/>
                </a:lnTo>
                <a:lnTo>
                  <a:pt x="8075146" y="527170"/>
                </a:lnTo>
                <a:lnTo>
                  <a:pt x="7726823" y="527170"/>
                </a:lnTo>
                <a:lnTo>
                  <a:pt x="7069940" y="527170"/>
                </a:lnTo>
                <a:lnTo>
                  <a:pt x="6575823" y="527170"/>
                </a:lnTo>
                <a:lnTo>
                  <a:pt x="6070389" y="527170"/>
                </a:lnTo>
                <a:lnTo>
                  <a:pt x="5570617" y="527170"/>
                </a:lnTo>
                <a:lnTo>
                  <a:pt x="5070836" y="527170"/>
                </a:lnTo>
                <a:lnTo>
                  <a:pt x="4649428" y="527170"/>
                </a:lnTo>
                <a:lnTo>
                  <a:pt x="4571066" y="527170"/>
                </a:lnTo>
                <a:lnTo>
                  <a:pt x="3919835" y="527170"/>
                </a:lnTo>
                <a:lnTo>
                  <a:pt x="3649876" y="527170"/>
                </a:lnTo>
                <a:lnTo>
                  <a:pt x="3571512" y="527170"/>
                </a:lnTo>
                <a:lnTo>
                  <a:pt x="3150105" y="527170"/>
                </a:lnTo>
                <a:lnTo>
                  <a:pt x="2650324" y="527170"/>
                </a:lnTo>
                <a:lnTo>
                  <a:pt x="2420512" y="527170"/>
                </a:lnTo>
                <a:lnTo>
                  <a:pt x="2150553" y="527170"/>
                </a:lnTo>
                <a:lnTo>
                  <a:pt x="1499323" y="527170"/>
                </a:lnTo>
                <a:lnTo>
                  <a:pt x="1151000" y="527170"/>
                </a:lnTo>
                <a:lnTo>
                  <a:pt x="0" y="527170"/>
                </a:lnTo>
                <a:close/>
              </a:path>
            </a:pathLst>
          </a:custGeom>
          <a:solidFill>
            <a:schemeClr val="accent1"/>
          </a:solidFill>
          <a:ln w="9487" cap="flat">
            <a:noFill/>
            <a:prstDash val="solid"/>
            <a:miter/>
          </a:ln>
        </p:spPr>
        <p:txBody>
          <a:bodyPr wrap="square" lIns="827999"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32" name="Rectangle 31">
            <a:extLst>
              <a:ext uri="{FF2B5EF4-FFF2-40B4-BE49-F238E27FC236}">
                <a16:creationId xmlns:a16="http://schemas.microsoft.com/office/drawing/2014/main" id="{70147B41-524E-0591-53AE-1C581DBA4A1C}"/>
              </a:ext>
            </a:extLst>
          </p:cNvPr>
          <p:cNvSpPr/>
          <p:nvPr userDrawn="1"/>
        </p:nvSpPr>
        <p:spPr>
          <a:xfrm>
            <a:off x="0" y="1068222"/>
            <a:ext cx="12192000" cy="5240503"/>
          </a:xfrm>
          <a:prstGeom prst="rect">
            <a:avLst/>
          </a:prstGeom>
          <a:solidFill>
            <a:schemeClr val="bg1">
              <a:lumMod val="95000"/>
              <a:alpha val="53000"/>
            </a:schemeClr>
          </a:solidFill>
          <a:ln w="9487" cap="flat">
            <a:noFill/>
            <a:prstDash val="solid"/>
            <a:miter/>
          </a:ln>
        </p:spPr>
        <p:txBody>
          <a:bodyPr lIns="82799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050" b="0" i="0" u="none" strike="noStrike" kern="1200" cap="none" spc="0" normalizeH="0" baseline="0" noProof="0">
              <a:ln>
                <a:noFill/>
              </a:ln>
              <a:solidFill>
                <a:srgbClr val="15487B"/>
              </a:solidFill>
              <a:effectLst/>
              <a:uLnTx/>
              <a:uFillTx/>
              <a:latin typeface="Montserrat"/>
              <a:ea typeface="+mn-ea"/>
              <a:cs typeface="+mn-cs"/>
            </a:endParaRPr>
          </a:p>
        </p:txBody>
      </p:sp>
      <p:sp>
        <p:nvSpPr>
          <p:cNvPr id="55" name="Freeform 54">
            <a:extLst>
              <a:ext uri="{FF2B5EF4-FFF2-40B4-BE49-F238E27FC236}">
                <a16:creationId xmlns:a16="http://schemas.microsoft.com/office/drawing/2014/main" id="{3F816336-21A6-3154-6B44-FC3F391FB784}"/>
              </a:ext>
            </a:extLst>
          </p:cNvPr>
          <p:cNvSpPr/>
          <p:nvPr userDrawn="1"/>
        </p:nvSpPr>
        <p:spPr>
          <a:xfrm>
            <a:off x="-206878" y="1076190"/>
            <a:ext cx="9058811" cy="5232534"/>
          </a:xfrm>
          <a:custGeom>
            <a:avLst/>
            <a:gdLst>
              <a:gd name="connsiteX0" fmla="*/ 0 w 9139388"/>
              <a:gd name="connsiteY0" fmla="*/ 0 h 5279077"/>
              <a:gd name="connsiteX1" fmla="*/ 9139388 w 9139388"/>
              <a:gd name="connsiteY1" fmla="*/ 0 h 5279077"/>
              <a:gd name="connsiteX2" fmla="*/ 7310217 w 9139388"/>
              <a:gd name="connsiteY2" fmla="*/ 5279077 h 5279077"/>
              <a:gd name="connsiteX3" fmla="*/ 0 w 9139388"/>
              <a:gd name="connsiteY3" fmla="*/ 5279077 h 5279077"/>
              <a:gd name="connsiteX4" fmla="*/ 0 w 9139388"/>
              <a:gd name="connsiteY4" fmla="*/ 0 h 5279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9388" h="5279077">
                <a:moveTo>
                  <a:pt x="0" y="0"/>
                </a:moveTo>
                <a:lnTo>
                  <a:pt x="9139388" y="0"/>
                </a:lnTo>
                <a:lnTo>
                  <a:pt x="7310217" y="5279077"/>
                </a:lnTo>
                <a:lnTo>
                  <a:pt x="0" y="5279077"/>
                </a:lnTo>
                <a:lnTo>
                  <a:pt x="0" y="0"/>
                </a:lnTo>
                <a:close/>
              </a:path>
            </a:pathLst>
          </a:custGeom>
          <a:solidFill>
            <a:schemeClr val="bg2">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FFFFFF"/>
              </a:solidFill>
              <a:effectLst/>
              <a:uLnTx/>
              <a:uFillTx/>
              <a:latin typeface="Montserrat" pitchFamily="2" charset="77"/>
              <a:ea typeface="+mn-ea"/>
              <a:cs typeface="+mn-cs"/>
            </a:endParaRPr>
          </a:p>
        </p:txBody>
      </p:sp>
      <p:sp>
        <p:nvSpPr>
          <p:cNvPr id="14" name="TextBox 13">
            <a:extLst>
              <a:ext uri="{FF2B5EF4-FFF2-40B4-BE49-F238E27FC236}">
                <a16:creationId xmlns:a16="http://schemas.microsoft.com/office/drawing/2014/main" id="{1919078D-4A6B-72D5-2530-7E9E6F7FD5B7}"/>
              </a:ext>
            </a:extLst>
          </p:cNvPr>
          <p:cNvSpPr txBox="1"/>
          <p:nvPr userDrawn="1"/>
        </p:nvSpPr>
        <p:spPr>
          <a:xfrm>
            <a:off x="6755802" y="3593054"/>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34" name="TextBox 33">
            <a:extLst>
              <a:ext uri="{FF2B5EF4-FFF2-40B4-BE49-F238E27FC236}">
                <a16:creationId xmlns:a16="http://schemas.microsoft.com/office/drawing/2014/main" id="{9EC74868-D5E8-E846-77BE-DED029321660}"/>
              </a:ext>
            </a:extLst>
          </p:cNvPr>
          <p:cNvSpPr txBox="1"/>
          <p:nvPr userDrawn="1"/>
        </p:nvSpPr>
        <p:spPr>
          <a:xfrm>
            <a:off x="6755802" y="3593054"/>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35" name="TextBox 34">
            <a:extLst>
              <a:ext uri="{FF2B5EF4-FFF2-40B4-BE49-F238E27FC236}">
                <a16:creationId xmlns:a16="http://schemas.microsoft.com/office/drawing/2014/main" id="{BBEDFD90-2FC4-5D39-BF48-8BFF54DF23C4}"/>
              </a:ext>
            </a:extLst>
          </p:cNvPr>
          <p:cNvSpPr txBox="1"/>
          <p:nvPr userDrawn="1"/>
        </p:nvSpPr>
        <p:spPr>
          <a:xfrm>
            <a:off x="550863" y="1423988"/>
            <a:ext cx="11090275"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5487B"/>
                </a:solidFill>
                <a:effectLst/>
                <a:uLnTx/>
                <a:uFillTx/>
                <a:latin typeface="Montserrat Black" pitchFamily="2" charset="77"/>
                <a:ea typeface="Calibri" panose="020F0502020204030204" pitchFamily="34" charset="0"/>
                <a:cs typeface="+mn-cs"/>
              </a:rPr>
              <a:t>What it’s like to work with a LACO Consultant</a:t>
            </a:r>
            <a:endParaRPr kumimoji="0" lang="en-BE" sz="2000" b="1" i="0" u="none" strike="noStrike" kern="1200" cap="none" spc="0" normalizeH="0" baseline="0" noProof="0">
              <a:ln>
                <a:noFill/>
              </a:ln>
              <a:solidFill>
                <a:srgbClr val="15487B"/>
              </a:solidFill>
              <a:effectLst/>
              <a:uLnTx/>
              <a:uFillTx/>
              <a:latin typeface="Montserrat Black" pitchFamily="2" charset="77"/>
              <a:ea typeface="+mn-ea"/>
              <a:cs typeface="+mn-cs"/>
            </a:endParaRPr>
          </a:p>
        </p:txBody>
      </p:sp>
      <p:sp>
        <p:nvSpPr>
          <p:cNvPr id="36" name="TextBox 35">
            <a:extLst>
              <a:ext uri="{FF2B5EF4-FFF2-40B4-BE49-F238E27FC236}">
                <a16:creationId xmlns:a16="http://schemas.microsoft.com/office/drawing/2014/main" id="{7225A771-7BD1-7AEA-17AC-7A462BEABEB5}"/>
              </a:ext>
            </a:extLst>
          </p:cNvPr>
          <p:cNvSpPr txBox="1"/>
          <p:nvPr userDrawn="1"/>
        </p:nvSpPr>
        <p:spPr>
          <a:xfrm>
            <a:off x="550863" y="1957320"/>
            <a:ext cx="6276199" cy="4561698"/>
          </a:xfrm>
          <a:prstGeom prst="rect">
            <a:avLst/>
          </a:prstGeom>
          <a:noFill/>
        </p:spPr>
        <p:txBody>
          <a:bodyPr wrap="square" lIns="0" tIns="0" rIns="0" bIns="0" numCol="2" spcCol="252000">
            <a:spAutoFit/>
          </a:bodyPr>
          <a:lstStyle/>
          <a:p>
            <a:pPr marL="0" marR="0" lvl="0" indent="0" algn="l" defTabSz="914400" rtl="0" eaLnBrk="1" fontAlgn="base" latinLnBrk="0" hangingPunct="1">
              <a:lnSpc>
                <a:spcPts val="1737"/>
              </a:lnSpc>
              <a:spcBef>
                <a:spcPts val="0"/>
              </a:spcBef>
              <a:spcAft>
                <a:spcPts val="0"/>
              </a:spcAft>
              <a:buClrTx/>
              <a:buSzTx/>
              <a:buFontTx/>
              <a:buNone/>
              <a:tabLst/>
              <a:defRPr/>
            </a:pP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When you bring a LACO consultant on board, you’re plugging into 35+ years of pragmatic experience, deep industry know-how, and a mindset that’s wired for results. </a:t>
            </a:r>
            <a:endParaRPr kumimoji="0" lang="en-GB" sz="1050" b="0" i="0" u="none" strike="noStrike" kern="1200" cap="none" spc="0" normalizeH="0" baseline="0" noProof="0">
              <a:ln>
                <a:noFill/>
              </a:ln>
              <a:solidFill>
                <a:srgbClr val="15487B"/>
              </a:solidFill>
              <a:effectLst/>
              <a:uLnTx/>
              <a:uFillTx/>
              <a:latin typeface="Segoe UI" panose="020B0502040204020203" pitchFamily="34" charset="0"/>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endParaRPr kumimoji="0" lang="en-GB" sz="1050" b="0" i="0" u="none" strike="noStrike" kern="1200" cap="none" spc="0" normalizeH="0" baseline="0" noProof="0">
              <a:ln>
                <a:noFill/>
              </a:ln>
              <a:solidFill>
                <a:srgbClr val="15487B"/>
              </a:solidFill>
              <a:effectLst/>
              <a:uLnTx/>
              <a:uFillTx/>
              <a:latin typeface="Montserrat" pitchFamily="2" charset="77"/>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Our consultants are powered by LACO’s full ecosystem of knowledge-sharing, innovation, and a no-nonsense drive to make things work (and work well). You’ll experience immense collaboration and loyalty because authenticity </a:t>
            </a:r>
            <a:b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b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and commitment are part of our daily code. </a:t>
            </a:r>
          </a:p>
          <a:p>
            <a:pPr marL="0" marR="0" lvl="0" indent="0" algn="l" defTabSz="914400" rtl="0" eaLnBrk="1" fontAlgn="base" latinLnBrk="0" hangingPunct="1">
              <a:lnSpc>
                <a:spcPts val="1737"/>
              </a:lnSpc>
              <a:spcBef>
                <a:spcPts val="0"/>
              </a:spcBef>
              <a:spcAft>
                <a:spcPts val="0"/>
              </a:spcAft>
              <a:buClrTx/>
              <a:buSzTx/>
              <a:buFontTx/>
              <a:buNone/>
              <a:tabLst/>
              <a:defRPr/>
            </a:pPr>
            <a:endParaRPr kumimoji="0" lang="en-GB" sz="1050" b="0" i="0" u="none" strike="noStrike" kern="1200" cap="none" spc="0" normalizeH="0" baseline="0" noProof="0">
              <a:ln>
                <a:noFill/>
              </a:ln>
              <a:solidFill>
                <a:srgbClr val="15487B"/>
              </a:solidFill>
              <a:effectLst/>
              <a:uLnTx/>
              <a:uFillTx/>
              <a:latin typeface="Montserrat" pitchFamily="2" charset="77"/>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endParaRPr kumimoji="0" lang="en-GB" sz="1050" b="0" i="0" u="none" strike="noStrike" kern="1200" cap="none" spc="0" normalizeH="0" baseline="0" noProof="0">
              <a:ln>
                <a:noFill/>
              </a:ln>
              <a:solidFill>
                <a:srgbClr val="15487B"/>
              </a:solidFill>
              <a:effectLst/>
              <a:uLnTx/>
              <a:uFillTx/>
              <a:latin typeface="Montserrat" pitchFamily="2" charset="77"/>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endParaRPr kumimoji="0" lang="en-GB" sz="1050" b="0" i="0" u="none" strike="noStrike" kern="1200" cap="none" spc="0" normalizeH="0" baseline="0" noProof="0">
              <a:ln>
                <a:noFill/>
              </a:ln>
              <a:solidFill>
                <a:srgbClr val="15487B"/>
              </a:solidFill>
              <a:effectLst/>
              <a:uLnTx/>
              <a:uFillTx/>
              <a:latin typeface="Montserrat" pitchFamily="2" charset="77"/>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endParaRPr kumimoji="0" lang="en-GB" sz="1050" b="0" i="0" u="none" strike="noStrike" kern="1200" cap="none" spc="0" normalizeH="0" baseline="0" noProof="0">
              <a:ln>
                <a:noFill/>
              </a:ln>
              <a:solidFill>
                <a:srgbClr val="15487B"/>
              </a:solidFill>
              <a:effectLst/>
              <a:uLnTx/>
              <a:uFillTx/>
              <a:latin typeface="Montserrat" pitchFamily="2" charset="77"/>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endParaRPr kumimoji="0" lang="en-GB" sz="1050" b="0" i="0" u="none" strike="noStrike" kern="1200" cap="none" spc="0" normalizeH="0" baseline="0" noProof="0">
              <a:ln>
                <a:noFill/>
              </a:ln>
              <a:solidFill>
                <a:srgbClr val="15487B"/>
              </a:solidFill>
              <a:effectLst/>
              <a:uLnTx/>
              <a:uFillTx/>
              <a:latin typeface="Montserrat" pitchFamily="2" charset="77"/>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endParaRPr kumimoji="0" lang="en-GB" sz="1050" b="0" i="0" u="none" strike="noStrike" kern="1200" cap="none" spc="0" normalizeH="0" baseline="0" noProof="0">
              <a:ln>
                <a:noFill/>
              </a:ln>
              <a:solidFill>
                <a:srgbClr val="15487B"/>
              </a:solidFill>
              <a:effectLst/>
              <a:uLnTx/>
              <a:uFillTx/>
              <a:latin typeface="Montserrat" pitchFamily="2" charset="77"/>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endParaRPr kumimoji="0" lang="en-GB" sz="1050" b="0" i="0" u="none" strike="noStrike" kern="1200" cap="none" spc="0" normalizeH="0" baseline="0" noProof="0">
              <a:ln>
                <a:noFill/>
              </a:ln>
              <a:solidFill>
                <a:srgbClr val="15487B"/>
              </a:solidFill>
              <a:effectLst/>
              <a:uLnTx/>
              <a:uFillTx/>
              <a:latin typeface="Montserrat" pitchFamily="2" charset="77"/>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endParaRPr kumimoji="0" lang="en-GB" sz="1050" b="0" i="0" u="none" strike="noStrike" kern="1200" cap="none" spc="0" normalizeH="0" baseline="0" noProof="0">
              <a:ln>
                <a:noFill/>
              </a:ln>
              <a:solidFill>
                <a:srgbClr val="15487B"/>
              </a:solidFill>
              <a:effectLst/>
              <a:uLnTx/>
              <a:uFillTx/>
              <a:latin typeface="Montserrat" pitchFamily="2" charset="77"/>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endParaRPr kumimoji="0" lang="en-GB" sz="1050" b="0" i="0" u="none" strike="noStrike" kern="1200" cap="none" spc="0" normalizeH="0" baseline="0" noProof="0">
              <a:ln>
                <a:noFill/>
              </a:ln>
              <a:solidFill>
                <a:srgbClr val="15487B"/>
              </a:solidFill>
              <a:effectLst/>
              <a:uLnTx/>
              <a:uFillTx/>
              <a:latin typeface="Montserrat" pitchFamily="2" charset="77"/>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r>
              <a:rPr kumimoji="0" lang="en-GB" sz="1200" b="1" i="0" u="none" strike="noStrike" kern="1200" cap="none" spc="0" normalizeH="0" baseline="0" noProof="0">
                <a:ln>
                  <a:noFill/>
                </a:ln>
                <a:solidFill>
                  <a:srgbClr val="16BECF"/>
                </a:solidFill>
                <a:effectLst/>
                <a:uLnTx/>
                <a:uFillTx/>
                <a:latin typeface="Montserrat" pitchFamily="2" charset="77"/>
                <a:ea typeface="+mn-ea"/>
                <a:cs typeface="+mn-cs"/>
              </a:rPr>
              <a:t>You’ll also recognise a LACO </a:t>
            </a:r>
            <a:br>
              <a:rPr kumimoji="0" lang="en-GB" sz="1200" b="1" i="0" u="none" strike="noStrike" kern="1200" cap="none" spc="0" normalizeH="0" baseline="0" noProof="0">
                <a:ln>
                  <a:noFill/>
                </a:ln>
                <a:solidFill>
                  <a:srgbClr val="16BECF"/>
                </a:solidFill>
                <a:effectLst/>
                <a:uLnTx/>
                <a:uFillTx/>
                <a:latin typeface="Montserrat" pitchFamily="2" charset="77"/>
                <a:ea typeface="+mn-ea"/>
                <a:cs typeface="+mn-cs"/>
              </a:rPr>
            </a:br>
            <a:r>
              <a:rPr kumimoji="0" lang="en-GB" sz="1200" b="1" i="0" u="none" strike="noStrike" kern="1200" cap="none" spc="0" normalizeH="0" baseline="0" noProof="0">
                <a:ln>
                  <a:noFill/>
                </a:ln>
                <a:solidFill>
                  <a:srgbClr val="16BECF"/>
                </a:solidFill>
                <a:effectLst/>
                <a:uLnTx/>
                <a:uFillTx/>
                <a:latin typeface="Montserrat" pitchFamily="2" charset="77"/>
                <a:ea typeface="+mn-ea"/>
                <a:cs typeface="+mn-cs"/>
              </a:rPr>
              <a:t>consultant by one of these: </a:t>
            </a:r>
          </a:p>
          <a:p>
            <a:pPr marL="171450" marR="0" lvl="0" indent="-171450" algn="l" defTabSz="914400" rtl="0" eaLnBrk="1" fontAlgn="base" latinLnBrk="0" hangingPunct="1">
              <a:lnSpc>
                <a:spcPts val="1737"/>
              </a:lnSpc>
              <a:spcBef>
                <a:spcPts val="0"/>
              </a:spcBef>
              <a:spcAft>
                <a:spcPts val="0"/>
              </a:spcAft>
              <a:buClrTx/>
              <a:buSzTx/>
              <a:buFont typeface="Arial" panose="020B0604020202020204" pitchFamily="34" charset="0"/>
              <a:buChar char="•"/>
              <a:tabLst/>
              <a:defRPr/>
            </a:pPr>
            <a:endParaRPr kumimoji="0" lang="en-GB" sz="1050" b="0" i="0" u="none" strike="noStrike" kern="1200" cap="none" spc="0" normalizeH="0" baseline="0" noProof="0">
              <a:ln>
                <a:noFill/>
              </a:ln>
              <a:solidFill>
                <a:srgbClr val="15487B"/>
              </a:solidFill>
              <a:effectLst/>
              <a:uLnTx/>
              <a:uFillTx/>
              <a:latin typeface="Montserrat" pitchFamily="2" charset="77"/>
              <a:ea typeface="+mn-ea"/>
              <a:cs typeface="+mn-cs"/>
            </a:endParaRPr>
          </a:p>
          <a:p>
            <a:pPr marL="171450" marR="0" lvl="0" indent="-171450" algn="l" defTabSz="914400" rtl="0" eaLnBrk="1" fontAlgn="base" latinLnBrk="0" hangingPunct="1">
              <a:lnSpc>
                <a:spcPts val="1737"/>
              </a:lnSpc>
              <a:spcBef>
                <a:spcPts val="0"/>
              </a:spcBef>
              <a:spcAft>
                <a:spcPts val="0"/>
              </a:spcAft>
              <a:buClrTx/>
              <a:buSzTx/>
              <a:buFont typeface="Arial" panose="020B0604020202020204" pitchFamily="34" charset="0"/>
              <a:buChar char="•"/>
              <a:tabLst/>
              <a:defRPr/>
            </a:pP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They roll up their sleeves. We’re hands-on, outcome-driven professionals. Less fluff, </a:t>
            </a:r>
            <a:b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b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more value! </a:t>
            </a:r>
          </a:p>
          <a:p>
            <a:pPr marL="171450" marR="0" lvl="0" indent="-171450" algn="l" defTabSz="914400" rtl="0" eaLnBrk="1" fontAlgn="base" latinLnBrk="0" hangingPunct="1">
              <a:lnSpc>
                <a:spcPts val="1737"/>
              </a:lnSpc>
              <a:spcBef>
                <a:spcPts val="0"/>
              </a:spcBef>
              <a:spcAft>
                <a:spcPts val="0"/>
              </a:spcAft>
              <a:buClrTx/>
              <a:buSzTx/>
              <a:buFont typeface="Arial" panose="020B0604020202020204" pitchFamily="34" charset="0"/>
              <a:buChar char="•"/>
              <a:tabLst/>
              <a:defRPr/>
            </a:pP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They bring clarity and calm. Even when the data landscape looks complex, we bring structure and simplicity. </a:t>
            </a:r>
          </a:p>
          <a:p>
            <a:pPr marL="171450" marR="0" lvl="0" indent="-171450" algn="l" defTabSz="914400" rtl="0" eaLnBrk="1" fontAlgn="base" latinLnBrk="0" hangingPunct="1">
              <a:lnSpc>
                <a:spcPts val="1737"/>
              </a:lnSpc>
              <a:spcBef>
                <a:spcPts val="0"/>
              </a:spcBef>
              <a:spcAft>
                <a:spcPts val="0"/>
              </a:spcAft>
              <a:buClrTx/>
              <a:buSzTx/>
              <a:buFont typeface="Arial" panose="020B0604020202020204" pitchFamily="34" charset="0"/>
              <a:buChar char="•"/>
              <a:tabLst/>
              <a:defRPr/>
            </a:pP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They challenge you… with kindness. If there’s a better way to do something, </a:t>
            </a:r>
            <a:b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b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we’ll suggest it. Expect honest conversations and smart solutions. </a:t>
            </a:r>
          </a:p>
          <a:p>
            <a:pPr marL="171450" marR="0" lvl="0" indent="-171450" algn="l" defTabSz="914400" rtl="0" eaLnBrk="1" fontAlgn="base" latinLnBrk="0" hangingPunct="1">
              <a:lnSpc>
                <a:spcPts val="1737"/>
              </a:lnSpc>
              <a:spcBef>
                <a:spcPts val="0"/>
              </a:spcBef>
              <a:spcAft>
                <a:spcPts val="0"/>
              </a:spcAft>
              <a:buClrTx/>
              <a:buSzTx/>
              <a:buFont typeface="Arial" panose="020B0604020202020204" pitchFamily="34" charset="0"/>
              <a:buChar char="•"/>
              <a:tabLst/>
              <a:defRPr/>
            </a:pP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They deliver. Always. You can count </a:t>
            </a:r>
            <a:b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b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on us to meet expectations and then </a:t>
            </a:r>
            <a:b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b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go the extra step further. </a:t>
            </a:r>
            <a:endParaRPr kumimoji="0" lang="en-GB" sz="1050" b="0" i="0" u="none" strike="noStrike" kern="1200" cap="none" spc="0" normalizeH="0" baseline="0" noProof="0">
              <a:ln>
                <a:noFill/>
              </a:ln>
              <a:solidFill>
                <a:srgbClr val="15487B"/>
              </a:solidFill>
              <a:effectLst/>
              <a:uLnTx/>
              <a:uFillTx/>
              <a:latin typeface="Segoe UI" panose="020B0502040204020203" pitchFamily="34" charset="0"/>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endParaRPr kumimoji="0" lang="en-GB" sz="1050" b="0" i="0" u="none" strike="noStrike" kern="1200" cap="none" spc="0" normalizeH="0" baseline="0" noProof="0">
              <a:ln>
                <a:noFill/>
              </a:ln>
              <a:solidFill>
                <a:srgbClr val="15487B"/>
              </a:solidFill>
              <a:effectLst/>
              <a:uLnTx/>
              <a:uFillTx/>
              <a:latin typeface="Segoe UI" panose="020B0502040204020203" pitchFamily="34" charset="0"/>
              <a:ea typeface="+mn-ea"/>
              <a:cs typeface="+mn-cs"/>
            </a:endParaRPr>
          </a:p>
        </p:txBody>
      </p:sp>
      <p:sp>
        <p:nvSpPr>
          <p:cNvPr id="38" name="TextBox 37">
            <a:extLst>
              <a:ext uri="{FF2B5EF4-FFF2-40B4-BE49-F238E27FC236}">
                <a16:creationId xmlns:a16="http://schemas.microsoft.com/office/drawing/2014/main" id="{CEF89BC2-18EE-E64A-8EAC-73587C37395B}"/>
              </a:ext>
            </a:extLst>
          </p:cNvPr>
          <p:cNvSpPr txBox="1"/>
          <p:nvPr userDrawn="1"/>
        </p:nvSpPr>
        <p:spPr>
          <a:xfrm>
            <a:off x="8375901" y="3907891"/>
            <a:ext cx="3265238" cy="1962076"/>
          </a:xfrm>
          <a:prstGeom prst="rect">
            <a:avLst/>
          </a:prstGeom>
          <a:noFill/>
        </p:spPr>
        <p:txBody>
          <a:bodyPr wrap="square" lIns="0" tIns="0" rIns="0" bIns="0" numCol="1" spcCol="180000">
            <a:spAutoFit/>
          </a:bodyPr>
          <a:lstStyle/>
          <a:p>
            <a:pPr marL="0" marR="0" lvl="0" indent="0" algn="l" defTabSz="914400" rtl="0" eaLnBrk="1" fontAlgn="base" latinLnBrk="0" hangingPunct="1">
              <a:lnSpc>
                <a:spcPts val="1737"/>
              </a:lnSpc>
              <a:spcBef>
                <a:spcPts val="0"/>
              </a:spcBef>
              <a:spcAft>
                <a:spcPts val="0"/>
              </a:spcAft>
              <a:buClrTx/>
              <a:buSzTx/>
              <a:buFontTx/>
              <a:buNone/>
              <a:tabLst/>
              <a:defRPr/>
            </a:pPr>
            <a:r>
              <a:rPr kumimoji="0" lang="en-GB" sz="1200" b="1" i="0" u="none" strike="noStrike" kern="1200" cap="none" spc="0" normalizeH="0" baseline="0" noProof="0">
                <a:ln>
                  <a:noFill/>
                </a:ln>
                <a:solidFill>
                  <a:srgbClr val="16BECF"/>
                </a:solidFill>
                <a:effectLst/>
                <a:uLnTx/>
                <a:uFillTx/>
                <a:latin typeface="Montserrat" pitchFamily="2" charset="77"/>
                <a:ea typeface="+mn-ea"/>
                <a:cs typeface="+mn-cs"/>
              </a:rPr>
              <a:t>And that’s the LACO </a:t>
            </a:r>
            <a:r>
              <a:rPr kumimoji="0" lang="en-GB" sz="1200" b="1" i="0" u="none" strike="noStrike" kern="1200" cap="none" spc="0" normalizeH="0" baseline="0" noProof="0">
                <a:ln>
                  <a:noFill/>
                </a:ln>
                <a:solidFill>
                  <a:srgbClr val="15487B"/>
                </a:solidFill>
                <a:effectLst/>
                <a:uLnTx/>
                <a:uFillTx/>
                <a:latin typeface="Montserrat" pitchFamily="2" charset="77"/>
                <a:ea typeface="+mn-ea"/>
                <a:cs typeface="+mn-cs"/>
              </a:rPr>
              <a:t>difference! </a:t>
            </a:r>
            <a:br>
              <a:rPr kumimoji="0" lang="en-GB" sz="1200" b="1" i="0" u="none" strike="noStrike" kern="1200" cap="none" spc="0" normalizeH="0" baseline="0" noProof="0">
                <a:ln>
                  <a:noFill/>
                </a:ln>
                <a:solidFill>
                  <a:srgbClr val="15487B"/>
                </a:solidFill>
                <a:effectLst/>
                <a:uLnTx/>
                <a:uFillTx/>
                <a:latin typeface="Montserrat" pitchFamily="2" charset="77"/>
                <a:ea typeface="+mn-ea"/>
                <a:cs typeface="+mn-cs"/>
              </a:rPr>
            </a:br>
            <a:endParaRPr kumimoji="0" lang="en-GB" sz="1050" b="0" i="0" u="none" strike="noStrike" kern="1200" cap="none" spc="0" normalizeH="0" baseline="0" noProof="0">
              <a:ln>
                <a:noFill/>
              </a:ln>
              <a:solidFill>
                <a:srgbClr val="15487B"/>
              </a:solidFill>
              <a:effectLst/>
              <a:uLnTx/>
              <a:uFillTx/>
              <a:latin typeface="Montserrat" pitchFamily="2" charset="77"/>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We don’t just work at your company. We work </a:t>
            </a:r>
            <a:b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b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with your people to make sure the data works </a:t>
            </a:r>
            <a:b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br>
            <a:r>
              <a:rPr kumimoji="0" lang="en-GB" sz="1050" b="0" i="0" u="none" strike="noStrike" kern="1200" cap="none" spc="0" normalizeH="0" baseline="0" noProof="0">
                <a:ln>
                  <a:noFill/>
                </a:ln>
                <a:solidFill>
                  <a:srgbClr val="15487B"/>
                </a:solidFill>
                <a:effectLst/>
                <a:uLnTx/>
                <a:uFillTx/>
                <a:latin typeface="Montserrat" pitchFamily="2" charset="77"/>
                <a:ea typeface="+mn-ea"/>
                <a:cs typeface="+mn-cs"/>
              </a:rPr>
              <a:t>for your business. </a:t>
            </a:r>
          </a:p>
          <a:p>
            <a:pPr marL="0" marR="0" lvl="0" indent="0" algn="l" defTabSz="914400" rtl="0" eaLnBrk="1" fontAlgn="base" latinLnBrk="0" hangingPunct="1">
              <a:lnSpc>
                <a:spcPts val="1737"/>
              </a:lnSpc>
              <a:spcBef>
                <a:spcPts val="0"/>
              </a:spcBef>
              <a:spcAft>
                <a:spcPts val="0"/>
              </a:spcAft>
              <a:buClrTx/>
              <a:buSzTx/>
              <a:buFontTx/>
              <a:buNone/>
              <a:tabLst/>
              <a:defRPr/>
            </a:pPr>
            <a:endParaRPr kumimoji="0" lang="en-GB" sz="1050" b="0" i="0" u="none" strike="noStrike" kern="1200" cap="none" spc="0" normalizeH="0" baseline="0" noProof="0">
              <a:ln>
                <a:noFill/>
              </a:ln>
              <a:solidFill>
                <a:srgbClr val="16BECF"/>
              </a:solidFill>
              <a:effectLst/>
              <a:uLnTx/>
              <a:uFillTx/>
              <a:latin typeface="Montserrat" pitchFamily="2" charset="77"/>
              <a:ea typeface="+mn-ea"/>
              <a:cs typeface="+mn-cs"/>
            </a:endParaRPr>
          </a:p>
          <a:p>
            <a:pPr marL="0" marR="0" lvl="0" indent="0" algn="l" defTabSz="914400" rtl="0" eaLnBrk="1" fontAlgn="base" latinLnBrk="0" hangingPunct="1">
              <a:lnSpc>
                <a:spcPts val="1737"/>
              </a:lnSpc>
              <a:spcBef>
                <a:spcPts val="0"/>
              </a:spcBef>
              <a:spcAft>
                <a:spcPts val="0"/>
              </a:spcAft>
              <a:buClrTx/>
              <a:buSzTx/>
              <a:buFontTx/>
              <a:buNone/>
              <a:tabLst/>
              <a:defRPr/>
            </a:pPr>
            <a:r>
              <a:rPr kumimoji="0" lang="en-GB" sz="1600" b="1" i="0" u="none" strike="noStrike" kern="1200" cap="none" spc="0" normalizeH="0" baseline="0" noProof="0">
                <a:ln>
                  <a:noFill/>
                </a:ln>
                <a:solidFill>
                  <a:srgbClr val="16BECF"/>
                </a:solidFill>
                <a:effectLst/>
                <a:uLnTx/>
                <a:uFillTx/>
                <a:latin typeface="Montserrat ExtraBold" pitchFamily="2" charset="77"/>
                <a:ea typeface="+mn-ea"/>
                <a:cs typeface="+mn-cs"/>
              </a:rPr>
              <a:t>Perform </a:t>
            </a:r>
            <a:br>
              <a:rPr kumimoji="0" lang="en-GB" sz="1600" b="1" i="0" u="none" strike="noStrike" kern="1200" cap="none" spc="0" normalizeH="0" baseline="0" noProof="0">
                <a:ln>
                  <a:noFill/>
                </a:ln>
                <a:solidFill>
                  <a:srgbClr val="16BECF"/>
                </a:solidFill>
                <a:effectLst/>
                <a:uLnTx/>
                <a:uFillTx/>
                <a:latin typeface="Montserrat ExtraBold" pitchFamily="2" charset="77"/>
                <a:ea typeface="+mn-ea"/>
                <a:cs typeface="+mn-cs"/>
              </a:rPr>
            </a:br>
            <a:r>
              <a:rPr kumimoji="0" lang="en-GB" sz="1600" b="1" i="0" u="none" strike="noStrike" kern="1200" cap="none" spc="0" normalizeH="0" baseline="0" noProof="0">
                <a:ln>
                  <a:noFill/>
                </a:ln>
                <a:solidFill>
                  <a:srgbClr val="16BECF"/>
                </a:solidFill>
                <a:effectLst/>
                <a:uLnTx/>
                <a:uFillTx/>
                <a:latin typeface="Montserrat ExtraBold" pitchFamily="2" charset="77"/>
                <a:ea typeface="+mn-ea"/>
                <a:cs typeface="+mn-cs"/>
              </a:rPr>
              <a:t>stronger </a:t>
            </a:r>
            <a:br>
              <a:rPr kumimoji="0" lang="en-GB" sz="1600" b="1" i="0" u="none" strike="noStrike" kern="1200" cap="none" spc="0" normalizeH="0" baseline="0" noProof="0">
                <a:ln>
                  <a:noFill/>
                </a:ln>
                <a:solidFill>
                  <a:srgbClr val="16BECF"/>
                </a:solidFill>
                <a:effectLst/>
                <a:uLnTx/>
                <a:uFillTx/>
                <a:latin typeface="Montserrat ExtraBold" pitchFamily="2" charset="77"/>
                <a:ea typeface="+mn-ea"/>
                <a:cs typeface="+mn-cs"/>
              </a:rPr>
            </a:br>
            <a:r>
              <a:rPr kumimoji="0" lang="en-GB" sz="1600" b="1" i="0" u="none" strike="noStrike" kern="1200" cap="none" spc="0" normalizeH="0" baseline="0" noProof="0">
                <a:ln>
                  <a:noFill/>
                </a:ln>
                <a:solidFill>
                  <a:srgbClr val="15487B"/>
                </a:solidFill>
                <a:effectLst/>
                <a:uLnTx/>
                <a:uFillTx/>
                <a:latin typeface="Montserrat ExtraBold" pitchFamily="2" charset="77"/>
                <a:ea typeface="+mn-ea"/>
                <a:cs typeface="+mn-cs"/>
              </a:rPr>
              <a:t>with data. </a:t>
            </a:r>
          </a:p>
        </p:txBody>
      </p:sp>
      <p:sp>
        <p:nvSpPr>
          <p:cNvPr id="72" name="TextBox 71">
            <a:extLst>
              <a:ext uri="{FF2B5EF4-FFF2-40B4-BE49-F238E27FC236}">
                <a16:creationId xmlns:a16="http://schemas.microsoft.com/office/drawing/2014/main" id="{99B330E4-C708-EE34-23C6-6A6F1A90230F}"/>
              </a:ext>
            </a:extLst>
          </p:cNvPr>
          <p:cNvSpPr txBox="1"/>
          <p:nvPr userDrawn="1"/>
        </p:nvSpPr>
        <p:spPr>
          <a:xfrm>
            <a:off x="15264581" y="5869858"/>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
                <a:srgbClr val="16BECF"/>
              </a:buClr>
              <a:buSzTx/>
              <a:buFontTx/>
              <a:buNone/>
              <a:tabLst/>
              <a:defRPr/>
            </a:pPr>
            <a:endParaRPr kumimoji="0" lang="en-BE" sz="1400" b="0" i="0" u="none" strike="noStrike" kern="1200" cap="none" spc="0" normalizeH="0" baseline="0" noProof="0">
              <a:ln>
                <a:noFill/>
              </a:ln>
              <a:solidFill>
                <a:srgbClr val="15487B"/>
              </a:solidFill>
              <a:effectLst/>
              <a:uLnTx/>
              <a:uFillTx/>
              <a:latin typeface="Montserrat" pitchFamily="2" charset="77"/>
              <a:ea typeface="+mn-ea"/>
              <a:cs typeface="+mn-cs"/>
            </a:endParaRPr>
          </a:p>
        </p:txBody>
      </p:sp>
      <p:sp>
        <p:nvSpPr>
          <p:cNvPr id="12" name="Freeform 11">
            <a:extLst>
              <a:ext uri="{FF2B5EF4-FFF2-40B4-BE49-F238E27FC236}">
                <a16:creationId xmlns:a16="http://schemas.microsoft.com/office/drawing/2014/main" id="{6E091FD2-0139-9DC6-BC4A-44048DD6BD2B}"/>
              </a:ext>
            </a:extLst>
          </p:cNvPr>
          <p:cNvSpPr/>
          <p:nvPr/>
        </p:nvSpPr>
        <p:spPr>
          <a:xfrm>
            <a:off x="7648110" y="1067644"/>
            <a:ext cx="4541273" cy="2458748"/>
          </a:xfrm>
          <a:custGeom>
            <a:avLst/>
            <a:gdLst>
              <a:gd name="connsiteX0" fmla="*/ 851943 w 4541273"/>
              <a:gd name="connsiteY0" fmla="*/ 0 h 2458748"/>
              <a:gd name="connsiteX1" fmla="*/ 4541273 w 4541273"/>
              <a:gd name="connsiteY1" fmla="*/ 0 h 2458748"/>
              <a:gd name="connsiteX2" fmla="*/ 4541273 w 4541273"/>
              <a:gd name="connsiteY2" fmla="*/ 2458748 h 2458748"/>
              <a:gd name="connsiteX3" fmla="*/ 0 w 4541273"/>
              <a:gd name="connsiteY3" fmla="*/ 2458748 h 2458748"/>
            </a:gdLst>
            <a:ahLst/>
            <a:cxnLst>
              <a:cxn ang="0">
                <a:pos x="connsiteX0" y="connsiteY0"/>
              </a:cxn>
              <a:cxn ang="0">
                <a:pos x="connsiteX1" y="connsiteY1"/>
              </a:cxn>
              <a:cxn ang="0">
                <a:pos x="connsiteX2" y="connsiteY2"/>
              </a:cxn>
              <a:cxn ang="0">
                <a:pos x="connsiteX3" y="connsiteY3"/>
              </a:cxn>
            </a:cxnLst>
            <a:rect l="l" t="t" r="r" b="b"/>
            <a:pathLst>
              <a:path w="4541273" h="2458748">
                <a:moveTo>
                  <a:pt x="851943" y="0"/>
                </a:moveTo>
                <a:lnTo>
                  <a:pt x="4541273" y="0"/>
                </a:lnTo>
                <a:lnTo>
                  <a:pt x="4541273" y="2458748"/>
                </a:lnTo>
                <a:lnTo>
                  <a:pt x="0" y="2458748"/>
                </a:lnTo>
                <a:close/>
              </a:path>
            </a:pathLst>
          </a:custGeom>
          <a:blipFill>
            <a:blip r:embed="rId2"/>
            <a:srcRect/>
            <a:stretch>
              <a:fillRect t="-11566" b="-11566"/>
            </a:stretch>
          </a:blipFill>
          <a:ln w="2626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0000"/>
              </a:solidFill>
              <a:effectLst/>
              <a:uLnTx/>
              <a:uFillTx/>
              <a:latin typeface="Montserrat"/>
              <a:ea typeface="+mn-ea"/>
              <a:cs typeface="+mn-cs"/>
            </a:endParaRPr>
          </a:p>
        </p:txBody>
      </p:sp>
      <p:sp>
        <p:nvSpPr>
          <p:cNvPr id="3" name="Picture Placeholder 30">
            <a:extLst>
              <a:ext uri="{FF2B5EF4-FFF2-40B4-BE49-F238E27FC236}">
                <a16:creationId xmlns:a16="http://schemas.microsoft.com/office/drawing/2014/main" id="{87869B27-8A9A-1B78-41B2-16675DEEAE3C}"/>
              </a:ext>
            </a:extLst>
          </p:cNvPr>
          <p:cNvSpPr>
            <a:spLocks noGrp="1"/>
          </p:cNvSpPr>
          <p:nvPr>
            <p:ph type="pic" sz="quarter" idx="14"/>
          </p:nvPr>
        </p:nvSpPr>
        <p:spPr>
          <a:xfrm>
            <a:off x="463200" y="541051"/>
            <a:ext cx="734665" cy="529113"/>
          </a:xfrm>
          <a:custGeom>
            <a:avLst/>
            <a:gdLst>
              <a:gd name="connsiteX0" fmla="*/ 603681 w 2458542"/>
              <a:gd name="connsiteY0" fmla="*/ 0 h 1770665"/>
              <a:gd name="connsiteX1" fmla="*/ 2458542 w 2458542"/>
              <a:gd name="connsiteY1" fmla="*/ 0 h 1770665"/>
              <a:gd name="connsiteX2" fmla="*/ 1846911 w 2458542"/>
              <a:gd name="connsiteY2" fmla="*/ 1770665 h 1770665"/>
              <a:gd name="connsiteX3" fmla="*/ 0 w 2458542"/>
              <a:gd name="connsiteY3" fmla="*/ 1770665 h 1770665"/>
            </a:gdLst>
            <a:ahLst/>
            <a:cxnLst>
              <a:cxn ang="0">
                <a:pos x="connsiteX0" y="connsiteY0"/>
              </a:cxn>
              <a:cxn ang="0">
                <a:pos x="connsiteX1" y="connsiteY1"/>
              </a:cxn>
              <a:cxn ang="0">
                <a:pos x="connsiteX2" y="connsiteY2"/>
              </a:cxn>
              <a:cxn ang="0">
                <a:pos x="connsiteX3" y="connsiteY3"/>
              </a:cxn>
            </a:cxnLst>
            <a:rect l="l" t="t" r="r" b="b"/>
            <a:pathLst>
              <a:path w="2458542" h="1770665">
                <a:moveTo>
                  <a:pt x="603681" y="0"/>
                </a:moveTo>
                <a:lnTo>
                  <a:pt x="2458542" y="0"/>
                </a:lnTo>
                <a:lnTo>
                  <a:pt x="1846911" y="1770665"/>
                </a:lnTo>
                <a:lnTo>
                  <a:pt x="0" y="1770665"/>
                </a:lnTo>
                <a:close/>
              </a:path>
            </a:pathLst>
          </a:custGeom>
          <a:solidFill>
            <a:schemeClr val="bg2">
              <a:lumMod val="90000"/>
            </a:schemeClr>
          </a:solidFill>
        </p:spPr>
        <p:txBody>
          <a:bodyPr wrap="square">
            <a:noAutofit/>
          </a:bodyPr>
          <a:lstStyle>
            <a:lvl1pPr>
              <a:defRPr sz="200"/>
            </a:lvl1pPr>
          </a:lstStyle>
          <a:p>
            <a:r>
              <a:rPr lang="en-GB"/>
              <a:t>Click icon to add picture</a:t>
            </a:r>
            <a:endParaRPr lang="en-BE"/>
          </a:p>
        </p:txBody>
      </p:sp>
      <p:sp>
        <p:nvSpPr>
          <p:cNvPr id="2" name="Text Placeholder 15">
            <a:extLst>
              <a:ext uri="{FF2B5EF4-FFF2-40B4-BE49-F238E27FC236}">
                <a16:creationId xmlns:a16="http://schemas.microsoft.com/office/drawing/2014/main" id="{85A07F58-B646-4F6D-A196-1FEA8A9A5DA9}"/>
              </a:ext>
            </a:extLst>
          </p:cNvPr>
          <p:cNvSpPr>
            <a:spLocks noGrp="1"/>
          </p:cNvSpPr>
          <p:nvPr>
            <p:ph type="body" sz="quarter" idx="13" hasCustomPrompt="1"/>
          </p:nvPr>
        </p:nvSpPr>
        <p:spPr>
          <a:xfrm>
            <a:off x="1480457" y="536681"/>
            <a:ext cx="10160681" cy="535914"/>
          </a:xfrm>
        </p:spPr>
        <p:txBody>
          <a:bodyPr anchor="ctr">
            <a:noAutofit/>
          </a:bodyPr>
          <a:lstStyle>
            <a:lvl1pPr>
              <a:defRPr b="1" i="0">
                <a:solidFill>
                  <a:schemeClr val="bg1"/>
                </a:solidFill>
                <a:latin typeface="Montserrat" pitchFamily="2" charset="77"/>
              </a:defRPr>
            </a:lvl1pPr>
          </a:lstStyle>
          <a:p>
            <a:pPr lvl="0"/>
            <a:r>
              <a:rPr lang="en-US" sz="2000" b="1">
                <a:solidFill>
                  <a:srgbClr val="FFFFFF"/>
                </a:solidFill>
              </a:rPr>
              <a:t>[insert First + Last name]</a:t>
            </a:r>
            <a:endParaRPr lang="en-BE" sz="1050">
              <a:solidFill>
                <a:schemeClr val="tx2"/>
              </a:solidFill>
            </a:endParaRPr>
          </a:p>
        </p:txBody>
      </p:sp>
    </p:spTree>
    <p:extLst>
      <p:ext uri="{BB962C8B-B14F-4D97-AF65-F5344CB8AC3E}">
        <p14:creationId xmlns:p14="http://schemas.microsoft.com/office/powerpoint/2010/main" val="1905480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2" name="Freeform 41">
            <a:extLst>
              <a:ext uri="{FF2B5EF4-FFF2-40B4-BE49-F238E27FC236}">
                <a16:creationId xmlns:a16="http://schemas.microsoft.com/office/drawing/2014/main" id="{D2955A85-DC03-CAF8-3E75-0B6FF549A163}"/>
              </a:ext>
            </a:extLst>
          </p:cNvPr>
          <p:cNvSpPr/>
          <p:nvPr userDrawn="1"/>
        </p:nvSpPr>
        <p:spPr>
          <a:xfrm flipV="1">
            <a:off x="0" y="6308723"/>
            <a:ext cx="11189456" cy="549276"/>
          </a:xfrm>
          <a:custGeom>
            <a:avLst/>
            <a:gdLst>
              <a:gd name="connsiteX0" fmla="*/ 1444497 w 11189456"/>
              <a:gd name="connsiteY0" fmla="*/ 0 h 549276"/>
              <a:gd name="connsiteX1" fmla="*/ 10995520 w 11189456"/>
              <a:gd name="connsiteY1" fmla="*/ 0 h 549276"/>
              <a:gd name="connsiteX2" fmla="*/ 11189456 w 11189456"/>
              <a:gd name="connsiteY2" fmla="*/ 546102 h 549276"/>
              <a:gd name="connsiteX3" fmla="*/ 1739900 w 11189456"/>
              <a:gd name="connsiteY3" fmla="*/ 546102 h 549276"/>
              <a:gd name="connsiteX4" fmla="*/ 1739900 w 11189456"/>
              <a:gd name="connsiteY4" fmla="*/ 549276 h 549276"/>
              <a:gd name="connsiteX5" fmla="*/ 0 w 11189456"/>
              <a:gd name="connsiteY5" fmla="*/ 549276 h 549276"/>
              <a:gd name="connsiteX6" fmla="*/ 0 w 11189456"/>
              <a:gd name="connsiteY6" fmla="*/ 1 h 549276"/>
              <a:gd name="connsiteX7" fmla="*/ 1444497 w 11189456"/>
              <a:gd name="connsiteY7" fmla="*/ 1 h 54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89456" h="549276">
                <a:moveTo>
                  <a:pt x="1444497" y="0"/>
                </a:moveTo>
                <a:lnTo>
                  <a:pt x="10995520" y="0"/>
                </a:lnTo>
                <a:lnTo>
                  <a:pt x="11189456" y="546102"/>
                </a:lnTo>
                <a:lnTo>
                  <a:pt x="1739900" y="546102"/>
                </a:lnTo>
                <a:lnTo>
                  <a:pt x="1739900" y="549276"/>
                </a:lnTo>
                <a:lnTo>
                  <a:pt x="0" y="549276"/>
                </a:lnTo>
                <a:lnTo>
                  <a:pt x="0" y="1"/>
                </a:lnTo>
                <a:lnTo>
                  <a:pt x="1444497" y="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1" i="0" u="none" strike="noStrike" kern="1200" cap="none" spc="0" normalizeH="0" baseline="0" noProof="0">
              <a:ln>
                <a:noFill/>
              </a:ln>
              <a:solidFill>
                <a:srgbClr val="FFFFFF"/>
              </a:solidFill>
              <a:effectLst/>
              <a:uLnTx/>
              <a:uFillTx/>
              <a:latin typeface="Montserrat" pitchFamily="2" charset="77"/>
              <a:ea typeface="+mn-ea"/>
              <a:cs typeface="+mn-cs"/>
            </a:endParaRPr>
          </a:p>
        </p:txBody>
      </p:sp>
      <p:sp>
        <p:nvSpPr>
          <p:cNvPr id="11" name="Slide Number Placeholder 5">
            <a:extLst>
              <a:ext uri="{FF2B5EF4-FFF2-40B4-BE49-F238E27FC236}">
                <a16:creationId xmlns:a16="http://schemas.microsoft.com/office/drawing/2014/main" id="{95C0D1E9-C827-0842-A68B-EB51CFE00BB1}"/>
              </a:ext>
            </a:extLst>
          </p:cNvPr>
          <p:cNvSpPr txBox="1">
            <a:spLocks/>
          </p:cNvSpPr>
          <p:nvPr userDrawn="1"/>
        </p:nvSpPr>
        <p:spPr>
          <a:xfrm>
            <a:off x="11072627" y="6424917"/>
            <a:ext cx="558125" cy="298538"/>
          </a:xfrm>
          <a:prstGeom prst="rect">
            <a:avLst/>
          </a:prstGeom>
        </p:spPr>
        <p:txBody>
          <a:bodyPr lIns="0" tIns="0" rIns="0" bIns="0" anchor="ctr"/>
          <a:lstStyle>
            <a:defPPr>
              <a:defRPr lang="en-US"/>
            </a:defPPr>
            <a:lvl1pPr marL="0" algn="ctr" defTabSz="914400" rtl="0" eaLnBrk="1" latinLnBrk="0" hangingPunct="1">
              <a:defRPr sz="1400" b="1" kern="1200">
                <a:solidFill>
                  <a:srgbClr val="2BADBE"/>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448CC0F-C11C-9046-BD8D-B18DFE3E7258}" type="slidenum">
              <a:rPr kumimoji="0" lang="en-US" sz="1200" b="0" i="0" u="none" strike="noStrike" kern="1200" cap="none" spc="0" normalizeH="0" baseline="0" noProof="0" smtClean="0">
                <a:ln>
                  <a:noFill/>
                </a:ln>
                <a:solidFill>
                  <a:srgbClr val="2BADBE"/>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2BADBE"/>
              </a:solidFill>
              <a:effectLst/>
              <a:uLnTx/>
              <a:uFillTx/>
              <a:latin typeface="Montserrat" pitchFamily="2" charset="77"/>
              <a:ea typeface="+mn-ea"/>
              <a:cs typeface="+mn-cs"/>
            </a:endParaRPr>
          </a:p>
        </p:txBody>
      </p:sp>
      <p:sp>
        <p:nvSpPr>
          <p:cNvPr id="36" name="Title Placeholder 35">
            <a:extLst>
              <a:ext uri="{FF2B5EF4-FFF2-40B4-BE49-F238E27FC236}">
                <a16:creationId xmlns:a16="http://schemas.microsoft.com/office/drawing/2014/main" id="{9B6D5B6E-2F8E-32F9-30E8-34969F63350C}"/>
              </a:ext>
            </a:extLst>
          </p:cNvPr>
          <p:cNvSpPr>
            <a:spLocks noGrp="1"/>
          </p:cNvSpPr>
          <p:nvPr>
            <p:ph type="title"/>
          </p:nvPr>
        </p:nvSpPr>
        <p:spPr>
          <a:xfrm>
            <a:off x="550863" y="549275"/>
            <a:ext cx="11079889" cy="874039"/>
          </a:xfrm>
          <a:prstGeom prst="rect">
            <a:avLst/>
          </a:prstGeom>
        </p:spPr>
        <p:txBody>
          <a:bodyPr vert="horz" lIns="0" tIns="0" rIns="0" bIns="0" rtlCol="0" anchor="t">
            <a:normAutofit/>
          </a:bodyPr>
          <a:lstStyle/>
          <a:p>
            <a:r>
              <a:rPr lang="en-GB"/>
              <a:t>Click to edit Master title style</a:t>
            </a:r>
            <a:endParaRPr lang="nl-NL"/>
          </a:p>
        </p:txBody>
      </p:sp>
      <p:sp>
        <p:nvSpPr>
          <p:cNvPr id="37" name="Text Placeholder 36">
            <a:extLst>
              <a:ext uri="{FF2B5EF4-FFF2-40B4-BE49-F238E27FC236}">
                <a16:creationId xmlns:a16="http://schemas.microsoft.com/office/drawing/2014/main" id="{C1EF3FBA-E1C6-FCEC-96C8-C42CE021B49F}"/>
              </a:ext>
            </a:extLst>
          </p:cNvPr>
          <p:cNvSpPr>
            <a:spLocks noGrp="1"/>
          </p:cNvSpPr>
          <p:nvPr>
            <p:ph type="body" idx="1"/>
          </p:nvPr>
        </p:nvSpPr>
        <p:spPr>
          <a:xfrm>
            <a:off x="550863" y="1423314"/>
            <a:ext cx="11079889" cy="4611121"/>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28" name="Freeform 27">
            <a:extLst>
              <a:ext uri="{FF2B5EF4-FFF2-40B4-BE49-F238E27FC236}">
                <a16:creationId xmlns:a16="http://schemas.microsoft.com/office/drawing/2014/main" id="{6BEBF737-4BAD-1299-C4F8-D5A41493DF99}"/>
              </a:ext>
            </a:extLst>
          </p:cNvPr>
          <p:cNvSpPr/>
          <p:nvPr/>
        </p:nvSpPr>
        <p:spPr>
          <a:xfrm>
            <a:off x="561248" y="6478888"/>
            <a:ext cx="127332" cy="190758"/>
          </a:xfrm>
          <a:custGeom>
            <a:avLst/>
            <a:gdLst>
              <a:gd name="connsiteX0" fmla="*/ 0 w 127332"/>
              <a:gd name="connsiteY0" fmla="*/ 0 h 190758"/>
              <a:gd name="connsiteX1" fmla="*/ 0 w 127332"/>
              <a:gd name="connsiteY1" fmla="*/ 190759 h 190758"/>
              <a:gd name="connsiteX2" fmla="*/ 106064 w 127332"/>
              <a:gd name="connsiteY2" fmla="*/ 190759 h 190758"/>
              <a:gd name="connsiteX3" fmla="*/ 127332 w 127332"/>
              <a:gd name="connsiteY3" fmla="*/ 129320 h 190758"/>
              <a:gd name="connsiteX4" fmla="*/ 69314 w 127332"/>
              <a:gd name="connsiteY4" fmla="*/ 129320 h 190758"/>
              <a:gd name="connsiteX5" fmla="*/ 69314 w 127332"/>
              <a:gd name="connsiteY5" fmla="*/ 0 h 190758"/>
              <a:gd name="connsiteX6" fmla="*/ 0 w 127332"/>
              <a:gd name="connsiteY6" fmla="*/ 0 h 190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332" h="190758">
                <a:moveTo>
                  <a:pt x="0" y="0"/>
                </a:moveTo>
                <a:lnTo>
                  <a:pt x="0" y="190759"/>
                </a:lnTo>
                <a:lnTo>
                  <a:pt x="106064" y="190759"/>
                </a:lnTo>
                <a:lnTo>
                  <a:pt x="127332" y="129320"/>
                </a:lnTo>
                <a:lnTo>
                  <a:pt x="69314" y="129320"/>
                </a:lnTo>
                <a:lnTo>
                  <a:pt x="69314" y="0"/>
                </a:lnTo>
                <a:lnTo>
                  <a:pt x="0" y="0"/>
                </a:lnTo>
                <a:close/>
              </a:path>
            </a:pathLst>
          </a:custGeom>
          <a:solidFill>
            <a:srgbClr val="15487D"/>
          </a:solidFill>
          <a:ln w="5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0000"/>
              </a:solidFill>
              <a:effectLst/>
              <a:uLnTx/>
              <a:uFillTx/>
              <a:latin typeface="Montserrat"/>
              <a:ea typeface="+mn-ea"/>
              <a:cs typeface="+mn-cs"/>
            </a:endParaRPr>
          </a:p>
        </p:txBody>
      </p:sp>
      <p:sp>
        <p:nvSpPr>
          <p:cNvPr id="29" name="Freeform 28">
            <a:extLst>
              <a:ext uri="{FF2B5EF4-FFF2-40B4-BE49-F238E27FC236}">
                <a16:creationId xmlns:a16="http://schemas.microsoft.com/office/drawing/2014/main" id="{C7DDD466-BA67-8DB0-AF73-D6C74D85065D}"/>
              </a:ext>
            </a:extLst>
          </p:cNvPr>
          <p:cNvSpPr/>
          <p:nvPr/>
        </p:nvSpPr>
        <p:spPr>
          <a:xfrm>
            <a:off x="692161" y="6478833"/>
            <a:ext cx="210035" cy="190813"/>
          </a:xfrm>
          <a:custGeom>
            <a:avLst/>
            <a:gdLst>
              <a:gd name="connsiteX0" fmla="*/ 106505 w 210035"/>
              <a:gd name="connsiteY0" fmla="*/ 63861 h 190813"/>
              <a:gd name="connsiteX1" fmla="*/ 103916 w 210035"/>
              <a:gd name="connsiteY1" fmla="*/ 63861 h 190813"/>
              <a:gd name="connsiteX2" fmla="*/ 100775 w 210035"/>
              <a:gd name="connsiteY2" fmla="*/ 85332 h 190813"/>
              <a:gd name="connsiteX3" fmla="*/ 91298 w 210035"/>
              <a:gd name="connsiteY3" fmla="*/ 121942 h 190813"/>
              <a:gd name="connsiteX4" fmla="*/ 119068 w 210035"/>
              <a:gd name="connsiteY4" fmla="*/ 121942 h 190813"/>
              <a:gd name="connsiteX5" fmla="*/ 110197 w 210035"/>
              <a:gd name="connsiteY5" fmla="*/ 85332 h 190813"/>
              <a:gd name="connsiteX6" fmla="*/ 106505 w 210035"/>
              <a:gd name="connsiteY6" fmla="*/ 63861 h 190813"/>
              <a:gd name="connsiteX7" fmla="*/ 78460 w 210035"/>
              <a:gd name="connsiteY7" fmla="*/ 167086 h 190813"/>
              <a:gd name="connsiteX8" fmla="*/ 73281 w 210035"/>
              <a:gd name="connsiteY8" fmla="*/ 190814 h 190813"/>
              <a:gd name="connsiteX9" fmla="*/ 0 w 210035"/>
              <a:gd name="connsiteY9" fmla="*/ 190814 h 190813"/>
              <a:gd name="connsiteX10" fmla="*/ 66118 w 210035"/>
              <a:gd name="connsiteY10" fmla="*/ 0 h 190813"/>
              <a:gd name="connsiteX11" fmla="*/ 143917 w 210035"/>
              <a:gd name="connsiteY11" fmla="*/ 0 h 190813"/>
              <a:gd name="connsiteX12" fmla="*/ 210035 w 210035"/>
              <a:gd name="connsiteY12" fmla="*/ 190814 h 190813"/>
              <a:gd name="connsiteX13" fmla="*/ 137415 w 210035"/>
              <a:gd name="connsiteY13" fmla="*/ 190814 h 190813"/>
              <a:gd name="connsiteX14" fmla="*/ 131134 w 210035"/>
              <a:gd name="connsiteY14" fmla="*/ 167086 h 190813"/>
              <a:gd name="connsiteX15" fmla="*/ 78460 w 210035"/>
              <a:gd name="connsiteY15" fmla="*/ 167086 h 190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0035" h="190813">
                <a:moveTo>
                  <a:pt x="106505" y="63861"/>
                </a:moveTo>
                <a:lnTo>
                  <a:pt x="103916" y="63861"/>
                </a:lnTo>
                <a:cubicBezTo>
                  <a:pt x="103640" y="71128"/>
                  <a:pt x="102593" y="78285"/>
                  <a:pt x="100775" y="85332"/>
                </a:cubicBezTo>
                <a:lnTo>
                  <a:pt x="91298" y="121942"/>
                </a:lnTo>
                <a:lnTo>
                  <a:pt x="119068" y="121942"/>
                </a:lnTo>
                <a:lnTo>
                  <a:pt x="110197" y="85332"/>
                </a:lnTo>
                <a:cubicBezTo>
                  <a:pt x="108599" y="78230"/>
                  <a:pt x="107332" y="71073"/>
                  <a:pt x="106505" y="63861"/>
                </a:cubicBezTo>
                <a:moveTo>
                  <a:pt x="78460" y="167086"/>
                </a:moveTo>
                <a:lnTo>
                  <a:pt x="73281" y="190814"/>
                </a:lnTo>
                <a:lnTo>
                  <a:pt x="0" y="190814"/>
                </a:lnTo>
                <a:lnTo>
                  <a:pt x="66118" y="0"/>
                </a:lnTo>
                <a:lnTo>
                  <a:pt x="143917" y="0"/>
                </a:lnTo>
                <a:lnTo>
                  <a:pt x="210035" y="190814"/>
                </a:lnTo>
                <a:lnTo>
                  <a:pt x="137415" y="190814"/>
                </a:lnTo>
                <a:lnTo>
                  <a:pt x="131134" y="167086"/>
                </a:lnTo>
                <a:lnTo>
                  <a:pt x="78460" y="167086"/>
                </a:lnTo>
                <a:close/>
              </a:path>
            </a:pathLst>
          </a:custGeom>
          <a:solidFill>
            <a:srgbClr val="15487D"/>
          </a:solidFill>
          <a:ln w="5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0000"/>
              </a:solidFill>
              <a:effectLst/>
              <a:uLnTx/>
              <a:uFillTx/>
              <a:latin typeface="Montserrat"/>
              <a:ea typeface="+mn-ea"/>
              <a:cs typeface="+mn-cs"/>
            </a:endParaRPr>
          </a:p>
        </p:txBody>
      </p:sp>
      <p:sp>
        <p:nvSpPr>
          <p:cNvPr id="30" name="Freeform 29">
            <a:extLst>
              <a:ext uri="{FF2B5EF4-FFF2-40B4-BE49-F238E27FC236}">
                <a16:creationId xmlns:a16="http://schemas.microsoft.com/office/drawing/2014/main" id="{9ED62312-4332-605D-E1EB-F7C8FD64E865}"/>
              </a:ext>
            </a:extLst>
          </p:cNvPr>
          <p:cNvSpPr/>
          <p:nvPr/>
        </p:nvSpPr>
        <p:spPr>
          <a:xfrm>
            <a:off x="1058148" y="6474594"/>
            <a:ext cx="211857" cy="199346"/>
          </a:xfrm>
          <a:custGeom>
            <a:avLst/>
            <a:gdLst>
              <a:gd name="connsiteX0" fmla="*/ 81027 w 211857"/>
              <a:gd name="connsiteY0" fmla="*/ 71184 h 199346"/>
              <a:gd name="connsiteX1" fmla="*/ 70117 w 211857"/>
              <a:gd name="connsiteY1" fmla="*/ 99756 h 199346"/>
              <a:gd name="connsiteX2" fmla="*/ 81027 w 211857"/>
              <a:gd name="connsiteY2" fmla="*/ 128053 h 199346"/>
              <a:gd name="connsiteX3" fmla="*/ 105931 w 211857"/>
              <a:gd name="connsiteY3" fmla="*/ 137798 h 199346"/>
              <a:gd name="connsiteX4" fmla="*/ 130836 w 211857"/>
              <a:gd name="connsiteY4" fmla="*/ 128053 h 199346"/>
              <a:gd name="connsiteX5" fmla="*/ 141690 w 211857"/>
              <a:gd name="connsiteY5" fmla="*/ 99756 h 199346"/>
              <a:gd name="connsiteX6" fmla="*/ 130836 w 211857"/>
              <a:gd name="connsiteY6" fmla="*/ 71184 h 199346"/>
              <a:gd name="connsiteX7" fmla="*/ 105931 w 211857"/>
              <a:gd name="connsiteY7" fmla="*/ 61439 h 199346"/>
              <a:gd name="connsiteX8" fmla="*/ 81027 w 211857"/>
              <a:gd name="connsiteY8" fmla="*/ 71184 h 199346"/>
              <a:gd name="connsiteX9" fmla="*/ 185218 w 211857"/>
              <a:gd name="connsiteY9" fmla="*/ 168737 h 199346"/>
              <a:gd name="connsiteX10" fmla="*/ 105931 w 211857"/>
              <a:gd name="connsiteY10" fmla="*/ 199347 h 199346"/>
              <a:gd name="connsiteX11" fmla="*/ 26645 w 211857"/>
              <a:gd name="connsiteY11" fmla="*/ 168737 h 199346"/>
              <a:gd name="connsiteX12" fmla="*/ 32 w 211857"/>
              <a:gd name="connsiteY12" fmla="*/ 99536 h 199346"/>
              <a:gd name="connsiteX13" fmla="*/ 26645 w 211857"/>
              <a:gd name="connsiteY13" fmla="*/ 30609 h 199346"/>
              <a:gd name="connsiteX14" fmla="*/ 105931 w 211857"/>
              <a:gd name="connsiteY14" fmla="*/ 0 h 199346"/>
              <a:gd name="connsiteX15" fmla="*/ 185218 w 211857"/>
              <a:gd name="connsiteY15" fmla="*/ 30609 h 199346"/>
              <a:gd name="connsiteX16" fmla="*/ 211830 w 211857"/>
              <a:gd name="connsiteY16" fmla="*/ 99536 h 199346"/>
              <a:gd name="connsiteX17" fmla="*/ 185218 w 211857"/>
              <a:gd name="connsiteY17" fmla="*/ 168737 h 199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1857" h="199346">
                <a:moveTo>
                  <a:pt x="81027" y="71184"/>
                </a:moveTo>
                <a:cubicBezTo>
                  <a:pt x="73974" y="79056"/>
                  <a:pt x="70117" y="89241"/>
                  <a:pt x="70117" y="99756"/>
                </a:cubicBezTo>
                <a:cubicBezTo>
                  <a:pt x="69952" y="110271"/>
                  <a:pt x="73864" y="120401"/>
                  <a:pt x="81027" y="128053"/>
                </a:cubicBezTo>
                <a:cubicBezTo>
                  <a:pt x="87694" y="134494"/>
                  <a:pt x="96675" y="138018"/>
                  <a:pt x="105931" y="137798"/>
                </a:cubicBezTo>
                <a:cubicBezTo>
                  <a:pt x="115188" y="138018"/>
                  <a:pt x="124169" y="134494"/>
                  <a:pt x="130836" y="128053"/>
                </a:cubicBezTo>
                <a:cubicBezTo>
                  <a:pt x="138054" y="120401"/>
                  <a:pt x="141966" y="110216"/>
                  <a:pt x="141690" y="99756"/>
                </a:cubicBezTo>
                <a:cubicBezTo>
                  <a:pt x="142131" y="89131"/>
                  <a:pt x="138219" y="78781"/>
                  <a:pt x="130836" y="71184"/>
                </a:cubicBezTo>
                <a:cubicBezTo>
                  <a:pt x="124169" y="64742"/>
                  <a:pt x="115188" y="61219"/>
                  <a:pt x="105931" y="61439"/>
                </a:cubicBezTo>
                <a:cubicBezTo>
                  <a:pt x="96620" y="61054"/>
                  <a:pt x="87583" y="64577"/>
                  <a:pt x="81027" y="71184"/>
                </a:cubicBezTo>
                <a:moveTo>
                  <a:pt x="185218" y="168737"/>
                </a:moveTo>
                <a:cubicBezTo>
                  <a:pt x="168909" y="185308"/>
                  <a:pt x="142296" y="199347"/>
                  <a:pt x="105931" y="199347"/>
                </a:cubicBezTo>
                <a:cubicBezTo>
                  <a:pt x="69566" y="199347"/>
                  <a:pt x="42954" y="185308"/>
                  <a:pt x="26645" y="168737"/>
                </a:cubicBezTo>
                <a:cubicBezTo>
                  <a:pt x="8958" y="150075"/>
                  <a:pt x="-629" y="125191"/>
                  <a:pt x="32" y="99536"/>
                </a:cubicBezTo>
                <a:cubicBezTo>
                  <a:pt x="-519" y="73936"/>
                  <a:pt x="9013" y="49162"/>
                  <a:pt x="26645" y="30609"/>
                </a:cubicBezTo>
                <a:cubicBezTo>
                  <a:pt x="42954" y="14039"/>
                  <a:pt x="69566" y="0"/>
                  <a:pt x="105931" y="0"/>
                </a:cubicBezTo>
                <a:cubicBezTo>
                  <a:pt x="142296" y="0"/>
                  <a:pt x="168909" y="14039"/>
                  <a:pt x="185218" y="30609"/>
                </a:cubicBezTo>
                <a:cubicBezTo>
                  <a:pt x="202849" y="49162"/>
                  <a:pt x="212436" y="73936"/>
                  <a:pt x="211830" y="99536"/>
                </a:cubicBezTo>
                <a:cubicBezTo>
                  <a:pt x="212436" y="125246"/>
                  <a:pt x="202904" y="150130"/>
                  <a:pt x="185218" y="168737"/>
                </a:cubicBezTo>
              </a:path>
            </a:pathLst>
          </a:custGeom>
          <a:solidFill>
            <a:srgbClr val="16BECF"/>
          </a:solidFill>
          <a:ln w="5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0000"/>
              </a:solidFill>
              <a:effectLst/>
              <a:uLnTx/>
              <a:uFillTx/>
              <a:latin typeface="Montserrat"/>
              <a:ea typeface="+mn-ea"/>
              <a:cs typeface="+mn-cs"/>
            </a:endParaRPr>
          </a:p>
        </p:txBody>
      </p:sp>
      <p:sp>
        <p:nvSpPr>
          <p:cNvPr id="31" name="Freeform 30">
            <a:extLst>
              <a:ext uri="{FF2B5EF4-FFF2-40B4-BE49-F238E27FC236}">
                <a16:creationId xmlns:a16="http://schemas.microsoft.com/office/drawing/2014/main" id="{65913E48-7826-9237-87A0-A09CF24FF6D4}"/>
              </a:ext>
            </a:extLst>
          </p:cNvPr>
          <p:cNvSpPr/>
          <p:nvPr/>
        </p:nvSpPr>
        <p:spPr>
          <a:xfrm>
            <a:off x="900461" y="6474639"/>
            <a:ext cx="157222" cy="199420"/>
          </a:xfrm>
          <a:custGeom>
            <a:avLst/>
            <a:gdLst>
              <a:gd name="connsiteX0" fmla="*/ 134632 w 157222"/>
              <a:gd name="connsiteY0" fmla="*/ 123438 h 199420"/>
              <a:gd name="connsiteX1" fmla="*/ 130776 w 157222"/>
              <a:gd name="connsiteY1" fmla="*/ 128062 h 199420"/>
              <a:gd name="connsiteX2" fmla="*/ 105871 w 157222"/>
              <a:gd name="connsiteY2" fmla="*/ 137807 h 199420"/>
              <a:gd name="connsiteX3" fmla="*/ 80967 w 157222"/>
              <a:gd name="connsiteY3" fmla="*/ 128062 h 199420"/>
              <a:gd name="connsiteX4" fmla="*/ 70057 w 157222"/>
              <a:gd name="connsiteY4" fmla="*/ 99765 h 199420"/>
              <a:gd name="connsiteX5" fmla="*/ 80967 w 157222"/>
              <a:gd name="connsiteY5" fmla="*/ 71193 h 199420"/>
              <a:gd name="connsiteX6" fmla="*/ 105871 w 157222"/>
              <a:gd name="connsiteY6" fmla="*/ 61448 h 199420"/>
              <a:gd name="connsiteX7" fmla="*/ 130776 w 157222"/>
              <a:gd name="connsiteY7" fmla="*/ 71193 h 199420"/>
              <a:gd name="connsiteX8" fmla="*/ 134688 w 157222"/>
              <a:gd name="connsiteY8" fmla="*/ 75762 h 199420"/>
              <a:gd name="connsiteX9" fmla="*/ 157168 w 157222"/>
              <a:gd name="connsiteY9" fmla="*/ 10910 h 199420"/>
              <a:gd name="connsiteX10" fmla="*/ 105926 w 157222"/>
              <a:gd name="connsiteY10" fmla="*/ 9 h 199420"/>
              <a:gd name="connsiteX11" fmla="*/ 26640 w 157222"/>
              <a:gd name="connsiteY11" fmla="*/ 30619 h 199420"/>
              <a:gd name="connsiteX12" fmla="*/ 27 w 157222"/>
              <a:gd name="connsiteY12" fmla="*/ 99545 h 199420"/>
              <a:gd name="connsiteX13" fmla="*/ 26640 w 157222"/>
              <a:gd name="connsiteY13" fmla="*/ 168802 h 199420"/>
              <a:gd name="connsiteX14" fmla="*/ 105926 w 157222"/>
              <a:gd name="connsiteY14" fmla="*/ 199411 h 199420"/>
              <a:gd name="connsiteX15" fmla="*/ 157223 w 157222"/>
              <a:gd name="connsiteY15" fmla="*/ 188456 h 199420"/>
              <a:gd name="connsiteX16" fmla="*/ 134688 w 157222"/>
              <a:gd name="connsiteY16" fmla="*/ 123548 h 19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222" h="199420">
                <a:moveTo>
                  <a:pt x="134632" y="123438"/>
                </a:moveTo>
                <a:cubicBezTo>
                  <a:pt x="133475" y="125090"/>
                  <a:pt x="132208" y="126686"/>
                  <a:pt x="130776" y="128062"/>
                </a:cubicBezTo>
                <a:cubicBezTo>
                  <a:pt x="124109" y="134504"/>
                  <a:pt x="115128" y="138027"/>
                  <a:pt x="105871" y="137807"/>
                </a:cubicBezTo>
                <a:cubicBezTo>
                  <a:pt x="96615" y="138027"/>
                  <a:pt x="87634" y="134504"/>
                  <a:pt x="80967" y="128062"/>
                </a:cubicBezTo>
                <a:cubicBezTo>
                  <a:pt x="73804" y="120410"/>
                  <a:pt x="69892" y="110225"/>
                  <a:pt x="70057" y="99765"/>
                </a:cubicBezTo>
                <a:cubicBezTo>
                  <a:pt x="70057" y="89195"/>
                  <a:pt x="73914" y="79010"/>
                  <a:pt x="80967" y="71193"/>
                </a:cubicBezTo>
                <a:cubicBezTo>
                  <a:pt x="87523" y="64586"/>
                  <a:pt x="96560" y="61063"/>
                  <a:pt x="105871" y="61448"/>
                </a:cubicBezTo>
                <a:cubicBezTo>
                  <a:pt x="115128" y="61228"/>
                  <a:pt x="124109" y="64752"/>
                  <a:pt x="130776" y="71193"/>
                </a:cubicBezTo>
                <a:cubicBezTo>
                  <a:pt x="132208" y="72569"/>
                  <a:pt x="133531" y="74111"/>
                  <a:pt x="134688" y="75762"/>
                </a:cubicBezTo>
                <a:lnTo>
                  <a:pt x="157168" y="10910"/>
                </a:lnTo>
                <a:cubicBezTo>
                  <a:pt x="141134" y="3533"/>
                  <a:pt x="123613" y="-211"/>
                  <a:pt x="105926" y="9"/>
                </a:cubicBezTo>
                <a:cubicBezTo>
                  <a:pt x="69561" y="9"/>
                  <a:pt x="42949" y="13993"/>
                  <a:pt x="26640" y="30619"/>
                </a:cubicBezTo>
                <a:cubicBezTo>
                  <a:pt x="9008" y="49172"/>
                  <a:pt x="-579" y="73945"/>
                  <a:pt x="27" y="99545"/>
                </a:cubicBezTo>
                <a:cubicBezTo>
                  <a:pt x="-579" y="125255"/>
                  <a:pt x="9008" y="150139"/>
                  <a:pt x="26640" y="168802"/>
                </a:cubicBezTo>
                <a:cubicBezTo>
                  <a:pt x="42949" y="185373"/>
                  <a:pt x="69561" y="199411"/>
                  <a:pt x="105926" y="199411"/>
                </a:cubicBezTo>
                <a:cubicBezTo>
                  <a:pt x="123613" y="199631"/>
                  <a:pt x="141134" y="195888"/>
                  <a:pt x="157223" y="188456"/>
                </a:cubicBezTo>
                <a:lnTo>
                  <a:pt x="134688" y="123548"/>
                </a:lnTo>
                <a:close/>
              </a:path>
            </a:pathLst>
          </a:custGeom>
          <a:solidFill>
            <a:srgbClr val="15487D"/>
          </a:solidFill>
          <a:ln w="5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0000"/>
              </a:solidFill>
              <a:effectLst/>
              <a:uLnTx/>
              <a:uFillTx/>
              <a:latin typeface="Montserrat"/>
              <a:ea typeface="+mn-ea"/>
              <a:cs typeface="+mn-cs"/>
            </a:endParaRPr>
          </a:p>
        </p:txBody>
      </p:sp>
      <p:sp>
        <p:nvSpPr>
          <p:cNvPr id="32" name="Freeform 31">
            <a:extLst>
              <a:ext uri="{FF2B5EF4-FFF2-40B4-BE49-F238E27FC236}">
                <a16:creationId xmlns:a16="http://schemas.microsoft.com/office/drawing/2014/main" id="{0432E81F-0497-E3A9-D59C-99FC4B600080}"/>
              </a:ext>
            </a:extLst>
          </p:cNvPr>
          <p:cNvSpPr/>
          <p:nvPr/>
        </p:nvSpPr>
        <p:spPr>
          <a:xfrm>
            <a:off x="1247443" y="6418385"/>
            <a:ext cx="123310" cy="311765"/>
          </a:xfrm>
          <a:custGeom>
            <a:avLst/>
            <a:gdLst>
              <a:gd name="connsiteX0" fmla="*/ 107828 w 123310"/>
              <a:gd name="connsiteY0" fmla="*/ 0 h 311765"/>
              <a:gd name="connsiteX1" fmla="*/ 0 w 123310"/>
              <a:gd name="connsiteY1" fmla="*/ 311765 h 311765"/>
              <a:gd name="connsiteX2" fmla="*/ 15538 w 123310"/>
              <a:gd name="connsiteY2" fmla="*/ 311765 h 311765"/>
              <a:gd name="connsiteX3" fmla="*/ 123310 w 123310"/>
              <a:gd name="connsiteY3" fmla="*/ 0 h 311765"/>
              <a:gd name="connsiteX4" fmla="*/ 107828 w 123310"/>
              <a:gd name="connsiteY4" fmla="*/ 0 h 311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310" h="311765">
                <a:moveTo>
                  <a:pt x="107828" y="0"/>
                </a:moveTo>
                <a:lnTo>
                  <a:pt x="0" y="311765"/>
                </a:lnTo>
                <a:lnTo>
                  <a:pt x="15538" y="311765"/>
                </a:lnTo>
                <a:lnTo>
                  <a:pt x="123310" y="0"/>
                </a:lnTo>
                <a:lnTo>
                  <a:pt x="107828" y="0"/>
                </a:lnTo>
                <a:close/>
              </a:path>
            </a:pathLst>
          </a:custGeom>
          <a:solidFill>
            <a:srgbClr val="16BECF"/>
          </a:solidFill>
          <a:ln w="5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0000"/>
              </a:solidFill>
              <a:effectLst/>
              <a:uLnTx/>
              <a:uFillTx/>
              <a:latin typeface="Montserrat"/>
              <a:ea typeface="+mn-ea"/>
              <a:cs typeface="+mn-cs"/>
            </a:endParaRPr>
          </a:p>
        </p:txBody>
      </p:sp>
    </p:spTree>
    <p:extLst>
      <p:ext uri="{BB962C8B-B14F-4D97-AF65-F5344CB8AC3E}">
        <p14:creationId xmlns:p14="http://schemas.microsoft.com/office/powerpoint/2010/main" val="1588660406"/>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 id="2147483855" r:id="rId14"/>
    <p:sldLayoutId id="2147483856" r:id="rId15"/>
    <p:sldLayoutId id="2147483857" r:id="rId16"/>
    <p:sldLayoutId id="2147483858" r:id="rId17"/>
    <p:sldLayoutId id="2147483859" r:id="rId18"/>
    <p:sldLayoutId id="2147483860" r:id="rId19"/>
    <p:sldLayoutId id="2147483861" r:id="rId20"/>
    <p:sldLayoutId id="2147483862" r:id="rId21"/>
    <p:sldLayoutId id="2147483863" r:id="rId22"/>
    <p:sldLayoutId id="2147483864" r:id="rId23"/>
    <p:sldLayoutId id="2147483865" r:id="rId24"/>
    <p:sldLayoutId id="2147483866" r:id="rId25"/>
    <p:sldLayoutId id="2147483867" r:id="rId26"/>
    <p:sldLayoutId id="2147483868" r:id="rId27"/>
    <p:sldLayoutId id="2147483869" r:id="rId28"/>
    <p:sldLayoutId id="2147483870" r:id="rId29"/>
    <p:sldLayoutId id="2147483871" r:id="rId30"/>
    <p:sldLayoutId id="2147483872" r:id="rId31"/>
    <p:sldLayoutId id="2147483873" r:id="rId32"/>
    <p:sldLayoutId id="2147483874" r:id="rId33"/>
    <p:sldLayoutId id="2147483875" r:id="rId34"/>
    <p:sldLayoutId id="2147483876" r:id="rId35"/>
    <p:sldLayoutId id="2147483877" r:id="rId36"/>
    <p:sldLayoutId id="2147483878" r:id="rId37"/>
    <p:sldLayoutId id="2147483879" r:id="rId38"/>
    <p:sldLayoutId id="2147483880" r:id="rId39"/>
    <p:sldLayoutId id="2147483881" r:id="rId40"/>
    <p:sldLayoutId id="2147483882" r:id="rId41"/>
    <p:sldLayoutId id="2147483883" r:id="rId42"/>
  </p:sldLayoutIdLst>
  <p:hf hdr="0" ftr="0"/>
  <p:txStyles>
    <p:titleStyle>
      <a:lvl1pPr marL="0" indent="0" algn="l" defTabSz="914400" rtl="0" eaLnBrk="1" latinLnBrk="0" hangingPunct="1">
        <a:lnSpc>
          <a:spcPct val="90000"/>
        </a:lnSpc>
        <a:spcBef>
          <a:spcPct val="0"/>
        </a:spcBef>
        <a:buNone/>
        <a:tabLst/>
        <a:defRPr sz="3200" b="1" i="0" kern="1200">
          <a:solidFill>
            <a:schemeClr val="accent1"/>
          </a:solidFill>
          <a:latin typeface="Montserrat" pitchFamily="2" charset="77"/>
          <a:ea typeface="+mj-ea"/>
          <a:cs typeface="+mj-cs"/>
        </a:defRPr>
      </a:lvl1pPr>
    </p:titleStyle>
    <p:bodyStyle>
      <a:lvl1pPr marL="0" indent="0" algn="l" defTabSz="914400" rtl="0" eaLnBrk="1" latinLnBrk="0" hangingPunct="1">
        <a:lnSpc>
          <a:spcPct val="90000"/>
        </a:lnSpc>
        <a:spcBef>
          <a:spcPts val="0"/>
        </a:spcBef>
        <a:spcAft>
          <a:spcPts val="1200"/>
        </a:spcAft>
        <a:buClr>
          <a:schemeClr val="accent1"/>
        </a:buClr>
        <a:buFont typeface="Arial" panose="020B0604020202020204" pitchFamily="34" charset="0"/>
        <a:buNone/>
        <a:defRPr sz="2000" b="0" i="0" kern="1200">
          <a:solidFill>
            <a:schemeClr val="tx2"/>
          </a:solidFill>
          <a:latin typeface="Montserrat" pitchFamily="2" charset="77"/>
          <a:ea typeface="+mn-ea"/>
          <a:cs typeface="+mn-cs"/>
        </a:defRPr>
      </a:lvl1pPr>
      <a:lvl2pPr marL="685800" indent="-228600" algn="l" defTabSz="914400" rtl="0" eaLnBrk="1" latinLnBrk="0" hangingPunct="1">
        <a:lnSpc>
          <a:spcPct val="90000"/>
        </a:lnSpc>
        <a:spcBef>
          <a:spcPts val="0"/>
        </a:spcBef>
        <a:spcAft>
          <a:spcPts val="1200"/>
        </a:spcAft>
        <a:buClr>
          <a:schemeClr val="accent1"/>
        </a:buClr>
        <a:buFont typeface="Montserrat" panose="020B0604020202020204" pitchFamily="34" charset="0"/>
        <a:buChar char="•"/>
        <a:defRPr sz="2000" b="0" i="0" kern="1200">
          <a:solidFill>
            <a:schemeClr val="tx2"/>
          </a:solidFill>
          <a:latin typeface="Montserrat" pitchFamily="2" charset="77"/>
          <a:ea typeface="+mn-ea"/>
          <a:cs typeface="+mn-cs"/>
        </a:defRPr>
      </a:lvl2pPr>
      <a:lvl3pPr marL="1143000" indent="-228600" algn="l" defTabSz="914400" rtl="0" eaLnBrk="1" latinLnBrk="0" hangingPunct="1">
        <a:lnSpc>
          <a:spcPct val="90000"/>
        </a:lnSpc>
        <a:spcBef>
          <a:spcPts val="0"/>
        </a:spcBef>
        <a:spcAft>
          <a:spcPts val="1200"/>
        </a:spcAft>
        <a:buClr>
          <a:schemeClr val="accent1"/>
        </a:buClr>
        <a:buFont typeface="Montserrat" panose="020B0604020202020204" pitchFamily="34" charset="0"/>
        <a:buChar char="•"/>
        <a:defRPr sz="2000" b="0" i="0" kern="1200">
          <a:solidFill>
            <a:schemeClr val="tx2"/>
          </a:solidFill>
          <a:latin typeface="Montserrat" pitchFamily="2" charset="77"/>
          <a:ea typeface="+mn-ea"/>
          <a:cs typeface="+mn-cs"/>
        </a:defRPr>
      </a:lvl3pPr>
      <a:lvl4pPr marL="1600200" indent="-228600" algn="l" defTabSz="914400" rtl="0" eaLnBrk="1" latinLnBrk="0" hangingPunct="1">
        <a:lnSpc>
          <a:spcPct val="90000"/>
        </a:lnSpc>
        <a:spcBef>
          <a:spcPts val="0"/>
        </a:spcBef>
        <a:spcAft>
          <a:spcPts val="1200"/>
        </a:spcAft>
        <a:buClr>
          <a:schemeClr val="accent1"/>
        </a:buClr>
        <a:buFont typeface="Montserrat" panose="020B0604020202020204" pitchFamily="34" charset="0"/>
        <a:buChar char="•"/>
        <a:defRPr sz="2000" b="0" i="0" kern="1200">
          <a:solidFill>
            <a:schemeClr val="tx2"/>
          </a:solidFill>
          <a:latin typeface="Montserrat" pitchFamily="2" charset="77"/>
          <a:ea typeface="+mn-ea"/>
          <a:cs typeface="+mn-cs"/>
        </a:defRPr>
      </a:lvl4pPr>
      <a:lvl5pPr marL="2057400" indent="-228600" algn="l" defTabSz="914400" rtl="0" eaLnBrk="1" latinLnBrk="0" hangingPunct="1">
        <a:lnSpc>
          <a:spcPct val="90000"/>
        </a:lnSpc>
        <a:spcBef>
          <a:spcPts val="0"/>
        </a:spcBef>
        <a:spcAft>
          <a:spcPts val="1200"/>
        </a:spcAft>
        <a:buClr>
          <a:schemeClr val="accent1"/>
        </a:buClr>
        <a:buFont typeface="Montserrat" panose="020B0604020202020204" pitchFamily="34" charset="0"/>
        <a:buChar char="•"/>
        <a:defRPr sz="2000" b="0" i="0" kern="1200">
          <a:solidFill>
            <a:schemeClr val="tx2"/>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Montserra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ontserra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ontserra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ontserra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3974">
          <p15:clr>
            <a:srgbClr val="F26B43"/>
          </p15:clr>
        </p15:guide>
        <p15:guide id="4" pos="347">
          <p15:clr>
            <a:srgbClr val="F26B43"/>
          </p15:clr>
        </p15:guide>
        <p15:guide id="5" orient="horz" pos="346">
          <p15:clr>
            <a:srgbClr val="F26B43"/>
          </p15:clr>
        </p15:guide>
        <p15:guide id="6" pos="7333">
          <p15:clr>
            <a:srgbClr val="F26B43"/>
          </p15:clr>
        </p15:guide>
        <p15:guide id="7" orient="horz" pos="897">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E0B5F4-65ED-6371-66C0-D33CBC37B554}"/>
              </a:ext>
            </a:extLst>
          </p:cNvPr>
          <p:cNvSpPr>
            <a:spLocks noGrp="1"/>
          </p:cNvSpPr>
          <p:nvPr>
            <p:ph type="body" sz="quarter" idx="10"/>
          </p:nvPr>
        </p:nvSpPr>
        <p:spPr/>
        <p:txBody>
          <a:bodyPr/>
          <a:lstStyle/>
          <a:p>
            <a:r>
              <a:rPr lang="nl-BE">
                <a:solidFill>
                  <a:srgbClr val="FFFFFF"/>
                </a:solidFill>
              </a:rPr>
              <a:t>Oumar Coulibaly</a:t>
            </a:r>
            <a:endParaRPr lang="en-BE"/>
          </a:p>
        </p:txBody>
      </p:sp>
      <p:sp>
        <p:nvSpPr>
          <p:cNvPr id="3" name="Text Placeholder 2">
            <a:extLst>
              <a:ext uri="{FF2B5EF4-FFF2-40B4-BE49-F238E27FC236}">
                <a16:creationId xmlns:a16="http://schemas.microsoft.com/office/drawing/2014/main" id="{E689C8EF-F024-66CD-252F-E51C92B2FCB5}"/>
              </a:ext>
            </a:extLst>
          </p:cNvPr>
          <p:cNvSpPr>
            <a:spLocks noGrp="1"/>
          </p:cNvSpPr>
          <p:nvPr>
            <p:ph type="body" sz="quarter" idx="11"/>
          </p:nvPr>
        </p:nvSpPr>
        <p:spPr/>
        <p:txBody>
          <a:bodyPr vert="horz" lIns="0" tIns="0" rIns="0" bIns="0" rtlCol="0" anchor="t">
            <a:noAutofit/>
          </a:bodyPr>
          <a:lstStyle/>
          <a:p>
            <a:r>
              <a:rPr lang="en-GB" dirty="0">
                <a:latin typeface="Montserrat SemiBold"/>
              </a:rPr>
              <a:t>BI Consultant</a:t>
            </a:r>
            <a:endParaRPr lang="en-US" dirty="0"/>
          </a:p>
        </p:txBody>
      </p:sp>
      <p:sp>
        <p:nvSpPr>
          <p:cNvPr id="6" name="Text Placeholder 5">
            <a:extLst>
              <a:ext uri="{FF2B5EF4-FFF2-40B4-BE49-F238E27FC236}">
                <a16:creationId xmlns:a16="http://schemas.microsoft.com/office/drawing/2014/main" id="{B731C717-70FA-20EF-73C8-1C3B98192A9A}"/>
              </a:ext>
            </a:extLst>
          </p:cNvPr>
          <p:cNvSpPr>
            <a:spLocks noGrp="1"/>
          </p:cNvSpPr>
          <p:nvPr>
            <p:ph type="body" sz="quarter" idx="12"/>
          </p:nvPr>
        </p:nvSpPr>
        <p:spPr/>
        <p:txBody>
          <a:bodyPr/>
          <a:lstStyle/>
          <a:p>
            <a:endParaRPr lang="nl-BE"/>
          </a:p>
        </p:txBody>
      </p:sp>
      <p:pic>
        <p:nvPicPr>
          <p:cNvPr id="9" name="Picture Placeholder 8" descr="A person with a beard&#10;&#10;AI-generated content may be incorrect.">
            <a:extLst>
              <a:ext uri="{FF2B5EF4-FFF2-40B4-BE49-F238E27FC236}">
                <a16:creationId xmlns:a16="http://schemas.microsoft.com/office/drawing/2014/main" id="{F3F10B55-4216-A2A9-5C31-071AF89C7AAC}"/>
              </a:ext>
            </a:extLst>
          </p:cNvPr>
          <p:cNvPicPr>
            <a:picLocks noGrp="1" noChangeAspect="1"/>
          </p:cNvPicPr>
          <p:nvPr>
            <p:ph type="pic" sz="quarter" idx="13"/>
          </p:nvPr>
        </p:nvPicPr>
        <p:blipFill>
          <a:blip r:embed="rId2">
            <a:extLst>
              <a:ext uri="{BEBA8EAE-BF5A-486C-A8C5-ECC9F3942E4B}">
                <a14:imgProps xmlns:a14="http://schemas.microsoft.com/office/drawing/2010/main">
                  <a14:imgLayer r:embed="rId3">
                    <a14:imgEffect>
                      <a14:saturation sat="0"/>
                    </a14:imgEffect>
                  </a14:imgLayer>
                </a14:imgProps>
              </a:ext>
            </a:extLst>
          </a:blip>
          <a:srcRect t="18228" b="18228"/>
          <a:stretch>
            <a:fillRect/>
          </a:stretch>
        </p:blipFill>
        <p:spPr/>
      </p:pic>
    </p:spTree>
    <p:extLst>
      <p:ext uri="{BB962C8B-B14F-4D97-AF65-F5344CB8AC3E}">
        <p14:creationId xmlns:p14="http://schemas.microsoft.com/office/powerpoint/2010/main" val="3609453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B14F34-BBD0-4679-8693-E6E0AA24C699}"/>
              </a:ext>
            </a:extLst>
          </p:cNvPr>
          <p:cNvSpPr>
            <a:spLocks noGrp="1"/>
          </p:cNvSpPr>
          <p:nvPr>
            <p:ph type="body" sz="quarter" idx="11"/>
          </p:nvPr>
        </p:nvSpPr>
        <p:spPr>
          <a:xfrm>
            <a:off x="3172968" y="2568654"/>
            <a:ext cx="8842248" cy="3655933"/>
          </a:xfrm>
        </p:spPr>
        <p:txBody>
          <a:bodyPr vert="horz" lIns="0" tIns="0" rIns="0" bIns="0" numCol="3" spcCol="180000" rtlCol="0" anchor="t">
            <a:noAutofit/>
          </a:bodyPr>
          <a:lstStyle/>
          <a:p>
            <a:pPr marL="10795" marR="0" lvl="0" indent="0" algn="l" defTabSz="914400" rtl="0" eaLnBrk="1" fontAlgn="auto" latinLnBrk="0" hangingPunct="1">
              <a:lnSpc>
                <a:spcPct val="100000"/>
              </a:lnSpc>
              <a:spcBef>
                <a:spcPts val="565"/>
              </a:spcBef>
              <a:spcAft>
                <a:spcPts val="0"/>
              </a:spcAft>
              <a:buClrTx/>
              <a:buSzTx/>
              <a:buFontTx/>
              <a:buNone/>
              <a:tabLst/>
              <a:defRPr/>
            </a:pPr>
            <a:r>
              <a:rPr kumimoji="0" lang="en-US" sz="800" b="1" i="0" u="none" strike="noStrike" kern="1200" cap="none" spc="0" normalizeH="0" baseline="0" noProof="0" dirty="0">
                <a:ln>
                  <a:noFill/>
                </a:ln>
                <a:solidFill>
                  <a:srgbClr val="15487B"/>
                </a:solidFill>
                <a:effectLst/>
                <a:uLnTx/>
                <a:uFillTx/>
                <a:latin typeface="Montserrat"/>
                <a:ea typeface="Calibri"/>
              </a:rPr>
              <a:t>Hard</a:t>
            </a:r>
            <a:r>
              <a:rPr kumimoji="0" lang="en-US" sz="800" b="1" i="0" u="none" strike="noStrike" kern="1200" cap="none" spc="-25" normalizeH="0" baseline="0" noProof="0" dirty="0">
                <a:ln>
                  <a:noFill/>
                </a:ln>
                <a:solidFill>
                  <a:srgbClr val="15487B"/>
                </a:solidFill>
                <a:effectLst/>
                <a:uLnTx/>
                <a:uFillTx/>
                <a:latin typeface="Montserrat"/>
                <a:ea typeface="Calibri"/>
              </a:rPr>
              <a:t> </a:t>
            </a:r>
            <a:r>
              <a:rPr kumimoji="0" lang="en-US" sz="800" b="1" i="0" u="none" strike="noStrike" kern="1200" cap="none" spc="-10" normalizeH="0" baseline="0" noProof="0" dirty="0">
                <a:ln>
                  <a:noFill/>
                </a:ln>
                <a:solidFill>
                  <a:srgbClr val="15487B"/>
                </a:solidFill>
                <a:effectLst/>
                <a:uLnTx/>
                <a:uFillTx/>
                <a:latin typeface="Montserrat"/>
                <a:ea typeface="Calibri"/>
              </a:rPr>
              <a:t>skills</a:t>
            </a:r>
            <a:endParaRPr lang="en-BE" sz="800" b="1" i="0" u="none" strike="noStrike" kern="1200" cap="none" spc="0" normalizeH="0" baseline="0" noProof="0" dirty="0">
              <a:ln>
                <a:noFill/>
              </a:ln>
              <a:solidFill>
                <a:srgbClr val="15487B"/>
              </a:solidFill>
              <a:effectLst/>
              <a:uLnTx/>
              <a:uFillTx/>
              <a:latin typeface="Montserrat"/>
              <a:ea typeface="Calibri"/>
            </a:endParaRPr>
          </a:p>
          <a:p>
            <a:pPr marL="182245" lvl="0" indent="-1714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a:ea typeface="Wingdings" pitchFamily="2" charset="2"/>
                <a:cs typeface="Wingdings" pitchFamily="2" charset="2"/>
              </a:rPr>
              <a:t>Power BI, Power Shell, Power Query</a:t>
            </a:r>
          </a:p>
          <a:p>
            <a:pPr marL="182245" lvl="0" indent="-1714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a:ea typeface="Wingdings" pitchFamily="2" charset="2"/>
                <a:cs typeface="Wingdings" pitchFamily="2" charset="2"/>
              </a:rPr>
              <a:t>Power BI Apps</a:t>
            </a:r>
          </a:p>
          <a:p>
            <a:pPr marL="182245" lvl="0" indent="-171450">
              <a:lnSpc>
                <a:spcPct val="150000"/>
              </a:lnSpc>
              <a:spcAft>
                <a:spcPts val="0"/>
              </a:spcAft>
              <a:buClr>
                <a:srgbClr val="3CB4CC"/>
              </a:buClr>
              <a:buSzPts val="750"/>
              <a:buFont typeface="Arial" panose="020B0604020202020204" pitchFamily="34" charset="0"/>
              <a:buChar char="•"/>
              <a:defRPr/>
            </a:pPr>
            <a:r>
              <a:rPr lang="nl-BE" sz="800" dirty="0">
                <a:solidFill>
                  <a:srgbClr val="FF0000"/>
                </a:solidFill>
                <a:latin typeface="Montserrat Light"/>
                <a:ea typeface="Wingdings" pitchFamily="2" charset="2"/>
                <a:cs typeface="Wingdings" pitchFamily="2" charset="2"/>
              </a:rPr>
              <a:t>Power Apps </a:t>
            </a:r>
          </a:p>
          <a:p>
            <a:pPr marL="182245" lvl="0" indent="-171450">
              <a:lnSpc>
                <a:spcPct val="150000"/>
              </a:lnSpc>
              <a:spcAft>
                <a:spcPts val="0"/>
              </a:spcAft>
              <a:buClr>
                <a:srgbClr val="3CB4CC"/>
              </a:buClr>
              <a:buSzPts val="750"/>
              <a:buFont typeface="Arial" panose="020B0604020202020204" pitchFamily="34" charset="0"/>
              <a:buChar char="•"/>
              <a:defRPr/>
            </a:pPr>
            <a:r>
              <a:rPr lang="nl-BE" sz="800" dirty="0">
                <a:solidFill>
                  <a:srgbClr val="FF0000"/>
                </a:solidFill>
                <a:latin typeface="Montserrat Light"/>
                <a:ea typeface="Wingdings" pitchFamily="2" charset="2"/>
                <a:cs typeface="Wingdings" pitchFamily="2" charset="2"/>
              </a:rPr>
              <a:t>Power Automate</a:t>
            </a:r>
          </a:p>
          <a:p>
            <a:pPr marL="182245" lvl="0" indent="-1714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a:ea typeface="Wingdings" pitchFamily="2" charset="2"/>
                <a:cs typeface="Wingdings" pitchFamily="2" charset="2"/>
              </a:rPr>
              <a:t>Microsoft Fabric</a:t>
            </a:r>
          </a:p>
          <a:p>
            <a:pPr marL="182245" lvl="0" indent="-171450">
              <a:lnSpc>
                <a:spcPct val="150000"/>
              </a:lnSpc>
              <a:spcAft>
                <a:spcPts val="0"/>
              </a:spcAft>
              <a:buClr>
                <a:srgbClr val="3CB4CC"/>
              </a:buClr>
              <a:buSzPts val="750"/>
              <a:buFont typeface="Arial" panose="020B0604020202020204" pitchFamily="34" charset="0"/>
              <a:buChar char="•"/>
              <a:defRPr/>
            </a:pPr>
            <a:r>
              <a:rPr lang="en-GB" sz="800" dirty="0">
                <a:solidFill>
                  <a:srgbClr val="15487B"/>
                </a:solidFill>
                <a:latin typeface="Montserrat Light"/>
                <a:ea typeface="Calibri"/>
              </a:rPr>
              <a:t>Tabular Editor</a:t>
            </a:r>
            <a:r>
              <a:rPr lang="nl-BE" sz="800" dirty="0">
                <a:solidFill>
                  <a:srgbClr val="15487B"/>
                </a:solidFill>
                <a:latin typeface="Montserrat Light"/>
                <a:ea typeface="Calibri"/>
              </a:rPr>
              <a:t>, </a:t>
            </a:r>
            <a:r>
              <a:rPr lang="nl-BE" sz="800" dirty="0">
                <a:solidFill>
                  <a:srgbClr val="15487B"/>
                </a:solidFill>
                <a:latin typeface="Montserrat Light"/>
                <a:ea typeface="Wingdings" pitchFamily="2" charset="2"/>
                <a:cs typeface="Wingdings" pitchFamily="2" charset="2"/>
              </a:rPr>
              <a:t>DAX</a:t>
            </a:r>
            <a:endPar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Dimensional Modelling (Kimball)</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lang="nl-BE" sz="800" dirty="0">
                <a:solidFill>
                  <a:srgbClr val="15487B"/>
                </a:solidFill>
                <a:latin typeface="Montserrat Light"/>
                <a:ea typeface="Wingdings" pitchFamily="2" charset="2"/>
                <a:cs typeface="Wingdings" pitchFamily="2" charset="2"/>
              </a:rPr>
              <a:t>Medalion-Architecture</a:t>
            </a:r>
            <a:endPar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endParaRPr>
          </a:p>
          <a:p>
            <a:pPr marL="182245" lvl="0" indent="-171450">
              <a:lnSpc>
                <a:spcPct val="150000"/>
              </a:lnSpc>
              <a:spcAft>
                <a:spcPts val="0"/>
              </a:spcAft>
              <a:buClr>
                <a:srgbClr val="3CB4CC"/>
              </a:buClr>
              <a:buSzPts val="750"/>
              <a:buFont typeface="Arial" panose="020B0604020202020204" pitchFamily="34" charset="0"/>
              <a:buChar char="•"/>
              <a:defRPr/>
            </a:pPr>
            <a:r>
              <a:rPr lang="nl-BE" sz="800" dirty="0">
                <a:solidFill>
                  <a:srgbClr val="15487B"/>
                </a:solidFill>
                <a:latin typeface="Montserrat Light"/>
                <a:ea typeface="Wingdings" pitchFamily="2" charset="2"/>
                <a:cs typeface="Wingdings" pitchFamily="2" charset="2"/>
              </a:rPr>
              <a:t>CI/CD</a:t>
            </a:r>
            <a:endPar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Azure Data Lake</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Azure Databricks</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Azure Synapse</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Azure Data Factory</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lang="nl-BE" sz="800" dirty="0">
                <a:solidFill>
                  <a:srgbClr val="FF0000"/>
                </a:solidFill>
                <a:latin typeface="Montserrat Light"/>
                <a:ea typeface="Wingdings" pitchFamily="2" charset="2"/>
                <a:cs typeface="Wingdings" pitchFamily="2" charset="2"/>
              </a:rPr>
              <a:t>Logic Apps</a:t>
            </a:r>
            <a:endParaRPr kumimoji="0" lang="nl-BE" sz="800" b="0" i="0" u="none" strike="noStrike" kern="1200" cap="none" spc="0" normalizeH="0" baseline="0" noProof="0" dirty="0">
              <a:ln>
                <a:noFill/>
              </a:ln>
              <a:solidFill>
                <a:srgbClr val="FF0000"/>
              </a:solidFill>
              <a:effectLst/>
              <a:uLnTx/>
              <a:uFillTx/>
              <a:latin typeface="Montserrat Light"/>
              <a:ea typeface="Wingdings" pitchFamily="2" charset="2"/>
              <a:cs typeface="Wingdings" pitchFamily="2" charset="2"/>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PySpark</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SQL, T-SQL, MS SQL Server</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Python</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Visual Studio</a:t>
            </a:r>
            <a:endParaRPr kumimoji="0" lang="nl-BE" sz="800" b="0" i="0" u="none" strike="noStrike" kern="1200" cap="none" spc="0" normalizeH="0" baseline="0" noProof="0" dirty="0">
              <a:ln>
                <a:noFill/>
              </a:ln>
              <a:solidFill>
                <a:srgbClr val="15487B"/>
              </a:solidFill>
              <a:effectLst/>
              <a:uLnTx/>
              <a:uFillTx/>
              <a:latin typeface="Montserrat Light" pitchFamily="2" charset="77"/>
              <a:ea typeface="Wingdings" pitchFamily="2" charset="2"/>
              <a:cs typeface="Wingdings" pitchFamily="2" charset="2"/>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SSIS, SSAS, SSRS</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BPMN, UML, ITIL </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Scala</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C#, JavaScript</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PHP, JQ</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HTML, CSS</a:t>
            </a:r>
            <a:endParaRPr kumimoji="0" lang="nl-BE" sz="900" b="0" i="0" u="none" strike="noStrike" kern="1200" cap="none" spc="0" normalizeH="0" baseline="0" noProof="0" dirty="0">
              <a:ln>
                <a:noFill/>
              </a:ln>
              <a:solidFill>
                <a:srgbClr val="15487B"/>
              </a:solidFill>
              <a:effectLst/>
              <a:uLnTx/>
              <a:uFillTx/>
              <a:latin typeface="Montserrat Light"/>
              <a:ea typeface="+mn-ea"/>
              <a:cs typeface="+mn-cs"/>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Splunk, ServiceNow</a:t>
            </a:r>
            <a:endParaRPr kumimoji="0" lang="en-GB" sz="800" b="0" i="0" u="none" strike="noStrike" kern="1200" cap="none" spc="0" normalizeH="0" baseline="0" noProof="0" dirty="0">
              <a:ln>
                <a:noFill/>
              </a:ln>
              <a:solidFill>
                <a:srgbClr val="15487B"/>
              </a:solidFill>
              <a:effectLst/>
              <a:uLnTx/>
              <a:uFillTx/>
              <a:latin typeface="Montserrat Light" pitchFamily="2" charset="77"/>
              <a:ea typeface="Wingdings" pitchFamily="2" charset="2"/>
              <a:cs typeface="Wingdings" pitchFamily="2" charset="2"/>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WINRIS, Heat, EU2K-List </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Test Management Approach (</a:t>
            </a:r>
            <a:r>
              <a:rPr kumimoji="0" lang="en-GB" sz="800" b="0" i="0" u="none" strike="noStrike" kern="1200" cap="none" spc="0" normalizeH="0" baseline="0" noProof="0" dirty="0" err="1">
                <a:ln>
                  <a:noFill/>
                </a:ln>
                <a:solidFill>
                  <a:srgbClr val="15487B"/>
                </a:solidFill>
                <a:effectLst/>
                <a:uLnTx/>
                <a:uFillTx/>
                <a:latin typeface="Montserrat Light"/>
                <a:ea typeface="Wingdings" pitchFamily="2" charset="2"/>
                <a:cs typeface="Wingdings" pitchFamily="2" charset="2"/>
              </a:rPr>
              <a:t>TMap</a:t>
            </a: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 </a:t>
            </a:r>
            <a:endParaRPr kumimoji="0" lang="en-BE"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Calibri"/>
                <a:cs typeface="+mn-cs"/>
              </a:rPr>
              <a:t>Data Management</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lang="en-GB" sz="800" dirty="0">
                <a:solidFill>
                  <a:srgbClr val="15487B"/>
                </a:solidFill>
                <a:latin typeface="Montserrat Light"/>
                <a:ea typeface="Calibri"/>
              </a:rPr>
              <a:t>Requirement Analysis</a:t>
            </a:r>
            <a:endParaRPr kumimoji="0" lang="en-GB" sz="800" b="0" i="0" u="none" strike="noStrike" kern="1200" cap="none" spc="0" normalizeH="0" baseline="0" noProof="0" dirty="0">
              <a:ln>
                <a:noFill/>
              </a:ln>
              <a:solidFill>
                <a:srgbClr val="15487B"/>
              </a:solidFill>
              <a:effectLst/>
              <a:uLnTx/>
              <a:uFillTx/>
              <a:latin typeface="Montserrat Light"/>
              <a:ea typeface="Calibri"/>
              <a:cs typeface="+mn-cs"/>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Calibri"/>
                <a:cs typeface="+mn-cs"/>
              </a:rPr>
              <a:t>Agile</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Calibri"/>
                <a:cs typeface="+mn-cs"/>
              </a:rPr>
              <a:t>Git, </a:t>
            </a:r>
            <a:r>
              <a:rPr kumimoji="0" lang="en-GB" sz="800" b="0" i="0" u="none" strike="noStrike" kern="1200" cap="none" spc="0" normalizeH="0" baseline="0" noProof="0" dirty="0" err="1">
                <a:ln>
                  <a:noFill/>
                </a:ln>
                <a:solidFill>
                  <a:srgbClr val="15487B"/>
                </a:solidFill>
                <a:effectLst/>
                <a:uLnTx/>
                <a:uFillTx/>
                <a:latin typeface="Montserrat Light"/>
                <a:ea typeface="Calibri"/>
                <a:cs typeface="+mn-cs"/>
              </a:rPr>
              <a:t>github</a:t>
            </a:r>
            <a:endParaRPr kumimoji="0" lang="en-GB" sz="800" b="0" i="0" u="none" strike="noStrike" kern="1200" cap="none" spc="0" normalizeH="0" baseline="0" noProof="0" dirty="0">
              <a:ln>
                <a:noFill/>
              </a:ln>
              <a:solidFill>
                <a:srgbClr val="15487B"/>
              </a:solidFill>
              <a:effectLst/>
              <a:uLnTx/>
              <a:uFillTx/>
              <a:latin typeface="Montserrat Light"/>
              <a:ea typeface="Calibri"/>
              <a:cs typeface="+mn-cs"/>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Calibri"/>
                <a:cs typeface="+mn-cs"/>
              </a:rPr>
              <a:t>Blob, gent2</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err="1">
                <a:ln>
                  <a:noFill/>
                </a:ln>
                <a:solidFill>
                  <a:srgbClr val="15487B"/>
                </a:solidFill>
                <a:effectLst/>
                <a:uLnTx/>
                <a:uFillTx/>
                <a:latin typeface="Montserrat Light"/>
                <a:ea typeface="Calibri"/>
                <a:cs typeface="+mn-cs"/>
              </a:rPr>
              <a:t>Targetik</a:t>
            </a:r>
            <a:endParaRPr kumimoji="0" lang="en-GB" sz="800" b="0" i="0" u="none" strike="noStrike" kern="1200" cap="none" spc="0" normalizeH="0" baseline="0" noProof="0" dirty="0">
              <a:ln>
                <a:noFill/>
              </a:ln>
              <a:solidFill>
                <a:srgbClr val="15487B"/>
              </a:solidFill>
              <a:effectLst/>
              <a:uLnTx/>
              <a:uFillTx/>
              <a:latin typeface="Montserrat Light"/>
              <a:ea typeface="Calibri"/>
              <a:cs typeface="+mn-cs"/>
            </a:endParaRPr>
          </a:p>
          <a:p>
            <a:pPr marL="10795" marR="0" lvl="0" indent="0" algn="l" defTabSz="914400" rtl="0" eaLnBrk="1" fontAlgn="auto" latinLnBrk="0" hangingPunct="1">
              <a:lnSpc>
                <a:spcPct val="100000"/>
              </a:lnSpc>
              <a:spcBef>
                <a:spcPts val="985"/>
              </a:spcBef>
              <a:spcAft>
                <a:spcPts val="0"/>
              </a:spcAft>
              <a:buClrTx/>
              <a:buSzTx/>
              <a:buFont typeface="Arial" panose="020B0604020202020204" pitchFamily="34" charset="0"/>
              <a:buNone/>
              <a:tabLst/>
              <a:defRPr/>
            </a:pPr>
            <a:r>
              <a:rPr kumimoji="0" lang="en-US" sz="800" b="1" i="0" u="none" strike="noStrike" kern="1200" cap="none" spc="-10" normalizeH="0" baseline="0" noProof="0" dirty="0">
                <a:ln>
                  <a:noFill/>
                </a:ln>
                <a:solidFill>
                  <a:srgbClr val="15487B"/>
                </a:solidFill>
                <a:effectLst/>
                <a:uLnTx/>
                <a:uFillTx/>
                <a:latin typeface="Montserrat"/>
                <a:ea typeface="Calibri"/>
                <a:cs typeface="+mn-cs"/>
              </a:rPr>
              <a:t>Education</a:t>
            </a:r>
            <a:endParaRPr kumimoji="0" lang="en-US" sz="800" b="1" i="0" u="none" strike="noStrike" kern="1200" cap="none" spc="0" normalizeH="0" baseline="0" noProof="0" dirty="0">
              <a:ln>
                <a:noFill/>
              </a:ln>
              <a:solidFill>
                <a:srgbClr val="15487B"/>
              </a:solidFill>
              <a:effectLst/>
              <a:uLnTx/>
              <a:uFillTx/>
              <a:latin typeface="Montserrat"/>
              <a:ea typeface="Calibri"/>
              <a:cs typeface="+mn-cs"/>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Calibri"/>
                <a:cs typeface="+mn-cs"/>
              </a:rPr>
              <a:t>Business IT and Management, High School | 2012 – 2017</a:t>
            </a:r>
            <a:endParaRPr kumimoji="0" lang="en-US" sz="900" b="0" i="0" u="none" strike="noStrike" kern="1200" cap="none" spc="0" normalizeH="0" baseline="0" noProof="0" dirty="0">
              <a:ln>
                <a:noFill/>
              </a:ln>
              <a:solidFill>
                <a:srgbClr val="15487B"/>
              </a:solidFill>
              <a:effectLst/>
              <a:uLnTx/>
              <a:uFillTx/>
              <a:latin typeface="Montserrat" pitchFamily="2" charset="77"/>
              <a:ea typeface="+mn-ea"/>
              <a:cs typeface="+mn-cs"/>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Calibri"/>
                <a:cs typeface="+mn-cs"/>
              </a:rPr>
              <a:t>State Exam program 2 | 2010 – 2012</a:t>
            </a:r>
            <a:endParaRPr kumimoji="0" lang="nl-BE" sz="900" b="0" i="0" u="none" strike="noStrike" kern="1200" cap="none" spc="0" normalizeH="0" baseline="0" noProof="0" dirty="0">
              <a:ln>
                <a:noFill/>
              </a:ln>
              <a:solidFill>
                <a:srgbClr val="15487B"/>
              </a:solidFill>
              <a:effectLst/>
              <a:uLnTx/>
              <a:uFillTx/>
              <a:latin typeface="Montserrat"/>
              <a:ea typeface="Calibri"/>
              <a:cs typeface="+mn-cs"/>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nl-BE" sz="800" b="0" i="0" u="none" strike="noStrike" kern="1200" cap="none" spc="0" normalizeH="0" baseline="0" noProof="0" dirty="0">
                <a:ln>
                  <a:noFill/>
                </a:ln>
                <a:solidFill>
                  <a:srgbClr val="15487B"/>
                </a:solidFill>
                <a:effectLst/>
                <a:uLnTx/>
                <a:uFillTx/>
                <a:latin typeface="Montserrat Light"/>
                <a:ea typeface="Calibri"/>
                <a:cs typeface="+mn-cs"/>
              </a:rPr>
              <a:t>Economics and Management Sciences, Ivory Coast | 2008 – 2010</a:t>
            </a:r>
          </a:p>
          <a:p>
            <a:pPr marL="10795" marR="0" lvl="0" indent="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None/>
              <a:tabLst/>
              <a:defRPr/>
            </a:pPr>
            <a:r>
              <a:rPr kumimoji="0" lang="en-US" sz="800" b="1" i="0" u="none" strike="noStrike" kern="1200" cap="none" spc="-10" normalizeH="0" baseline="0" noProof="0" dirty="0">
                <a:ln>
                  <a:noFill/>
                </a:ln>
                <a:solidFill>
                  <a:srgbClr val="15487B"/>
                </a:solidFill>
                <a:effectLst/>
                <a:uLnTx/>
                <a:uFillTx/>
                <a:latin typeface="Montserrat"/>
                <a:ea typeface="Calibri"/>
                <a:cs typeface="+mn-cs"/>
              </a:rPr>
              <a:t>Training</a:t>
            </a:r>
            <a:endParaRPr kumimoji="0" lang="en-BE" sz="800" b="0" i="0" u="none" strike="noStrike" kern="1200" cap="none" spc="0" normalizeH="0" baseline="0" noProof="0" dirty="0">
              <a:ln>
                <a:noFill/>
              </a:ln>
              <a:solidFill>
                <a:srgbClr val="15487B"/>
              </a:solidFill>
              <a:effectLst/>
              <a:uLnTx/>
              <a:uFillTx/>
              <a:latin typeface="Montserrat"/>
              <a:ea typeface="Calibri"/>
              <a:cs typeface="+mn-cs"/>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Data Engineering on Microsoft Azure, U2U@LACO | 11/2021</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Introduction to Insurance, LACO | 05/2021 </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Power BI Advanced, LACO | 09/2020 </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Data Visualization Workshop  |10/2018</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Microsoft BI Tools,  In-house training | 2017</a:t>
            </a:r>
          </a:p>
          <a:p>
            <a:pPr marL="10795" marR="0" lvl="0" indent="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None/>
              <a:tabLst/>
              <a:defRPr/>
            </a:pPr>
            <a:r>
              <a:rPr kumimoji="0" lang="en-US" sz="800" b="1" i="0" u="none" strike="noStrike" kern="1200" cap="none" spc="-10" normalizeH="0" baseline="0" noProof="0" dirty="0">
                <a:ln>
                  <a:noFill/>
                </a:ln>
                <a:solidFill>
                  <a:srgbClr val="15487B"/>
                </a:solidFill>
                <a:effectLst/>
                <a:uLnTx/>
                <a:uFillTx/>
                <a:latin typeface="Montserrat"/>
                <a:ea typeface="Calibri"/>
                <a:cs typeface="+mn-cs"/>
              </a:rPr>
              <a:t>Certificates</a:t>
            </a:r>
            <a:endParaRPr kumimoji="0" lang="en-GB" sz="800" b="0" i="0" u="none" strike="noStrike" kern="1200" cap="none" spc="0" normalizeH="0" baseline="0" noProof="0" dirty="0">
              <a:ln>
                <a:noFill/>
              </a:ln>
              <a:solidFill>
                <a:srgbClr val="15487B"/>
              </a:solidFill>
              <a:effectLst/>
              <a:uLnTx/>
              <a:uFillTx/>
              <a:latin typeface="Montserrat"/>
              <a:ea typeface="Calibri"/>
              <a:cs typeface="Wingdings" pitchFamily="2" charset="2"/>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DP-700: Fabric Data Engineer | 01/2026</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DP-600: Fabric Analytics Engineer | 11/2024</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DP-203: Data Engineering on MS Azure | 02/2022</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DA-100: </a:t>
            </a:r>
            <a:r>
              <a:rPr kumimoji="0" lang="en-GB" sz="800" b="0" i="0" u="none" strike="noStrike" kern="1200" cap="none" spc="0" normalizeH="0" baseline="0" noProof="0" dirty="0" err="1">
                <a:ln>
                  <a:noFill/>
                </a:ln>
                <a:solidFill>
                  <a:srgbClr val="15487B"/>
                </a:solidFill>
                <a:effectLst/>
                <a:uLnTx/>
                <a:uFillTx/>
                <a:latin typeface="Montserrat Light"/>
                <a:ea typeface="Wingdings" pitchFamily="2" charset="2"/>
                <a:cs typeface="Wingdings" pitchFamily="2" charset="2"/>
              </a:rPr>
              <a:t>Analyzing</a:t>
            </a: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 Data with Microsoft Power BI (old PL-300) | 07/2021</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MS SSIS | 03/2018</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MS SQL Server 2012 - Administering a SQL Server Database | 08/2017</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MS SQL Server 2012 - Administering a SQL Server Database | 07/2017</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GB" sz="800" b="0" i="0" u="none" strike="noStrike" kern="1200" cap="none" spc="0" normalizeH="0" baseline="0" noProof="0" dirty="0">
                <a:ln>
                  <a:noFill/>
                </a:ln>
                <a:solidFill>
                  <a:srgbClr val="15487B"/>
                </a:solidFill>
                <a:effectLst/>
                <a:uLnTx/>
                <a:uFillTx/>
                <a:latin typeface="Montserrat Light" pitchFamily="2" charset="77"/>
                <a:ea typeface="Wingdings" pitchFamily="2" charset="2"/>
                <a:cs typeface="Wingdings" pitchFamily="2" charset="2"/>
              </a:rPr>
              <a:t>Querying Microsoft SQL Server 2012 | 07/2017</a:t>
            </a:r>
            <a:endParaRPr kumimoji="0" lang="en-BE" sz="800" b="0" i="0" u="none" strike="noStrike" kern="1200" cap="none" spc="0" normalizeH="0" baseline="0" noProof="0" dirty="0">
              <a:ln>
                <a:noFill/>
              </a:ln>
              <a:solidFill>
                <a:srgbClr val="15487B"/>
              </a:solidFill>
              <a:effectLst/>
              <a:uLnTx/>
              <a:uFillTx/>
              <a:latin typeface="Montserrat Light" pitchFamily="2" charset="77"/>
              <a:ea typeface="Wingdings" pitchFamily="2" charset="2"/>
              <a:cs typeface="Wingdings" pitchFamily="2" charset="2"/>
            </a:endParaRPr>
          </a:p>
          <a:p>
            <a:pPr marL="10795" marR="0" lvl="0" indent="0" algn="l" defTabSz="914400" rtl="0" eaLnBrk="1" fontAlgn="auto" latinLnBrk="0" hangingPunct="1">
              <a:lnSpc>
                <a:spcPct val="100000"/>
              </a:lnSpc>
              <a:spcBef>
                <a:spcPts val="1175"/>
              </a:spcBef>
              <a:spcAft>
                <a:spcPts val="0"/>
              </a:spcAft>
              <a:buClrTx/>
              <a:buSzTx/>
              <a:buFontTx/>
              <a:buNone/>
              <a:tabLst/>
              <a:defRPr/>
            </a:pPr>
            <a:r>
              <a:rPr kumimoji="0" lang="en-US" sz="800" b="1" i="0" u="none" strike="noStrike" kern="1200" cap="none" spc="-10" normalizeH="0" baseline="0" noProof="0" dirty="0">
                <a:ln>
                  <a:noFill/>
                </a:ln>
                <a:solidFill>
                  <a:srgbClr val="15487B"/>
                </a:solidFill>
                <a:effectLst/>
                <a:uLnTx/>
                <a:uFillTx/>
                <a:latin typeface="Montserrat" pitchFamily="2" charset="77"/>
                <a:ea typeface="Calibri" panose="020F0502020204030204" pitchFamily="34" charset="0"/>
                <a:cs typeface="+mn-cs"/>
              </a:rPr>
              <a:t>Languages</a:t>
            </a:r>
            <a:endParaRPr kumimoji="0" lang="en-BE" sz="800" b="1" i="0" u="none" strike="noStrike" kern="1200" cap="none" spc="0" normalizeH="0" baseline="0" noProof="0" dirty="0">
              <a:ln>
                <a:noFill/>
              </a:ln>
              <a:solidFill>
                <a:srgbClr val="15487B"/>
              </a:solidFill>
              <a:effectLst/>
              <a:uLnTx/>
              <a:uFillTx/>
              <a:latin typeface="Montserrat" pitchFamily="2" charset="77"/>
              <a:ea typeface="Calibri" panose="020F0502020204030204" pitchFamily="34" charset="0"/>
              <a:cs typeface="+mn-cs"/>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US"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French: Mother Tongue</a:t>
            </a: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US"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Dutch: Very Good (C2)</a:t>
            </a:r>
            <a:endParaRPr kumimoji="0" lang="en-US" sz="900" b="0" i="0" u="none" strike="noStrike" kern="1200" cap="none" spc="0" normalizeH="0" baseline="0" noProof="0" dirty="0">
              <a:ln>
                <a:noFill/>
              </a:ln>
              <a:solidFill>
                <a:srgbClr val="15487B"/>
              </a:solidFill>
              <a:effectLst/>
              <a:uLnTx/>
              <a:uFillTx/>
              <a:latin typeface="Montserrat" pitchFamily="2" charset="77"/>
              <a:ea typeface="+mn-ea"/>
              <a:cs typeface="+mn-cs"/>
            </a:endParaRPr>
          </a:p>
          <a:p>
            <a:pPr marL="182245" marR="0" lvl="0" indent="-171450" algn="l" defTabSz="914400" rtl="0" eaLnBrk="1" fontAlgn="auto" latinLnBrk="0" hangingPunct="1">
              <a:lnSpc>
                <a:spcPct val="150000"/>
              </a:lnSpc>
              <a:spcBef>
                <a:spcPts val="0"/>
              </a:spcBef>
              <a:spcAft>
                <a:spcPts val="0"/>
              </a:spcAft>
              <a:buClr>
                <a:srgbClr val="3CB4CC"/>
              </a:buClr>
              <a:buSzPts val="750"/>
              <a:buFont typeface="Arial" panose="020B0604020202020204" pitchFamily="34" charset="0"/>
              <a:buChar char="•"/>
              <a:tabLst/>
              <a:defRPr/>
            </a:pPr>
            <a:r>
              <a:rPr kumimoji="0" lang="en-US" sz="800" b="0" i="0" u="none" strike="noStrike" kern="1200" cap="none" spc="0" normalizeH="0" baseline="0" noProof="0" dirty="0">
                <a:ln>
                  <a:noFill/>
                </a:ln>
                <a:solidFill>
                  <a:srgbClr val="15487B"/>
                </a:solidFill>
                <a:effectLst/>
                <a:uLnTx/>
                <a:uFillTx/>
                <a:latin typeface="Montserrat Light"/>
                <a:ea typeface="Wingdings" pitchFamily="2" charset="2"/>
                <a:cs typeface="Wingdings" pitchFamily="2" charset="2"/>
              </a:rPr>
              <a:t>English:</a:t>
            </a:r>
            <a:r>
              <a:rPr kumimoji="0" lang="en-US" sz="800" b="0" i="0" u="none" strike="noStrike" kern="1200" cap="none" spc="-45" normalizeH="0" baseline="0" noProof="0" dirty="0">
                <a:ln>
                  <a:noFill/>
                </a:ln>
                <a:solidFill>
                  <a:srgbClr val="15487B"/>
                </a:solidFill>
                <a:effectLst/>
                <a:uLnTx/>
                <a:uFillTx/>
                <a:latin typeface="Montserrat Light"/>
                <a:ea typeface="Wingdings" pitchFamily="2" charset="2"/>
                <a:cs typeface="Wingdings" pitchFamily="2" charset="2"/>
              </a:rPr>
              <a:t> </a:t>
            </a:r>
            <a:r>
              <a:rPr kumimoji="0" lang="en-US" sz="800" b="0" i="0" u="none" strike="noStrike" kern="1200" cap="none" spc="-10" normalizeH="0" baseline="0" noProof="0" dirty="0">
                <a:ln>
                  <a:noFill/>
                </a:ln>
                <a:solidFill>
                  <a:srgbClr val="15487B"/>
                </a:solidFill>
                <a:effectLst/>
                <a:uLnTx/>
                <a:uFillTx/>
                <a:latin typeface="Montserrat Light"/>
                <a:ea typeface="Wingdings" pitchFamily="2" charset="2"/>
                <a:cs typeface="Wingdings" pitchFamily="2" charset="2"/>
              </a:rPr>
              <a:t>Good (C1)</a:t>
            </a:r>
            <a:endParaRPr kumimoji="0" lang="en-BE" sz="800" b="0" i="0" u="none" strike="noStrike" kern="1200" cap="none" spc="0" normalizeH="0" baseline="0" noProof="0" dirty="0">
              <a:ln>
                <a:noFill/>
              </a:ln>
              <a:solidFill>
                <a:srgbClr val="15487B"/>
              </a:solidFill>
              <a:effectLst/>
              <a:uLnTx/>
              <a:uFillTx/>
              <a:latin typeface="Montserrat Light"/>
              <a:ea typeface="+mn-ea"/>
              <a:cs typeface="+mn-cs"/>
            </a:endParaRPr>
          </a:p>
          <a:p>
            <a:endParaRPr lang="en-BE" dirty="0"/>
          </a:p>
        </p:txBody>
      </p:sp>
      <p:sp>
        <p:nvSpPr>
          <p:cNvPr id="3" name="Text Placeholder 2">
            <a:extLst>
              <a:ext uri="{FF2B5EF4-FFF2-40B4-BE49-F238E27FC236}">
                <a16:creationId xmlns:a16="http://schemas.microsoft.com/office/drawing/2014/main" id="{1366D461-1CC9-F01E-FD21-31B4CD86BC51}"/>
              </a:ext>
            </a:extLst>
          </p:cNvPr>
          <p:cNvSpPr>
            <a:spLocks noGrp="1"/>
          </p:cNvSpPr>
          <p:nvPr>
            <p:ph type="body" sz="quarter" idx="12"/>
          </p:nvPr>
        </p:nvSpPr>
        <p:spPr>
          <a:xfrm>
            <a:off x="550863" y="2568654"/>
            <a:ext cx="2356929" cy="3655933"/>
          </a:xfrm>
        </p:spPr>
        <p:txBody>
          <a:bodyPr vert="horz" lIns="0" tIns="0" rIns="0" bIns="0" numCol="1" rtlCol="0" anchor="t">
            <a:noAutofit/>
          </a:bodyPr>
          <a:lstStyle/>
          <a:p>
            <a:r>
              <a:rPr lang="en-US" dirty="0"/>
              <a:t>Oumar is an experienced Data &amp; BI Consultant with over 8 years of expertise in data analysis and business intelligence, working across sectors such as Energy, Insurance, and Retail. He combines a strong analytical mindset with solid technical expertise, enabling him to translate complex data into clear, high-performing dashboards and insights that drive business value.</a:t>
            </a:r>
          </a:p>
          <a:p>
            <a:endParaRPr lang="en-US" dirty="0"/>
          </a:p>
          <a:p>
            <a:r>
              <a:rPr lang="en-US" dirty="0"/>
              <a:t>He brings strong expertise in Power BI, DAX and in Azure, supported by a solid background in data engineering, data management, and end-to-end BI delivery (ETL/ELT). With in-depth knowledge of data modeling and performance optimization, he designs and implements scalable, well-governed BI solutions in Microsoft SQL Server and Azure environments. </a:t>
            </a:r>
          </a:p>
          <a:p>
            <a:r>
              <a:rPr lang="en-US" dirty="0"/>
              <a:t>Fluent in Dutch, French, and English, he effectively bridges the gap between business and IT.</a:t>
            </a:r>
            <a:endParaRPr lang="en-US" dirty="0">
              <a:ea typeface="Calibri"/>
            </a:endParaRPr>
          </a:p>
          <a:p>
            <a:pPr>
              <a:buClr>
                <a:srgbClr val="16BECF"/>
              </a:buClr>
              <a:defRPr/>
            </a:pPr>
            <a:endParaRPr lang="en-US" dirty="0">
              <a:ea typeface="Calibri"/>
            </a:endParaRPr>
          </a:p>
          <a:p>
            <a:pPr>
              <a:spcAft>
                <a:spcPts val="0"/>
              </a:spcAft>
              <a:buClrTx/>
              <a:buFontTx/>
              <a:defRPr/>
            </a:pPr>
            <a:endParaRPr lang="en-US" dirty="0">
              <a:latin typeface="Montserrat Light"/>
              <a:ea typeface="Calibri"/>
            </a:endParaRPr>
          </a:p>
        </p:txBody>
      </p:sp>
      <p:sp>
        <p:nvSpPr>
          <p:cNvPr id="7" name="Text Placeholder 6">
            <a:extLst>
              <a:ext uri="{FF2B5EF4-FFF2-40B4-BE49-F238E27FC236}">
                <a16:creationId xmlns:a16="http://schemas.microsoft.com/office/drawing/2014/main" id="{C0A93D82-A473-EC70-28DF-1D9766330CC8}"/>
              </a:ext>
            </a:extLst>
          </p:cNvPr>
          <p:cNvSpPr>
            <a:spLocks noGrp="1"/>
          </p:cNvSpPr>
          <p:nvPr>
            <p:ph type="body" sz="quarter" idx="10"/>
          </p:nvPr>
        </p:nvSpPr>
        <p:spPr/>
        <p:txBody>
          <a:bodyPr/>
          <a:lstStyle/>
          <a:p>
            <a:r>
              <a:rPr lang="nl-BE">
                <a:solidFill>
                  <a:srgbClr val="FFFFFF"/>
                </a:solidFill>
              </a:rPr>
              <a:t>Oumar Coulibaly</a:t>
            </a:r>
            <a:endParaRPr lang="en-BE"/>
          </a:p>
        </p:txBody>
      </p:sp>
      <p:pic>
        <p:nvPicPr>
          <p:cNvPr id="6" name="Picture Placeholder 5" descr="A person with a beard&#10;&#10;AI-generated content may be incorrect.">
            <a:extLst>
              <a:ext uri="{FF2B5EF4-FFF2-40B4-BE49-F238E27FC236}">
                <a16:creationId xmlns:a16="http://schemas.microsoft.com/office/drawing/2014/main" id="{482A2738-010E-ECAD-6E3D-62613396C5C8}"/>
              </a:ext>
            </a:extLst>
          </p:cNvPr>
          <p:cNvPicPr>
            <a:picLocks noGrp="1" noChangeAspect="1"/>
          </p:cNvPicPr>
          <p:nvPr>
            <p:ph type="pic" sz="quarter" idx="13"/>
          </p:nvPr>
        </p:nvPicPr>
        <p:blipFill>
          <a:blip r:embed="rId2">
            <a:extLst>
              <a:ext uri="{BEBA8EAE-BF5A-486C-A8C5-ECC9F3942E4B}">
                <a14:imgProps xmlns:a14="http://schemas.microsoft.com/office/drawing/2010/main">
                  <a14:imgLayer r:embed="rId3">
                    <a14:imgEffect>
                      <a14:saturation sat="0"/>
                    </a14:imgEffect>
                  </a14:imgLayer>
                </a14:imgProps>
              </a:ext>
            </a:extLst>
          </a:blip>
          <a:srcRect t="23007" b="23007"/>
          <a:stretch>
            <a:fillRect/>
          </a:stretch>
        </p:blipFill>
        <p:spPr/>
      </p:pic>
      <p:sp>
        <p:nvSpPr>
          <p:cNvPr id="8" name="Text Placeholder 7">
            <a:extLst>
              <a:ext uri="{FF2B5EF4-FFF2-40B4-BE49-F238E27FC236}">
                <a16:creationId xmlns:a16="http://schemas.microsoft.com/office/drawing/2014/main" id="{167C2797-896C-7139-029E-BFEBF905841E}"/>
              </a:ext>
            </a:extLst>
          </p:cNvPr>
          <p:cNvSpPr>
            <a:spLocks noGrp="1"/>
          </p:cNvSpPr>
          <p:nvPr>
            <p:ph type="body" sz="quarter" idx="14"/>
          </p:nvPr>
        </p:nvSpPr>
        <p:spPr/>
        <p:txBody>
          <a:bodyPr vert="horz" lIns="0" tIns="0" rIns="0" bIns="0" rtlCol="0" anchor="t">
            <a:noAutofit/>
          </a:bodyPr>
          <a:lstStyle/>
          <a:p>
            <a:r>
              <a:rPr lang="nl-BE" dirty="0">
                <a:latin typeface="Montserrat"/>
              </a:rPr>
              <a:t>Ready </a:t>
            </a:r>
            <a:r>
              <a:rPr lang="nl-BE" dirty="0" err="1">
                <a:latin typeface="Montserrat"/>
              </a:rPr>
              <a:t>to</a:t>
            </a:r>
            <a:r>
              <a:rPr lang="nl-BE" dirty="0">
                <a:latin typeface="Montserrat"/>
              </a:rPr>
              <a:t> drive impact in </a:t>
            </a:r>
            <a:r>
              <a:rPr lang="en-GB" dirty="0">
                <a:latin typeface="Montserrat"/>
              </a:rPr>
              <a:t>the role of Data Engineer / BI Developer</a:t>
            </a:r>
            <a:endParaRPr lang="en-GB" dirty="0"/>
          </a:p>
          <a:p>
            <a:endParaRPr lang="en-BE" dirty="0"/>
          </a:p>
        </p:txBody>
      </p:sp>
    </p:spTree>
    <p:extLst>
      <p:ext uri="{BB962C8B-B14F-4D97-AF65-F5344CB8AC3E}">
        <p14:creationId xmlns:p14="http://schemas.microsoft.com/office/powerpoint/2010/main" val="2939317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27C5F-AF38-1B2B-B7BB-9D0C349E1572}"/>
            </a:ext>
          </a:extLst>
        </p:cNvPr>
        <p:cNvGrpSpPr/>
        <p:nvPr/>
      </p:nvGrpSpPr>
      <p:grpSpPr>
        <a:xfrm>
          <a:off x="0" y="0"/>
          <a:ext cx="0" cy="0"/>
          <a:chOff x="0" y="0"/>
          <a:chExt cx="0" cy="0"/>
        </a:xfrm>
      </p:grpSpPr>
      <p:pic>
        <p:nvPicPr>
          <p:cNvPr id="7" name="Picture Placeholder 6" descr="A person with a beard&#10;&#10;AI-generated content may be incorrect.">
            <a:extLst>
              <a:ext uri="{FF2B5EF4-FFF2-40B4-BE49-F238E27FC236}">
                <a16:creationId xmlns:a16="http://schemas.microsoft.com/office/drawing/2014/main" id="{B5878461-AE89-5FFF-2878-169FD05A7B4B}"/>
              </a:ext>
            </a:extLst>
          </p:cNvPr>
          <p:cNvPicPr>
            <a:picLocks noGrp="1" noChangeAspect="1"/>
          </p:cNvPicPr>
          <p:nvPr>
            <p:ph type="pic" sz="quarter" idx="14"/>
          </p:nvPr>
        </p:nvPicPr>
        <p:blipFill>
          <a:blip r:embed="rId2">
            <a:extLst>
              <a:ext uri="{BEBA8EAE-BF5A-486C-A8C5-ECC9F3942E4B}">
                <a14:imgProps xmlns:a14="http://schemas.microsoft.com/office/drawing/2010/main">
                  <a14:imgLayer r:embed="rId3">
                    <a14:imgEffect>
                      <a14:saturation sat="0"/>
                    </a14:imgEffect>
                  </a14:imgLayer>
                </a14:imgProps>
              </a:ext>
            </a:extLst>
          </a:blip>
          <a:srcRect t="23029" b="23029"/>
          <a:stretch>
            <a:fillRect/>
          </a:stretch>
        </p:blipFill>
        <p:spPr/>
      </p:pic>
      <p:sp>
        <p:nvSpPr>
          <p:cNvPr id="5" name="Text Placeholder 4">
            <a:extLst>
              <a:ext uri="{FF2B5EF4-FFF2-40B4-BE49-F238E27FC236}">
                <a16:creationId xmlns:a16="http://schemas.microsoft.com/office/drawing/2014/main" id="{66D1C837-4C43-BE95-9C2B-FEF4D897809A}"/>
              </a:ext>
            </a:extLst>
          </p:cNvPr>
          <p:cNvSpPr>
            <a:spLocks noGrp="1"/>
          </p:cNvSpPr>
          <p:nvPr>
            <p:ph type="body" sz="quarter" idx="10"/>
          </p:nvPr>
        </p:nvSpPr>
        <p:spPr/>
        <p:txBody>
          <a:bodyPr/>
          <a:lstStyle/>
          <a:p>
            <a:r>
              <a:rPr lang="nl-BE">
                <a:solidFill>
                  <a:srgbClr val="FFFFFF"/>
                </a:solidFill>
              </a:rPr>
              <a:t>Oumar Coulibaly</a:t>
            </a:r>
            <a:endParaRPr lang="en-BE"/>
          </a:p>
        </p:txBody>
      </p:sp>
      <p:sp>
        <p:nvSpPr>
          <p:cNvPr id="2" name="Text Placeholder 1">
            <a:extLst>
              <a:ext uri="{FF2B5EF4-FFF2-40B4-BE49-F238E27FC236}">
                <a16:creationId xmlns:a16="http://schemas.microsoft.com/office/drawing/2014/main" id="{9E54B732-C399-7E7A-BF12-C2DB67F51A55}"/>
              </a:ext>
            </a:extLst>
          </p:cNvPr>
          <p:cNvSpPr>
            <a:spLocks noGrp="1"/>
          </p:cNvSpPr>
          <p:nvPr>
            <p:ph type="body" sz="quarter" idx="13"/>
          </p:nvPr>
        </p:nvSpPr>
        <p:spPr/>
        <p:txBody>
          <a:bodyPr/>
          <a:lstStyle/>
          <a:p>
            <a:r>
              <a:rPr lang="nl-BE" err="1">
                <a:latin typeface="Montserrat"/>
              </a:rPr>
              <a:t>Oumar</a:t>
            </a:r>
            <a:r>
              <a:rPr lang="nl-BE">
                <a:latin typeface="Montserrat"/>
              </a:rPr>
              <a:t> </a:t>
            </a:r>
            <a:r>
              <a:rPr lang="nl-BE" err="1">
                <a:latin typeface="Montserrat"/>
              </a:rPr>
              <a:t>Coulibaly</a:t>
            </a:r>
            <a:endParaRPr lang="nl-BE" err="1"/>
          </a:p>
        </p:txBody>
      </p:sp>
      <p:graphicFrame>
        <p:nvGraphicFramePr>
          <p:cNvPr id="4" name="Table 3">
            <a:extLst>
              <a:ext uri="{FF2B5EF4-FFF2-40B4-BE49-F238E27FC236}">
                <a16:creationId xmlns:a16="http://schemas.microsoft.com/office/drawing/2014/main" id="{F9A6654F-135C-4159-6E8F-C773F3F44CEF}"/>
              </a:ext>
            </a:extLst>
          </p:cNvPr>
          <p:cNvGraphicFramePr>
            <a:graphicFrameLocks noGrp="1"/>
          </p:cNvGraphicFramePr>
          <p:nvPr>
            <p:extLst>
              <p:ext uri="{D42A27DB-BD31-4B8C-83A1-F6EECF244321}">
                <p14:modId xmlns:p14="http://schemas.microsoft.com/office/powerpoint/2010/main" val="3981582960"/>
              </p:ext>
            </p:extLst>
          </p:nvPr>
        </p:nvGraphicFramePr>
        <p:xfrm>
          <a:off x="550862" y="1319753"/>
          <a:ext cx="11088000" cy="5309213"/>
        </p:xfrm>
        <a:graphic>
          <a:graphicData uri="http://schemas.openxmlformats.org/drawingml/2006/table">
            <a:tbl>
              <a:tblPr firstRow="1" firstCol="1" bandRow="1">
                <a:tableStyleId>{5C22544A-7EE6-4342-B048-85BDC9FD1C3A}</a:tableStyleId>
              </a:tblPr>
              <a:tblGrid>
                <a:gridCol w="1745580">
                  <a:extLst>
                    <a:ext uri="{9D8B030D-6E8A-4147-A177-3AD203B41FA5}">
                      <a16:colId xmlns:a16="http://schemas.microsoft.com/office/drawing/2014/main" val="3330010028"/>
                    </a:ext>
                  </a:extLst>
                </a:gridCol>
                <a:gridCol w="3132358">
                  <a:extLst>
                    <a:ext uri="{9D8B030D-6E8A-4147-A177-3AD203B41FA5}">
                      <a16:colId xmlns:a16="http://schemas.microsoft.com/office/drawing/2014/main" val="1381114988"/>
                    </a:ext>
                  </a:extLst>
                </a:gridCol>
                <a:gridCol w="2908800">
                  <a:extLst>
                    <a:ext uri="{9D8B030D-6E8A-4147-A177-3AD203B41FA5}">
                      <a16:colId xmlns:a16="http://schemas.microsoft.com/office/drawing/2014/main" val="3951872294"/>
                    </a:ext>
                  </a:extLst>
                </a:gridCol>
                <a:gridCol w="3301262">
                  <a:extLst>
                    <a:ext uri="{9D8B030D-6E8A-4147-A177-3AD203B41FA5}">
                      <a16:colId xmlns:a16="http://schemas.microsoft.com/office/drawing/2014/main" val="480020120"/>
                    </a:ext>
                  </a:extLst>
                </a:gridCol>
              </a:tblGrid>
              <a:tr h="377072">
                <a:tc>
                  <a:txBody>
                    <a:bodyPr/>
                    <a:lstStyle/>
                    <a:p>
                      <a:pPr algn="l">
                        <a:lnSpc>
                          <a:spcPct val="115000"/>
                        </a:lnSpc>
                        <a:buNone/>
                        <a:tabLst>
                          <a:tab pos="540385" algn="ctr"/>
                        </a:tabLst>
                      </a:pPr>
                      <a:endParaRPr lang="en-BE" sz="1100" b="1" i="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spcBef>
                          <a:spcPts val="200"/>
                        </a:spcBef>
                        <a:buNone/>
                      </a:pPr>
                      <a:r>
                        <a:rPr lang="en-GB" sz="1100" b="1" i="0">
                          <a:solidFill>
                            <a:schemeClr val="tx2"/>
                          </a:solidFill>
                          <a:effectLst/>
                          <a:latin typeface="Montserrat Black"/>
                          <a:ea typeface="Times New Roman" panose="02020603050405020304" pitchFamily="18" charset="0"/>
                          <a:cs typeface="Times New Roman"/>
                        </a:rPr>
                        <a:t>Organisation</a:t>
                      </a: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en-GB" sz="1100" b="1" i="0">
                          <a:solidFill>
                            <a:schemeClr val="tx2"/>
                          </a:solidFill>
                          <a:effectLst/>
                          <a:latin typeface="Montserrat Black"/>
                          <a:ea typeface="Times New Roman" panose="02020603050405020304" pitchFamily="18" charset="0"/>
                          <a:cs typeface="Times New Roman"/>
                        </a:rPr>
                        <a:t>Project </a:t>
                      </a:r>
                      <a:endParaRPr lang="en-BE" sz="1100" b="0" i="0">
                        <a:solidFill>
                          <a:schemeClr val="tx2"/>
                        </a:solidFill>
                        <a:effectLst/>
                        <a:latin typeface="Montserrat Black"/>
                        <a:ea typeface="Calibri" panose="020F0502020204030204" pitchFamily="34" charset="0"/>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en-GB" sz="1100" b="1" i="0">
                          <a:solidFill>
                            <a:schemeClr val="tx2"/>
                          </a:solidFill>
                          <a:effectLst/>
                          <a:latin typeface="Montserrat Black"/>
                          <a:ea typeface="Times New Roman" panose="02020603050405020304" pitchFamily="18" charset="0"/>
                          <a:cs typeface="Times New Roman"/>
                        </a:rPr>
                        <a:t>Function</a:t>
                      </a:r>
                      <a:endParaRPr lang="en-BE" sz="1100" b="0" i="0">
                        <a:solidFill>
                          <a:schemeClr val="tx2"/>
                        </a:solidFill>
                        <a:effectLst/>
                        <a:latin typeface="Montserrat Black"/>
                        <a:ea typeface="Calibri" panose="020F0502020204030204" pitchFamily="34" charset="0"/>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rgbClr val="F8F8F8"/>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1480552319"/>
                  </a:ext>
                </a:extLst>
              </a:tr>
              <a:tr h="377072">
                <a:tc>
                  <a:txBody>
                    <a:bodyPr/>
                    <a:lstStyle/>
                    <a:p>
                      <a:pPr marL="0" marR="0" lvl="0" indent="0" algn="just" defTabSz="914400" rtl="0" eaLnBrk="1" fontAlgn="auto" latinLnBrk="0" hangingPunct="1">
                        <a:lnSpc>
                          <a:spcPct val="115000"/>
                        </a:lnSpc>
                        <a:spcBef>
                          <a:spcPts val="0"/>
                        </a:spcBef>
                        <a:spcAft>
                          <a:spcPts val="0"/>
                        </a:spcAft>
                        <a:buClrTx/>
                        <a:buSzTx/>
                        <a:buFontTx/>
                        <a:buNone/>
                        <a:tabLst>
                          <a:tab pos="540385" algn="ctr"/>
                        </a:tabLst>
                        <a:defRPr/>
                      </a:pPr>
                      <a:r>
                        <a:rPr lang="nl-BE" sz="1100" b="1" i="0">
                          <a:solidFill>
                            <a:schemeClr val="tx2"/>
                          </a:solidFill>
                          <a:latin typeface="+mn-lt"/>
                        </a:rPr>
                        <a:t>08/2017</a:t>
                      </a:r>
                      <a:r>
                        <a:rPr lang="nl-BE" sz="1100" b="1" i="0">
                          <a:solidFill>
                            <a:schemeClr val="tx2"/>
                          </a:solidFill>
                          <a:effectLst/>
                          <a:latin typeface="Montserrat"/>
                        </a:rPr>
                        <a:t> – Present</a:t>
                      </a:r>
                      <a:endParaRPr lang="en-BE" sz="1100" b="1" i="0">
                        <a:solidFill>
                          <a:schemeClr val="tx2"/>
                        </a:solidFill>
                        <a:effectLst/>
                        <a:latin typeface="Montserrat" pitchFamily="2" charset="77"/>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lnSpc>
                          <a:spcPct val="115000"/>
                        </a:lnSpc>
                        <a:spcBef>
                          <a:spcPts val="200"/>
                        </a:spcBef>
                        <a:buNone/>
                      </a:pPr>
                      <a:r>
                        <a:rPr lang="en-GB" sz="1100" b="1" i="0">
                          <a:solidFill>
                            <a:schemeClr val="tx2"/>
                          </a:solidFill>
                          <a:effectLst/>
                          <a:latin typeface="Montserrat"/>
                          <a:ea typeface="Calibri"/>
                          <a:cs typeface="Times New Roman"/>
                        </a:rPr>
                        <a:t>LACO</a:t>
                      </a:r>
                      <a:endParaRPr lang="en-BE" sz="1100" b="0" i="0">
                        <a:solidFill>
                          <a:schemeClr val="tx2"/>
                        </a:solidFill>
                        <a:effectLst/>
                        <a:latin typeface="Montserrat Light" pitchFamily="2" charset="77"/>
                        <a:ea typeface="Times New Roman" panose="02020603050405020304" pitchFamily="18"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lnSpc>
                          <a:spcPct val="115000"/>
                        </a:lnSpc>
                        <a:buNone/>
                      </a:pPr>
                      <a:endParaRPr lang="en-GB" sz="1100" b="1" i="0">
                        <a:solidFill>
                          <a:schemeClr val="tx2"/>
                        </a:solidFill>
                        <a:effectLst/>
                        <a:latin typeface="Montserra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lnSpc>
                          <a:spcPct val="115000"/>
                        </a:lnSpc>
                        <a:buNone/>
                      </a:pPr>
                      <a:r>
                        <a:rPr lang="en-GB" sz="1100" b="0" i="0">
                          <a:solidFill>
                            <a:schemeClr val="tx2"/>
                          </a:solidFill>
                          <a:effectLst/>
                          <a:latin typeface="Montserrat Light"/>
                          <a:ea typeface="Calibri"/>
                          <a:cs typeface="Times New Roman"/>
                        </a:rPr>
                        <a:t>Data &amp; BI Consultant</a:t>
                      </a: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202301681"/>
                  </a:ext>
                </a:extLst>
              </a:tr>
              <a:tr h="377071">
                <a:tc>
                  <a:txBody>
                    <a:bodyPr/>
                    <a:lstStyle/>
                    <a:p>
                      <a:pPr marL="0" lvl="0" indent="0" algn="just">
                        <a:lnSpc>
                          <a:spcPct val="114999"/>
                        </a:lnSpc>
                        <a:spcBef>
                          <a:spcPts val="0"/>
                        </a:spcBef>
                        <a:spcAft>
                          <a:spcPts val="0"/>
                        </a:spcAft>
                        <a:buNone/>
                      </a:pPr>
                      <a:r>
                        <a:rPr lang="nl-BE" sz="1100" b="0" i="0" dirty="0">
                          <a:solidFill>
                            <a:schemeClr val="tx2"/>
                          </a:solidFill>
                          <a:effectLst/>
                          <a:latin typeface="Montserrat Light"/>
                        </a:rPr>
                        <a:t>01/2026 – Present</a:t>
                      </a:r>
                    </a:p>
                  </a:txBody>
                  <a:tcPr marL="144000" marR="36000" marT="36000" marB="36000" anchor="ctr">
                    <a:lnL w="12700">
                      <a:solidFill>
                        <a:srgbClr val="F8F8F8"/>
                      </a:solidFill>
                    </a:lnL>
                    <a:lnR w="12700" cap="flat" cmpd="sng" algn="ctr">
                      <a:solidFill>
                        <a:srgbClr val="F8F8F8"/>
                      </a:solidFill>
                      <a:prstDash val="solid"/>
                      <a:round/>
                      <a:headEnd type="none" w="med" len="med"/>
                      <a:tailEnd type="none" w="med" len="med"/>
                    </a:lnR>
                    <a:lnT w="12700">
                      <a:solidFill>
                        <a:schemeClr val="tx2"/>
                      </a:solidFill>
                    </a:lnT>
                    <a:lnB w="12700" cap="flat" cmpd="sng" algn="ctr">
                      <a:solidFill>
                        <a:schemeClr val="tx2"/>
                      </a:solidFill>
                      <a:prstDash val="solid"/>
                      <a:round/>
                      <a:headEnd type="none" w="med" len="med"/>
                      <a:tailEnd type="none" w="med" len="med"/>
                    </a:lnB>
                    <a:solidFill>
                      <a:schemeClr val="bg1"/>
                    </a:solidFill>
                  </a:tcPr>
                </a:tc>
                <a:tc>
                  <a:txBody>
                    <a:bodyPr/>
                    <a:lstStyle/>
                    <a:p>
                      <a:pPr lvl="0" algn="l">
                        <a:lnSpc>
                          <a:spcPct val="114999"/>
                        </a:lnSpc>
                        <a:spcBef>
                          <a:spcPts val="200"/>
                        </a:spcBef>
                        <a:buNone/>
                      </a:pPr>
                      <a:endParaRPr lang="en-GB" sz="1100" b="0" i="0" dirty="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a:solidFill>
                        <a:schemeClr val="tx2"/>
                      </a:solidFill>
                    </a:lnT>
                    <a:lnB w="12700" cap="flat" cmpd="sng" algn="ctr">
                      <a:solidFill>
                        <a:schemeClr val="tx2"/>
                      </a:solidFill>
                      <a:prstDash val="solid"/>
                      <a:round/>
                      <a:headEnd type="none" w="med" len="med"/>
                      <a:tailEnd type="none" w="med" len="med"/>
                    </a:lnB>
                    <a:solidFill>
                      <a:schemeClr val="bg1"/>
                    </a:solidFill>
                  </a:tcPr>
                </a:tc>
                <a:tc>
                  <a:txBody>
                    <a:bodyPr/>
                    <a:lstStyle/>
                    <a:p>
                      <a:pPr lvl="0" algn="l">
                        <a:lnSpc>
                          <a:spcPct val="114999"/>
                        </a:lnSpc>
                        <a:buNone/>
                      </a:pPr>
                      <a:r>
                        <a:rPr lang="en-GB" sz="1100" b="0" i="0" dirty="0">
                          <a:solidFill>
                            <a:schemeClr val="tx2"/>
                          </a:solidFill>
                          <a:effectLst/>
                          <a:latin typeface="Montserrat Light"/>
                          <a:ea typeface="Calibri"/>
                          <a:cs typeface="Times New Roman"/>
                        </a:rPr>
                        <a:t>Internal</a:t>
                      </a: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a:solidFill>
                        <a:schemeClr val="tx2"/>
                      </a:solidFill>
                    </a:lnT>
                    <a:lnB w="12700" cap="flat" cmpd="sng" algn="ctr">
                      <a:solidFill>
                        <a:schemeClr val="tx2"/>
                      </a:solidFill>
                      <a:prstDash val="solid"/>
                      <a:round/>
                      <a:headEnd type="none" w="med" len="med"/>
                      <a:tailEnd type="none" w="med" len="med"/>
                    </a:lnB>
                    <a:solidFill>
                      <a:schemeClr val="bg1"/>
                    </a:solidFill>
                  </a:tcPr>
                </a:tc>
                <a:tc>
                  <a:txBody>
                    <a:bodyPr/>
                    <a:lstStyle/>
                    <a:p>
                      <a:pPr lvl="0" algn="l">
                        <a:lnSpc>
                          <a:spcPct val="114999"/>
                        </a:lnSpc>
                        <a:buNone/>
                      </a:pPr>
                      <a:r>
                        <a:rPr lang="en-GB" sz="1100" b="0" i="0" dirty="0">
                          <a:solidFill>
                            <a:schemeClr val="tx2"/>
                          </a:solidFill>
                          <a:effectLst/>
                          <a:latin typeface="Montserrat Light"/>
                          <a:ea typeface="Calibri"/>
                          <a:cs typeface="Times New Roman"/>
                        </a:rPr>
                        <a:t>BI Consultant</a:t>
                      </a:r>
                    </a:p>
                  </a:txBody>
                  <a:tcPr marL="144000" marR="36000" marT="36000" marB="36000" anchor="ctr">
                    <a:lnL w="12700" cap="flat" cmpd="sng" algn="ctr">
                      <a:solidFill>
                        <a:srgbClr val="F8F8F8"/>
                      </a:solidFill>
                      <a:prstDash val="solid"/>
                      <a:round/>
                      <a:headEnd type="none" w="med" len="med"/>
                      <a:tailEnd type="none" w="med" len="med"/>
                    </a:lnL>
                    <a:lnR w="12700">
                      <a:solidFill>
                        <a:srgbClr val="F8F8F8"/>
                      </a:solidFill>
                    </a:lnR>
                    <a:lnT w="12700">
                      <a:solidFill>
                        <a:schemeClr val="tx2"/>
                      </a:solidFill>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67433523"/>
                  </a:ext>
                </a:extLst>
              </a:tr>
              <a:tr h="377071">
                <a:tc>
                  <a:txBody>
                    <a:bodyPr/>
                    <a:lstStyle/>
                    <a:p>
                      <a:pPr marL="0" lvl="0" indent="0" algn="just">
                        <a:lnSpc>
                          <a:spcPct val="114999"/>
                        </a:lnSpc>
                        <a:spcBef>
                          <a:spcPts val="0"/>
                        </a:spcBef>
                        <a:spcAft>
                          <a:spcPts val="0"/>
                        </a:spcAft>
                        <a:buNone/>
                      </a:pPr>
                      <a:r>
                        <a:rPr lang="nl-BE" sz="1100" b="0" i="0" dirty="0">
                          <a:solidFill>
                            <a:schemeClr val="tx2"/>
                          </a:solidFill>
                          <a:effectLst/>
                          <a:latin typeface="Montserrat Light"/>
                        </a:rPr>
                        <a:t>03/2023 </a:t>
                      </a:r>
                      <a:r>
                        <a:rPr lang="nl-BE" sz="1100" b="0" i="0" u="none" strike="noStrike" noProof="0" dirty="0">
                          <a:solidFill>
                            <a:schemeClr val="tx2"/>
                          </a:solidFill>
                          <a:effectLst/>
                          <a:latin typeface="Montserrat Light"/>
                        </a:rPr>
                        <a:t>–</a:t>
                      </a:r>
                      <a:r>
                        <a:rPr lang="nl-BE" sz="1100" b="0" i="0" dirty="0">
                          <a:solidFill>
                            <a:schemeClr val="tx2"/>
                          </a:solidFill>
                          <a:effectLst/>
                          <a:latin typeface="Montserrat Light"/>
                        </a:rPr>
                        <a:t> 12/2025 </a:t>
                      </a:r>
                    </a:p>
                  </a:txBody>
                  <a:tcPr marL="144000" marR="36000" marT="36000" marB="36000" anchor="ctr">
                    <a:lnL w="12700">
                      <a:solidFill>
                        <a:srgbClr val="F8F8F8"/>
                      </a:solidFill>
                    </a:lnL>
                    <a:lnR w="12700">
                      <a:solidFill>
                        <a:srgbClr val="F8F8F8"/>
                      </a:solidFill>
                    </a:lnR>
                    <a:lnT w="12700">
                      <a:solidFill>
                        <a:schemeClr val="tx2"/>
                      </a:solidFill>
                    </a:lnT>
                    <a:lnB w="12700">
                      <a:solidFill>
                        <a:schemeClr val="tx2"/>
                      </a:solidFill>
                    </a:lnB>
                    <a:solidFill>
                      <a:schemeClr val="bg1"/>
                    </a:solidFill>
                  </a:tcPr>
                </a:tc>
                <a:tc>
                  <a:txBody>
                    <a:bodyPr/>
                    <a:lstStyle/>
                    <a:p>
                      <a:pPr lvl="0" algn="l">
                        <a:lnSpc>
                          <a:spcPct val="114999"/>
                        </a:lnSpc>
                        <a:spcBef>
                          <a:spcPts val="200"/>
                        </a:spcBef>
                        <a:buNone/>
                      </a:pPr>
                      <a:endParaRPr lang="en-GB" sz="1100" b="0" i="0">
                        <a:solidFill>
                          <a:schemeClr val="tx2"/>
                        </a:solidFill>
                        <a:effectLst/>
                        <a:latin typeface="Montserrat Light"/>
                        <a:ea typeface="Calibri"/>
                        <a:cs typeface="Times New Roman"/>
                      </a:endParaRPr>
                    </a:p>
                  </a:txBody>
                  <a:tcPr marL="144000" marR="36000" marT="36000" marB="36000" anchor="ctr">
                    <a:lnL w="12700">
                      <a:solidFill>
                        <a:srgbClr val="F8F8F8"/>
                      </a:solidFill>
                    </a:lnL>
                    <a:lnR w="12700">
                      <a:solidFill>
                        <a:srgbClr val="F8F8F8"/>
                      </a:solidFill>
                    </a:lnR>
                    <a:lnT w="12700">
                      <a:solidFill>
                        <a:schemeClr val="tx2"/>
                      </a:solidFill>
                    </a:lnT>
                    <a:lnB w="12700">
                      <a:solidFill>
                        <a:schemeClr val="tx2"/>
                      </a:solidFill>
                    </a:lnB>
                    <a:solidFill>
                      <a:schemeClr val="bg1"/>
                    </a:solidFill>
                  </a:tcPr>
                </a:tc>
                <a:tc>
                  <a:txBody>
                    <a:bodyPr/>
                    <a:lstStyle/>
                    <a:p>
                      <a:pPr lvl="0" algn="l">
                        <a:lnSpc>
                          <a:spcPct val="114999"/>
                        </a:lnSpc>
                        <a:buNone/>
                      </a:pPr>
                      <a:r>
                        <a:rPr lang="en-GB" sz="1100" b="0" i="0">
                          <a:solidFill>
                            <a:schemeClr val="tx2"/>
                          </a:solidFill>
                          <a:effectLst/>
                          <a:latin typeface="Montserrat Light"/>
                          <a:ea typeface="Calibri"/>
                          <a:cs typeface="Times New Roman"/>
                        </a:rPr>
                        <a:t>Delhaize</a:t>
                      </a:r>
                    </a:p>
                  </a:txBody>
                  <a:tcPr marL="144000" marR="36000" marT="36000" marB="36000" anchor="ctr">
                    <a:lnL w="12700">
                      <a:solidFill>
                        <a:srgbClr val="F8F8F8"/>
                      </a:solidFill>
                    </a:lnL>
                    <a:lnR w="12700">
                      <a:solidFill>
                        <a:srgbClr val="F8F8F8"/>
                      </a:solidFill>
                    </a:lnR>
                    <a:lnT w="12700">
                      <a:solidFill>
                        <a:schemeClr val="tx2"/>
                      </a:solidFill>
                    </a:lnT>
                    <a:lnB w="12700">
                      <a:solidFill>
                        <a:schemeClr val="tx2"/>
                      </a:solidFill>
                    </a:lnB>
                    <a:solidFill>
                      <a:schemeClr val="bg1"/>
                    </a:solidFill>
                  </a:tcPr>
                </a:tc>
                <a:tc>
                  <a:txBody>
                    <a:bodyPr/>
                    <a:lstStyle/>
                    <a:p>
                      <a:pPr lvl="0" algn="l">
                        <a:lnSpc>
                          <a:spcPct val="114999"/>
                        </a:lnSpc>
                        <a:buNone/>
                      </a:pPr>
                      <a:r>
                        <a:rPr lang="en-GB" sz="1100" b="0" i="0" dirty="0">
                          <a:solidFill>
                            <a:schemeClr val="tx2"/>
                          </a:solidFill>
                          <a:effectLst/>
                          <a:latin typeface="Montserrat Light"/>
                          <a:ea typeface="Calibri"/>
                          <a:cs typeface="Times New Roman"/>
                        </a:rPr>
                        <a:t>BI Analyst &amp; Developer</a:t>
                      </a:r>
                    </a:p>
                  </a:txBody>
                  <a:tcPr marL="144000" marR="36000" marT="36000" marB="36000" anchor="ctr">
                    <a:lnL w="12700">
                      <a:solidFill>
                        <a:srgbClr val="F8F8F8"/>
                      </a:solidFill>
                    </a:lnL>
                    <a:lnR w="12700">
                      <a:solidFill>
                        <a:srgbClr val="F8F8F8"/>
                      </a:solidFill>
                    </a:lnR>
                    <a:lnT w="12700">
                      <a:solidFill>
                        <a:schemeClr val="tx2"/>
                      </a:solidFill>
                    </a:lnT>
                    <a:lnB w="12700">
                      <a:solidFill>
                        <a:schemeClr val="tx2"/>
                      </a:solidFill>
                    </a:lnB>
                    <a:solidFill>
                      <a:schemeClr val="bg1"/>
                    </a:solidFill>
                  </a:tcPr>
                </a:tc>
                <a:extLst>
                  <a:ext uri="{0D108BD9-81ED-4DB2-BD59-A6C34878D82A}">
                    <a16:rowId xmlns:a16="http://schemas.microsoft.com/office/drawing/2014/main" val="2481582538"/>
                  </a:ext>
                </a:extLst>
              </a:tr>
              <a:tr h="377072">
                <a:tc>
                  <a:txBody>
                    <a:bodyPr/>
                    <a:lstStyle/>
                    <a:p>
                      <a:pPr algn="just">
                        <a:lnSpc>
                          <a:spcPct val="115000"/>
                        </a:lnSpc>
                        <a:buNone/>
                        <a:tabLst>
                          <a:tab pos="540385" algn="ctr"/>
                        </a:tabLst>
                      </a:pPr>
                      <a:r>
                        <a:rPr lang="nl-BE" sz="1100" b="0" i="0">
                          <a:solidFill>
                            <a:schemeClr val="tx2"/>
                          </a:solidFill>
                          <a:effectLst/>
                          <a:latin typeface="Montserrat Light"/>
                        </a:rPr>
                        <a:t>01/2023 – 03/2023</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lvl="0" algn="l">
                        <a:lnSpc>
                          <a:spcPct val="114999"/>
                        </a:lnSpc>
                        <a:spcBef>
                          <a:spcPts val="200"/>
                        </a:spcBef>
                        <a:buNone/>
                      </a:pPr>
                      <a:endParaRPr lang="en-US"/>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en-GB" sz="1100" b="0" i="0">
                          <a:solidFill>
                            <a:schemeClr val="tx2"/>
                          </a:solidFill>
                          <a:effectLst/>
                          <a:latin typeface="Montserrat Light"/>
                          <a:ea typeface="Calibri"/>
                          <a:cs typeface="Times New Roman"/>
                        </a:rPr>
                        <a:t>Cloud Migration</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nl-NL" sz="1100" dirty="0">
                          <a:solidFill>
                            <a:srgbClr val="15487B"/>
                          </a:solidFill>
                          <a:latin typeface="Montserrat Light"/>
                        </a:rPr>
                        <a:t>Azure Data Engineer/ Analyst</a:t>
                      </a:r>
                      <a:endParaRPr lang="en-US" sz="1100" b="0" i="0" dirty="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675394921"/>
                  </a:ext>
                </a:extLst>
              </a:tr>
              <a:tr h="377072">
                <a:tc>
                  <a:txBody>
                    <a:bodyPr/>
                    <a:lstStyle/>
                    <a:p>
                      <a:pPr algn="just">
                        <a:lnSpc>
                          <a:spcPct val="115000"/>
                        </a:lnSpc>
                        <a:buNone/>
                        <a:tabLst>
                          <a:tab pos="540385" algn="ctr"/>
                        </a:tabLst>
                      </a:pPr>
                      <a:r>
                        <a:rPr sz="1100" b="0" i="0">
                          <a:solidFill>
                            <a:schemeClr val="tx2"/>
                          </a:solidFill>
                          <a:latin typeface="Montserrat Light"/>
                        </a:rPr>
                        <a:t>09/2022 – 12/2022</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lvl="0" algn="l">
                        <a:lnSpc>
                          <a:spcPct val="114999"/>
                        </a:lnSpc>
                        <a:spcBef>
                          <a:spcPts val="200"/>
                        </a:spcBef>
                        <a:buNone/>
                      </a:pPr>
                      <a:endParaRPr lang="en-US"/>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en-GB" sz="1100" b="0" i="0" err="1">
                          <a:solidFill>
                            <a:schemeClr val="tx2"/>
                          </a:solidFill>
                          <a:effectLst/>
                          <a:latin typeface="Montserrat Light"/>
                          <a:ea typeface="Calibri"/>
                          <a:cs typeface="Times New Roman"/>
                        </a:rPr>
                        <a:t>Cerba</a:t>
                      </a:r>
                      <a:r>
                        <a:rPr lang="en-GB" sz="1100" b="0" i="0">
                          <a:solidFill>
                            <a:schemeClr val="tx2"/>
                          </a:solidFill>
                          <a:effectLst/>
                          <a:latin typeface="Montserrat Light"/>
                          <a:ea typeface="Calibri"/>
                          <a:cs typeface="Times New Roman"/>
                        </a:rPr>
                        <a:t> Healthcare</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en-BE" sz="1100" b="0" i="0">
                          <a:solidFill>
                            <a:schemeClr val="tx2"/>
                          </a:solidFill>
                          <a:latin typeface="Montserrat Light"/>
                        </a:rPr>
                        <a:t>MS Business Intelligence Consultant</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655318789"/>
                  </a:ext>
                </a:extLst>
              </a:tr>
              <a:tr h="377072">
                <a:tc>
                  <a:txBody>
                    <a:bodyPr/>
                    <a:lstStyle/>
                    <a:p>
                      <a:pPr algn="just">
                        <a:lnSpc>
                          <a:spcPct val="115000"/>
                        </a:lnSpc>
                        <a:buNone/>
                        <a:tabLst>
                          <a:tab pos="540385" algn="ctr"/>
                        </a:tabLst>
                      </a:pPr>
                      <a:r>
                        <a:rPr sz="1100" b="0" i="0">
                          <a:solidFill>
                            <a:schemeClr val="tx2"/>
                          </a:solidFill>
                          <a:latin typeface="Montserrat Light"/>
                        </a:rPr>
                        <a:t>08/2022 – 08/2022</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a:lnSpc>
                          <a:spcPct val="114999"/>
                        </a:lnSpc>
                        <a:spcBef>
                          <a:spcPts val="200"/>
                        </a:spcBef>
                        <a:spcAft>
                          <a:spcPts val="0"/>
                        </a:spcAft>
                        <a:buNone/>
                        <a:tabLst/>
                        <a:defRPr/>
                      </a:pPr>
                      <a:endParaRPr lang="en-US"/>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15000"/>
                        </a:lnSpc>
                        <a:spcBef>
                          <a:spcPts val="0"/>
                        </a:spcBef>
                        <a:spcAft>
                          <a:spcPts val="0"/>
                        </a:spcAft>
                        <a:buClrTx/>
                        <a:buSzTx/>
                        <a:buFontTx/>
                        <a:buNone/>
                      </a:pPr>
                      <a:r>
                        <a:rPr lang="en-BE" sz="1100" b="0" i="0" err="1">
                          <a:solidFill>
                            <a:schemeClr val="tx2"/>
                          </a:solidFill>
                          <a:effectLst/>
                          <a:latin typeface="Montserrat Light"/>
                          <a:ea typeface="Times New Roman" panose="02020603050405020304" pitchFamily="18" charset="0"/>
                          <a:cs typeface="Times New Roman"/>
                        </a:rPr>
                        <a:t>Democo</a:t>
                      </a:r>
                      <a:r>
                        <a:rPr lang="en-BE" sz="1100" b="0" i="0">
                          <a:solidFill>
                            <a:schemeClr val="tx2"/>
                          </a:solidFill>
                          <a:effectLst/>
                          <a:latin typeface="Montserrat Light"/>
                          <a:ea typeface="Times New Roman" panose="02020603050405020304" pitchFamily="18" charset="0"/>
                          <a:cs typeface="Times New Roman"/>
                        </a:rPr>
                        <a:t>, CBI, UZ Gent</a:t>
                      </a:r>
                      <a:endParaRPr lang="en-US" sz="1100" b="0" i="0">
                        <a:solidFill>
                          <a:schemeClr val="tx2"/>
                        </a:solidFill>
                        <a:effectLst/>
                        <a:latin typeface="Montserrat Light"/>
                        <a:ea typeface="Times New Roman" panose="02020603050405020304" pitchFamily="18" charset="0"/>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l">
                        <a:lnSpc>
                          <a:spcPct val="115000"/>
                        </a:lnSpc>
                        <a:buNone/>
                      </a:pPr>
                      <a:r>
                        <a:rPr lang="nl-NL" sz="1100">
                          <a:solidFill>
                            <a:srgbClr val="15487B"/>
                          </a:solidFill>
                          <a:latin typeface="Montserrat Light"/>
                        </a:rPr>
                        <a:t>Azure Data Engineer</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31070486"/>
                  </a:ext>
                </a:extLst>
              </a:tr>
              <a:tr h="377072">
                <a:tc>
                  <a:txBody>
                    <a:bodyPr/>
                    <a:lstStyle/>
                    <a:p>
                      <a:pPr algn="just">
                        <a:lnSpc>
                          <a:spcPct val="115000"/>
                        </a:lnSpc>
                        <a:buNone/>
                        <a:tabLst>
                          <a:tab pos="540385" algn="ctr"/>
                        </a:tabLst>
                      </a:pPr>
                      <a:r>
                        <a:rPr sz="1100" b="0" i="0">
                          <a:solidFill>
                            <a:schemeClr val="tx2"/>
                          </a:solidFill>
                          <a:latin typeface="Montserrat Light"/>
                        </a:rPr>
                        <a:t>09/2021 – 07/2022</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lvl="0" algn="l">
                        <a:lnSpc>
                          <a:spcPct val="114999"/>
                        </a:lnSpc>
                        <a:spcBef>
                          <a:spcPts val="200"/>
                        </a:spcBef>
                        <a:buNone/>
                      </a:pPr>
                      <a:endParaRPr lang="en-US"/>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lnSpc>
                          <a:spcPct val="115000"/>
                        </a:lnSpc>
                        <a:buNone/>
                      </a:pPr>
                      <a:r>
                        <a:rPr lang="en-GB" sz="1100" b="0" i="0">
                          <a:solidFill>
                            <a:schemeClr val="tx2"/>
                          </a:solidFill>
                          <a:effectLst/>
                          <a:latin typeface="Montserrat Light"/>
                          <a:ea typeface="Calibri"/>
                          <a:cs typeface="Times New Roman"/>
                        </a:rPr>
                        <a:t>Baloise Insurance</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nSpc>
                          <a:spcPct val="115000"/>
                        </a:lnSpc>
                        <a:spcAft>
                          <a:spcPts val="0"/>
                        </a:spcAft>
                        <a:buClrTx/>
                        <a:defRPr/>
                      </a:pPr>
                      <a:r>
                        <a:rPr lang="nl-NL" sz="1100">
                          <a:solidFill>
                            <a:srgbClr val="15487B"/>
                          </a:solidFill>
                          <a:latin typeface="Montserrat Light"/>
                        </a:rPr>
                        <a:t>Data Analyst</a:t>
                      </a:r>
                      <a:endParaRPr lang="nl-NL" sz="1100" b="1" dirty="0">
                        <a:solidFill>
                          <a:srgbClr val="16BECF"/>
                        </a:solidFill>
                        <a:latin typeface="Montserrat Light"/>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3995592922"/>
                  </a:ext>
                </a:extLst>
              </a:tr>
              <a:tr h="377072">
                <a:tc>
                  <a:txBody>
                    <a:bodyPr/>
                    <a:lstStyle/>
                    <a:p>
                      <a:pPr algn="just">
                        <a:buNone/>
                      </a:pPr>
                      <a:r>
                        <a:rPr sz="1100" b="0" i="0">
                          <a:solidFill>
                            <a:schemeClr val="tx2"/>
                          </a:solidFill>
                          <a:latin typeface="Montserrat Light"/>
                        </a:rPr>
                        <a:t>11/2018 – 07/2021</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lvl="0" algn="l">
                        <a:buNone/>
                      </a:pPr>
                      <a:endParaRPr lang="en-US"/>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r>
                        <a:rPr lang="en-GB" sz="1100" b="0" i="0">
                          <a:solidFill>
                            <a:schemeClr val="tx2"/>
                          </a:solidFill>
                          <a:effectLst/>
                          <a:latin typeface="Montserrat Light"/>
                          <a:ea typeface="Calibri"/>
                          <a:cs typeface="Times New Roman"/>
                        </a:rPr>
                        <a:t>AG Insurance</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nSpc>
                          <a:spcPct val="115000"/>
                        </a:lnSpc>
                        <a:spcAft>
                          <a:spcPts val="0"/>
                        </a:spcAft>
                        <a:buClrTx/>
                        <a:defRPr/>
                      </a:pPr>
                      <a:r>
                        <a:rPr lang="nl-NL" sz="1100" dirty="0">
                          <a:solidFill>
                            <a:srgbClr val="15487B"/>
                          </a:solidFill>
                          <a:latin typeface="Montserrat Light"/>
                        </a:rPr>
                        <a:t>Data Developer / Analyst</a:t>
                      </a:r>
                      <a:endParaRPr lang="nl-NL" sz="1100" b="1" dirty="0">
                        <a:solidFill>
                          <a:srgbClr val="16BECF"/>
                        </a:solidFill>
                        <a:latin typeface="Montserrat Light"/>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1818132565"/>
                  </a:ext>
                </a:extLst>
              </a:tr>
              <a:tr h="377072">
                <a:tc>
                  <a:txBody>
                    <a:bodyPr/>
                    <a:lstStyle/>
                    <a:p>
                      <a:pPr algn="just">
                        <a:buNone/>
                      </a:pPr>
                      <a:r>
                        <a:rPr sz="1100" b="0" i="0">
                          <a:solidFill>
                            <a:schemeClr val="tx2"/>
                          </a:solidFill>
                          <a:latin typeface="Montserrat Light"/>
                        </a:rPr>
                        <a:t>02/2018 – 10/2018</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lvl="0" algn="l">
                        <a:buNone/>
                      </a:pPr>
                      <a:endParaRPr lang="en-US"/>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r>
                        <a:rPr lang="en-GB" sz="1100" b="0" i="0">
                          <a:solidFill>
                            <a:schemeClr val="tx2"/>
                          </a:solidFill>
                          <a:effectLst/>
                          <a:latin typeface="Montserrat Light"/>
                          <a:ea typeface="Calibri"/>
                          <a:cs typeface="Times New Roman"/>
                        </a:rPr>
                        <a:t>Isabel</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nSpc>
                          <a:spcPct val="115000"/>
                        </a:lnSpc>
                        <a:spcAft>
                          <a:spcPts val="0"/>
                        </a:spcAft>
                        <a:buClrTx/>
                        <a:defRPr/>
                      </a:pPr>
                      <a:r>
                        <a:rPr lang="nl-NL" sz="1100">
                          <a:solidFill>
                            <a:srgbClr val="15487B"/>
                          </a:solidFill>
                          <a:latin typeface="Montserrat Light"/>
                        </a:rPr>
                        <a:t>Data Analyst</a:t>
                      </a:r>
                      <a:endParaRPr lang="nl-NL" sz="1100" b="1" dirty="0">
                        <a:solidFill>
                          <a:srgbClr val="16BECF"/>
                        </a:solidFill>
                        <a:latin typeface="Montserrat Light"/>
                        <a:ea typeface="Calibri" panose="020F0502020204030204" pitchFamily="34" charset="0"/>
                        <a:cs typeface="Times New Roman" panose="02020603050405020304" pitchFamily="18" charset="0"/>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1677587195"/>
                  </a:ext>
                </a:extLst>
              </a:tr>
              <a:tr h="377072">
                <a:tc>
                  <a:txBody>
                    <a:bodyPr/>
                    <a:lstStyle/>
                    <a:p>
                      <a:pPr algn="just">
                        <a:buNone/>
                      </a:pPr>
                      <a:r>
                        <a:rPr sz="1100" b="0" i="0">
                          <a:solidFill>
                            <a:schemeClr val="tx2"/>
                          </a:solidFill>
                          <a:latin typeface="Montserrat Light"/>
                        </a:rPr>
                        <a:t>08/2017 – 01/2018</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lvl="0" algn="l">
                        <a:buNone/>
                      </a:pPr>
                      <a:endParaRPr lang="en-US"/>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r>
                        <a:rPr lang="en-GB" sz="1100" b="0" i="0">
                          <a:solidFill>
                            <a:schemeClr val="tx2"/>
                          </a:solidFill>
                          <a:effectLst/>
                          <a:latin typeface="Montserrat Light"/>
                          <a:ea typeface="Calibri"/>
                          <a:cs typeface="Times New Roman"/>
                        </a:rPr>
                        <a:t>Eneco</a:t>
                      </a:r>
                      <a:endParaRPr lang="en-US"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tc>
                  <a:txBody>
                    <a:bodyPr/>
                    <a:lstStyle/>
                    <a:p>
                      <a:pPr algn="l">
                        <a:buNone/>
                      </a:pPr>
                      <a:r>
                        <a:rPr lang="en-GB" sz="1100" b="0" i="0">
                          <a:solidFill>
                            <a:schemeClr val="tx2"/>
                          </a:solidFill>
                          <a:latin typeface="Montserrat Light"/>
                        </a:rPr>
                        <a:t>Business Intelligence Consultant</a:t>
                      </a:r>
                      <a:endParaRPr lang="en-GB" sz="1100" b="0"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F8F8F8"/>
                    </a:solidFill>
                  </a:tcPr>
                </a:tc>
                <a:extLst>
                  <a:ext uri="{0D108BD9-81ED-4DB2-BD59-A6C34878D82A}">
                    <a16:rowId xmlns:a16="http://schemas.microsoft.com/office/drawing/2014/main" val="78490479"/>
                  </a:ext>
                </a:extLst>
              </a:tr>
              <a:tr h="377072">
                <a:tc>
                  <a:txBody>
                    <a:bodyPr/>
                    <a:lstStyle/>
                    <a:p>
                      <a:pPr algn="just">
                        <a:buNone/>
                      </a:pPr>
                      <a:r>
                        <a:rPr sz="1100" b="1" i="0">
                          <a:solidFill>
                            <a:schemeClr val="tx2"/>
                          </a:solidFill>
                          <a:latin typeface="Montserrat"/>
                        </a:rPr>
                        <a:t>07/2017 – 07/2017</a:t>
                      </a:r>
                      <a:endParaRPr lang="en-US" sz="1100" b="1" i="0">
                        <a:solidFill>
                          <a:schemeClr val="tx2"/>
                        </a:solidFill>
                        <a:effectLst/>
                        <a:latin typeface="Montserra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r>
                        <a:rPr sz="1100" b="1" i="0">
                          <a:solidFill>
                            <a:schemeClr val="tx2"/>
                          </a:solidFill>
                          <a:latin typeface="Montserrat"/>
                        </a:rPr>
                        <a:t>Avanade</a:t>
                      </a:r>
                      <a:endParaRPr lang="en-US" sz="1100" b="1"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endParaRPr lang="en-US" sz="1100" b="1"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r>
                        <a:rPr sz="1100" b="1" i="0">
                          <a:solidFill>
                            <a:schemeClr val="tx2"/>
                          </a:solidFill>
                          <a:latin typeface="Montserrat"/>
                        </a:rPr>
                        <a:t>Trainee Microsoft </a:t>
                      </a:r>
                      <a:r>
                        <a:rPr lang="en-GB" sz="1100" b="1" i="0">
                          <a:solidFill>
                            <a:schemeClr val="tx2"/>
                          </a:solidFill>
                          <a:latin typeface="Montserrat"/>
                        </a:rPr>
                        <a:t>Business Intelligence</a:t>
                      </a:r>
                      <a:r>
                        <a:rPr sz="1100" b="1" i="0">
                          <a:solidFill>
                            <a:schemeClr val="tx2"/>
                          </a:solidFill>
                          <a:latin typeface="Montserrat"/>
                        </a:rPr>
                        <a:t> Consultant</a:t>
                      </a:r>
                      <a:endParaRPr lang="en-US" sz="1100" b="1"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984078136"/>
                  </a:ext>
                </a:extLst>
              </a:tr>
              <a:tr h="377072">
                <a:tc>
                  <a:txBody>
                    <a:bodyPr/>
                    <a:lstStyle/>
                    <a:p>
                      <a:pPr algn="just">
                        <a:buNone/>
                      </a:pPr>
                      <a:r>
                        <a:rPr sz="1100" b="1" i="0">
                          <a:solidFill>
                            <a:schemeClr val="tx2"/>
                          </a:solidFill>
                          <a:latin typeface="Montserrat"/>
                        </a:rPr>
                        <a:t>06/2016 – 06/2017</a:t>
                      </a:r>
                      <a:endParaRPr lang="en-US" sz="1100" b="1" i="0">
                        <a:solidFill>
                          <a:schemeClr val="tx2"/>
                        </a:solidFill>
                        <a:effectLst/>
                        <a:latin typeface="Montserra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r>
                        <a:rPr sz="1100" b="1" i="0">
                          <a:solidFill>
                            <a:schemeClr val="tx2"/>
                          </a:solidFill>
                          <a:latin typeface="Montserrat"/>
                        </a:rPr>
                        <a:t>Zuid-Holland </a:t>
                      </a:r>
                      <a:r>
                        <a:rPr sz="1100" b="1" i="0" err="1">
                          <a:solidFill>
                            <a:schemeClr val="tx2"/>
                          </a:solidFill>
                          <a:latin typeface="Montserrat"/>
                        </a:rPr>
                        <a:t>Provinciehuis</a:t>
                      </a:r>
                      <a:endParaRPr lang="en-US" sz="1100" b="1"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endParaRPr lang="en-US" sz="1100" b="1"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tc>
                  <a:txBody>
                    <a:bodyPr/>
                    <a:lstStyle/>
                    <a:p>
                      <a:pPr algn="l">
                        <a:buNone/>
                      </a:pPr>
                      <a:r>
                        <a:rPr sz="1100" b="1" i="0">
                          <a:solidFill>
                            <a:schemeClr val="tx2"/>
                          </a:solidFill>
                          <a:latin typeface="Montserrat"/>
                        </a:rPr>
                        <a:t>Junior Microsoft </a:t>
                      </a:r>
                      <a:r>
                        <a:rPr lang="en-GB" sz="1100" b="1" i="0">
                          <a:solidFill>
                            <a:schemeClr val="tx2"/>
                          </a:solidFill>
                          <a:latin typeface="Montserrat"/>
                        </a:rPr>
                        <a:t>Business Intelligence</a:t>
                      </a:r>
                      <a:r>
                        <a:rPr sz="1100" b="1" i="0">
                          <a:solidFill>
                            <a:schemeClr val="tx2"/>
                          </a:solidFill>
                          <a:latin typeface="Montserrat"/>
                        </a:rPr>
                        <a:t> Developer</a:t>
                      </a:r>
                      <a:endParaRPr lang="en-US" sz="1100" b="1" i="0">
                        <a:solidFill>
                          <a:schemeClr val="tx2"/>
                        </a:solidFill>
                        <a:effectLst/>
                        <a:latin typeface="Montserrat Light"/>
                        <a:ea typeface="Calibri"/>
                        <a:cs typeface="Times New Roman"/>
                      </a:endParaRPr>
                    </a:p>
                  </a:txBody>
                  <a:tcPr marL="144000" marR="36000" marT="36000" marB="36000" anchor="ctr">
                    <a:lnL w="12700" cap="flat" cmpd="sng" algn="ctr">
                      <a:solidFill>
                        <a:srgbClr val="F8F8F8"/>
                      </a:solidFill>
                      <a:prstDash val="solid"/>
                      <a:round/>
                      <a:headEnd type="none" w="med" len="med"/>
                      <a:tailEnd type="none" w="med" len="med"/>
                    </a:lnL>
                    <a:lnR w="12700" cap="flat" cmpd="sng" algn="ctr">
                      <a:solidFill>
                        <a:srgbClr val="F8F8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48414895"/>
                  </a:ext>
                </a:extLst>
              </a:tr>
              <a:tr h="377071">
                <a:tc>
                  <a:txBody>
                    <a:bodyPr/>
                    <a:lstStyle/>
                    <a:p>
                      <a:pPr marL="0" lvl="0" algn="l" defTabSz="914400" rtl="0" eaLnBrk="1" latinLnBrk="0" hangingPunct="1">
                        <a:buNone/>
                      </a:pPr>
                      <a:r>
                        <a:rPr lang="en-US" sz="1100" b="1" i="0" kern="1200">
                          <a:solidFill>
                            <a:schemeClr val="tx2"/>
                          </a:solidFill>
                          <a:latin typeface="Montserrat"/>
                          <a:ea typeface="+mn-ea"/>
                          <a:cs typeface="+mn-cs"/>
                        </a:rPr>
                        <a:t>09/2015 </a:t>
                      </a:r>
                      <a:r>
                        <a:rPr lang="en-US" sz="1100" b="1" i="0" kern="1200" noProof="0">
                          <a:solidFill>
                            <a:schemeClr val="tx2"/>
                          </a:solidFill>
                          <a:latin typeface="Montserrat"/>
                          <a:ea typeface="+mn-ea"/>
                          <a:cs typeface="+mn-cs"/>
                        </a:rPr>
                        <a:t>– </a:t>
                      </a:r>
                      <a:r>
                        <a:rPr lang="en-US" sz="1100" b="1" i="0" kern="1200">
                          <a:solidFill>
                            <a:schemeClr val="tx2"/>
                          </a:solidFill>
                          <a:latin typeface="Montserrat"/>
                          <a:ea typeface="+mn-ea"/>
                          <a:cs typeface="+mn-cs"/>
                        </a:rPr>
                        <a:t>09/2015</a:t>
                      </a:r>
                    </a:p>
                  </a:txBody>
                  <a:tcPr marL="144000" marR="36000" marT="36000" marB="36000" anchor="ctr">
                    <a:lnL w="12700">
                      <a:solidFill>
                        <a:srgbClr val="F8F8F8"/>
                      </a:solidFill>
                    </a:lnL>
                    <a:lnR w="12700">
                      <a:solidFill>
                        <a:srgbClr val="F8F8F8"/>
                      </a:solidFill>
                    </a:lnR>
                    <a:lnT w="12700">
                      <a:solidFill>
                        <a:schemeClr val="tx2"/>
                      </a:solidFill>
                    </a:lnT>
                    <a:lnB w="12700">
                      <a:solidFill>
                        <a:schemeClr val="tx2"/>
                      </a:solidFill>
                    </a:lnB>
                    <a:solidFill>
                      <a:schemeClr val="bg2">
                        <a:lumMod val="90000"/>
                      </a:schemeClr>
                    </a:solidFill>
                  </a:tcPr>
                </a:tc>
                <a:tc>
                  <a:txBody>
                    <a:bodyPr/>
                    <a:lstStyle/>
                    <a:p>
                      <a:pPr marL="0" lvl="0" algn="l" rtl="0" eaLnBrk="1" latinLnBrk="0" hangingPunct="1">
                        <a:buNone/>
                      </a:pPr>
                      <a:r>
                        <a:rPr lang="en-US" sz="1100" b="1" i="0" kern="1200" err="1">
                          <a:solidFill>
                            <a:schemeClr val="tx2"/>
                          </a:solidFill>
                          <a:latin typeface="Montserrat"/>
                          <a:ea typeface="+mn-ea"/>
                          <a:cs typeface="+mn-cs"/>
                        </a:rPr>
                        <a:t>Gemeente</a:t>
                      </a:r>
                      <a:r>
                        <a:rPr lang="en-US" sz="1100" b="1" i="0" kern="1200">
                          <a:solidFill>
                            <a:schemeClr val="tx2"/>
                          </a:solidFill>
                          <a:latin typeface="Montserrat"/>
                          <a:ea typeface="+mn-ea"/>
                          <a:cs typeface="+mn-cs"/>
                        </a:rPr>
                        <a:t> Den Haag</a:t>
                      </a:r>
                    </a:p>
                  </a:txBody>
                  <a:tcPr marL="144000" marR="36000" marT="36000" marB="36000" anchor="ctr">
                    <a:lnL w="12700">
                      <a:solidFill>
                        <a:srgbClr val="F8F8F8"/>
                      </a:solidFill>
                    </a:lnL>
                    <a:lnR w="12700">
                      <a:solidFill>
                        <a:srgbClr val="F8F8F8"/>
                      </a:solidFill>
                    </a:lnR>
                    <a:lnT w="12700">
                      <a:solidFill>
                        <a:schemeClr val="tx2"/>
                      </a:solidFill>
                    </a:lnT>
                    <a:lnB w="12700">
                      <a:solidFill>
                        <a:schemeClr val="tx2"/>
                      </a:solidFill>
                    </a:lnB>
                    <a:solidFill>
                      <a:schemeClr val="bg2">
                        <a:lumMod val="90000"/>
                      </a:schemeClr>
                    </a:solidFill>
                  </a:tcPr>
                </a:tc>
                <a:tc>
                  <a:txBody>
                    <a:bodyPr/>
                    <a:lstStyle/>
                    <a:p>
                      <a:pPr marL="0" lvl="0" algn="l" defTabSz="914400" rtl="0" eaLnBrk="1" latinLnBrk="0" hangingPunct="1">
                        <a:buNone/>
                      </a:pPr>
                      <a:endParaRPr lang="en-US" sz="1100" b="0" i="0" kern="1200">
                        <a:solidFill>
                          <a:schemeClr val="tx2"/>
                        </a:solidFill>
                        <a:effectLst/>
                        <a:latin typeface="Montserrat SemiBold"/>
                        <a:ea typeface="Calibri"/>
                        <a:cs typeface="Times New Roman"/>
                      </a:endParaRPr>
                    </a:p>
                  </a:txBody>
                  <a:tcPr marL="144000" marR="36000" marT="36000" marB="36000" anchor="ctr">
                    <a:lnL w="12700">
                      <a:solidFill>
                        <a:srgbClr val="F8F8F8"/>
                      </a:solidFill>
                    </a:lnL>
                    <a:lnR w="12700">
                      <a:solidFill>
                        <a:srgbClr val="F8F8F8"/>
                      </a:solidFill>
                    </a:lnR>
                    <a:lnT w="12700">
                      <a:solidFill>
                        <a:schemeClr val="tx2"/>
                      </a:solidFill>
                    </a:lnT>
                    <a:lnB w="12700">
                      <a:solidFill>
                        <a:schemeClr val="tx2"/>
                      </a:solidFill>
                    </a:lnB>
                    <a:solidFill>
                      <a:schemeClr val="bg2">
                        <a:lumMod val="90000"/>
                      </a:schemeClr>
                    </a:solidFill>
                  </a:tcPr>
                </a:tc>
                <a:tc>
                  <a:txBody>
                    <a:bodyPr/>
                    <a:lstStyle/>
                    <a:p>
                      <a:pPr marL="0" lvl="0" algn="l" defTabSz="914400" rtl="0" eaLnBrk="1" latinLnBrk="0" hangingPunct="1">
                        <a:buNone/>
                      </a:pPr>
                      <a:r>
                        <a:rPr lang="en-US" sz="1100" b="1" i="0" kern="1200" dirty="0">
                          <a:solidFill>
                            <a:schemeClr val="tx2"/>
                          </a:solidFill>
                          <a:latin typeface="Montserrat"/>
                          <a:ea typeface="+mn-ea"/>
                          <a:cs typeface="+mn-cs"/>
                        </a:rPr>
                        <a:t>Data Specialist (Student Job)</a:t>
                      </a:r>
                    </a:p>
                  </a:txBody>
                  <a:tcPr marL="144000" marR="36000" marT="36000" marB="36000" anchor="ctr">
                    <a:lnL w="12700">
                      <a:solidFill>
                        <a:srgbClr val="F8F8F8"/>
                      </a:solidFill>
                    </a:lnL>
                    <a:lnR w="12700">
                      <a:solidFill>
                        <a:srgbClr val="F8F8F8"/>
                      </a:solidFill>
                    </a:lnR>
                    <a:lnT w="12700">
                      <a:solidFill>
                        <a:schemeClr val="tx2"/>
                      </a:solidFill>
                    </a:lnT>
                    <a:lnB w="12700">
                      <a:solidFill>
                        <a:schemeClr val="tx2"/>
                      </a:solidFill>
                    </a:lnB>
                    <a:solidFill>
                      <a:schemeClr val="bg2">
                        <a:lumMod val="90000"/>
                      </a:schemeClr>
                    </a:solidFill>
                  </a:tcPr>
                </a:tc>
                <a:extLst>
                  <a:ext uri="{0D108BD9-81ED-4DB2-BD59-A6C34878D82A}">
                    <a16:rowId xmlns:a16="http://schemas.microsoft.com/office/drawing/2014/main" val="256474887"/>
                  </a:ext>
                </a:extLst>
              </a:tr>
            </a:tbl>
          </a:graphicData>
        </a:graphic>
      </p:graphicFrame>
    </p:spTree>
    <p:extLst>
      <p:ext uri="{BB962C8B-B14F-4D97-AF65-F5344CB8AC3E}">
        <p14:creationId xmlns:p14="http://schemas.microsoft.com/office/powerpoint/2010/main" val="2087919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A208A-368B-3E74-F15A-D0B20B8A8974}"/>
            </a:ext>
          </a:extLst>
        </p:cNvPr>
        <p:cNvGrpSpPr/>
        <p:nvPr/>
      </p:nvGrpSpPr>
      <p:grpSpPr>
        <a:xfrm>
          <a:off x="0" y="0"/>
          <a:ext cx="0" cy="0"/>
          <a:chOff x="0" y="0"/>
          <a:chExt cx="0" cy="0"/>
        </a:xfrm>
      </p:grpSpPr>
      <p:pic>
        <p:nvPicPr>
          <p:cNvPr id="7" name="Picture Placeholder 6" descr="A person with a beard&#10;&#10;AI-generated content may be incorrect.">
            <a:extLst>
              <a:ext uri="{FF2B5EF4-FFF2-40B4-BE49-F238E27FC236}">
                <a16:creationId xmlns:a16="http://schemas.microsoft.com/office/drawing/2014/main" id="{1A7F93F5-2428-44EB-B0A4-DE97888B18C2}"/>
              </a:ext>
            </a:extLst>
          </p:cNvPr>
          <p:cNvPicPr>
            <a:picLocks noGrp="1" noChangeAspect="1"/>
          </p:cNvPicPr>
          <p:nvPr>
            <p:ph type="pic" sz="quarter" idx="14"/>
          </p:nvPr>
        </p:nvPicPr>
        <p:blipFill>
          <a:blip r:embed="rId2">
            <a:extLst>
              <a:ext uri="{BEBA8EAE-BF5A-486C-A8C5-ECC9F3942E4B}">
                <a14:imgProps xmlns:a14="http://schemas.microsoft.com/office/drawing/2010/main">
                  <a14:imgLayer r:embed="rId3">
                    <a14:imgEffect>
                      <a14:saturation sat="0"/>
                    </a14:imgEffect>
                  </a14:imgLayer>
                </a14:imgProps>
              </a:ext>
            </a:extLst>
          </a:blip>
          <a:srcRect t="23029" b="23029"/>
          <a:stretch>
            <a:fillRect/>
          </a:stretch>
        </p:blipFill>
        <p:spPr/>
      </p:pic>
      <p:sp>
        <p:nvSpPr>
          <p:cNvPr id="3" name="Text Placeholder 2">
            <a:extLst>
              <a:ext uri="{FF2B5EF4-FFF2-40B4-BE49-F238E27FC236}">
                <a16:creationId xmlns:a16="http://schemas.microsoft.com/office/drawing/2014/main" id="{20F0F2E8-1D9A-DA98-4041-D59FA9A67A5E}"/>
              </a:ext>
            </a:extLst>
          </p:cNvPr>
          <p:cNvSpPr>
            <a:spLocks noGrp="1"/>
          </p:cNvSpPr>
          <p:nvPr>
            <p:ph type="body" sz="quarter" idx="10"/>
          </p:nvPr>
        </p:nvSpPr>
        <p:spPr>
          <a:xfrm>
            <a:off x="540427" y="1204532"/>
            <a:ext cx="5343026" cy="4800600"/>
          </a:xfrm>
        </p:spPr>
        <p:txBody>
          <a:bodyPr vert="horz" lIns="0" tIns="0" rIns="0" bIns="0" numCol="1" spcCol="180000" rtlCol="0" anchor="t">
            <a:noAutofit/>
          </a:bodyPr>
          <a:lstStyle/>
          <a:p>
            <a:pPr marL="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r>
              <a:rPr kumimoji="0" lang="nl-NL" sz="1200" b="1" i="0" u="none" strike="noStrike" kern="1200" cap="none" spc="0" normalizeH="0" baseline="0" noProof="0" dirty="0">
                <a:ln>
                  <a:noFill/>
                </a:ln>
                <a:solidFill>
                  <a:srgbClr val="15487B"/>
                </a:solidFill>
                <a:effectLst/>
                <a:uLnTx/>
                <a:uFillTx/>
                <a:latin typeface="Montserrat" pitchFamily="2" charset="77"/>
                <a:ea typeface="+mn-ea"/>
                <a:cs typeface="+mn-cs"/>
              </a:rPr>
              <a:t>LACO</a:t>
            </a:r>
            <a:r>
              <a:rPr kumimoji="0" lang="nl-NL" sz="1200" b="1" i="0" u="none" strike="noStrike" kern="1200" cap="none" spc="0" normalizeH="0" baseline="0" noProof="0" dirty="0">
                <a:ln>
                  <a:noFill/>
                </a:ln>
                <a:solidFill>
                  <a:srgbClr val="16BECF"/>
                </a:solidFill>
                <a:effectLst/>
                <a:uLnTx/>
                <a:uFillTx/>
                <a:latin typeface="Montserrat" pitchFamily="2" charset="77"/>
                <a:ea typeface="+mn-ea"/>
                <a:cs typeface="+mn-cs"/>
              </a:rPr>
              <a:t> | </a:t>
            </a:r>
            <a:r>
              <a:rPr kumimoji="0" lang="en-GB" sz="1200" b="1" i="0" u="none" strike="noStrike" kern="1200" cap="none" spc="0" normalizeH="0" baseline="0" noProof="0" dirty="0">
                <a:ln>
                  <a:noFill/>
                </a:ln>
                <a:solidFill>
                  <a:srgbClr val="16BECF"/>
                </a:solidFill>
                <a:effectLst/>
                <a:uLnTx/>
                <a:uFillTx/>
                <a:latin typeface="Montserrat" pitchFamily="2" charset="77"/>
                <a:ea typeface="+mn-ea"/>
                <a:cs typeface="+mn-cs"/>
              </a:rPr>
              <a:t>Internal</a:t>
            </a:r>
            <a:endParaRPr kumimoji="0" lang="nl-BE" sz="800" b="0" i="0" u="none" strike="noStrike" kern="1200" cap="none" spc="0" normalizeH="0" baseline="0" noProof="0" dirty="0">
              <a:ln>
                <a:noFill/>
              </a:ln>
              <a:solidFill>
                <a:srgbClr val="15487B"/>
              </a:solidFill>
              <a:effectLst/>
              <a:uLnTx/>
              <a:uFillTx/>
              <a:latin typeface="Montserrat Light" pitchFamily="2" charset="77"/>
              <a:ea typeface="+mn-ea"/>
              <a:cs typeface="+mn-cs"/>
            </a:endParaRPr>
          </a:p>
          <a:p>
            <a:pPr marL="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r>
              <a:rPr kumimoji="0" lang="nl-BE" b="0" i="0" u="none" strike="noStrike" kern="1200" cap="none" spc="0" normalizeH="0" baseline="0" noProof="0" dirty="0">
                <a:ln>
                  <a:noFill/>
                </a:ln>
                <a:solidFill>
                  <a:srgbClr val="15487B"/>
                </a:solidFill>
                <a:effectLst/>
                <a:uLnTx/>
                <a:uFillTx/>
                <a:latin typeface="Montserrat Light"/>
                <a:ea typeface="+mn-ea"/>
                <a:cs typeface="+mn-cs"/>
              </a:rPr>
              <a:t>01/2026 – Present </a:t>
            </a:r>
            <a:r>
              <a:rPr kumimoji="0" lang="nl-NL" b="0" i="0" u="none" strike="noStrike" kern="1200" cap="none" spc="0" normalizeH="0" baseline="0" noProof="0" dirty="0">
                <a:ln>
                  <a:noFill/>
                </a:ln>
                <a:solidFill>
                  <a:srgbClr val="15487B"/>
                </a:solidFill>
                <a:effectLst/>
                <a:uLnTx/>
                <a:uFillTx/>
                <a:latin typeface="Montserrat Light"/>
                <a:ea typeface="+mn-ea"/>
                <a:cs typeface="+mn-cs"/>
              </a:rPr>
              <a:t>| BI Consultant</a:t>
            </a:r>
            <a:endParaRPr kumimoji="0" lang="nl-NL" b="0" i="0" u="none" strike="noStrike" kern="1200" cap="none" spc="0" normalizeH="0" baseline="0" noProof="0" dirty="0">
              <a:ln>
                <a:noFill/>
              </a:ln>
              <a:solidFill>
                <a:srgbClr val="15487B"/>
              </a:solidFill>
              <a:effectLst/>
              <a:uLnTx/>
              <a:uFillTx/>
              <a:latin typeface="Montserrat Light" pitchFamily="2" charset="77"/>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kumimoji="0" lang="en-GB" b="1" i="0" u="none" strike="noStrike" kern="1200" cap="none" spc="0" normalizeH="0" baseline="0" noProof="0" dirty="0">
              <a:ln>
                <a:noFill/>
              </a:ln>
              <a:solidFill>
                <a:srgbClr val="15487B"/>
              </a:solidFill>
              <a:effectLst/>
              <a:uLnTx/>
              <a:uFillTx/>
              <a:latin typeface="Montserrat" pitchFamily="2" charset="77"/>
              <a:ea typeface="+mn-ea"/>
              <a:cs typeface="+mn-cs"/>
            </a:endParaRPr>
          </a:p>
          <a:p>
            <a:pPr marL="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r>
              <a:rPr kumimoji="0" lang="en-GB" b="1" i="0" u="none" strike="noStrike" kern="1200" cap="none" spc="0" normalizeH="0" baseline="0" noProof="0" dirty="0">
                <a:ln>
                  <a:noFill/>
                </a:ln>
                <a:solidFill>
                  <a:srgbClr val="15487B"/>
                </a:solidFill>
                <a:effectLst/>
                <a:uLnTx/>
                <a:uFillTx/>
                <a:latin typeface="Montserrat" pitchFamily="2" charset="77"/>
                <a:ea typeface="+mn-ea"/>
                <a:cs typeface="+mn-cs"/>
              </a:rPr>
              <a:t>Project </a:t>
            </a:r>
            <a:endParaRPr kumimoji="0" lang="en-BE" b="1" i="0" u="none" strike="noStrike" kern="1200" cap="none" spc="0" normalizeH="0" baseline="0" noProof="0" dirty="0">
              <a:ln>
                <a:noFill/>
              </a:ln>
              <a:solidFill>
                <a:srgbClr val="15487B"/>
              </a:solidFill>
              <a:effectLst/>
              <a:uLnTx/>
              <a:uFillTx/>
              <a:latin typeface="Montserrat" pitchFamily="2" charset="77"/>
              <a:ea typeface="+mn-ea"/>
              <a:cs typeface="+mn-cs"/>
            </a:endParaRPr>
          </a:p>
          <a:p>
            <a:pPr marR="234315" lvl="0">
              <a:spcAft>
                <a:spcPts val="0"/>
              </a:spcAft>
              <a:buClrTx/>
              <a:defRPr/>
            </a:pPr>
            <a:r>
              <a:rPr lang="en-US" sz="800" spc="-10" dirty="0">
                <a:solidFill>
                  <a:srgbClr val="15487B"/>
                </a:solidFill>
                <a:latin typeface="Montserrat Light"/>
              </a:rPr>
              <a:t>Development of a data platform using Microsoft Fabric, focused on building a scalable data architecture, enabling data transformation pipelines, and delivering business insights through semantic models and Power BI reporting.</a:t>
            </a:r>
          </a:p>
          <a:p>
            <a:pPr marR="234315" lvl="0">
              <a:spcAft>
                <a:spcPts val="0"/>
              </a:spcAft>
              <a:buClrTx/>
              <a:defRPr/>
            </a:pPr>
            <a:endParaRPr lang="en-US" spc="-10" dirty="0">
              <a:solidFill>
                <a:srgbClr val="FF0000"/>
              </a:solidFill>
              <a:latin typeface="Montserrat Light"/>
            </a:endParaRPr>
          </a:p>
          <a:p>
            <a:pPr marR="234315" lvl="0">
              <a:spcAft>
                <a:spcPts val="0"/>
              </a:spcAft>
              <a:buClrTx/>
              <a:defRPr/>
            </a:pPr>
            <a:r>
              <a:rPr lang="en-US" sz="800" spc="-10" dirty="0">
                <a:solidFill>
                  <a:srgbClr val="FF0000"/>
                </a:solidFill>
                <a:latin typeface="Montserrat Light"/>
              </a:rPr>
              <a:t>Support customer providing to them </a:t>
            </a:r>
            <a:r>
              <a:rPr lang="en-US" sz="800" b="1" spc="-10" dirty="0">
                <a:solidFill>
                  <a:srgbClr val="FF0000"/>
                </a:solidFill>
                <a:latin typeface="Montserrat Light"/>
              </a:rPr>
              <a:t>Leave Request </a:t>
            </a:r>
            <a:r>
              <a:rPr lang="en-US" sz="800" spc="-10" dirty="0">
                <a:solidFill>
                  <a:srgbClr val="FF0000"/>
                </a:solidFill>
                <a:latin typeface="Montserrat Light"/>
              </a:rPr>
              <a:t>and </a:t>
            </a:r>
            <a:r>
              <a:rPr lang="en-US" sz="800" b="1" spc="-10" dirty="0">
                <a:solidFill>
                  <a:srgbClr val="FF0000"/>
                </a:solidFill>
                <a:latin typeface="Montserrat Light"/>
              </a:rPr>
              <a:t>Expense Report Apps </a:t>
            </a:r>
            <a:r>
              <a:rPr lang="en-US" sz="800" spc="-10" dirty="0">
                <a:solidFill>
                  <a:srgbClr val="FF0000"/>
                </a:solidFill>
                <a:latin typeface="Montserrat Light"/>
              </a:rPr>
              <a:t>using power Apps and  power automate:</a:t>
            </a:r>
          </a:p>
          <a:p>
            <a:pPr marR="234315" lvl="0">
              <a:spcAft>
                <a:spcPts val="0"/>
              </a:spcAft>
              <a:buClrTx/>
              <a:defRPr/>
            </a:pPr>
            <a:endParaRPr lang="en-US" spc="-10" dirty="0">
              <a:solidFill>
                <a:srgbClr val="15487B"/>
              </a:solidFill>
              <a:latin typeface="Montserrat Light"/>
            </a:endParaRPr>
          </a:p>
          <a:p>
            <a:pPr marR="234315" lvl="0">
              <a:spcAft>
                <a:spcPts val="0"/>
              </a:spcAft>
              <a:buClrTx/>
              <a:defRPr/>
            </a:pPr>
            <a:r>
              <a:rPr lang="en-US" spc="-10" dirty="0">
                <a:solidFill>
                  <a:srgbClr val="FF0000"/>
                </a:solidFill>
                <a:latin typeface="Montserrat Light"/>
              </a:rPr>
              <a:t>For </a:t>
            </a:r>
            <a:r>
              <a:rPr lang="en-US" b="1" spc="-10" dirty="0">
                <a:solidFill>
                  <a:srgbClr val="FF0000"/>
                </a:solidFill>
                <a:latin typeface="Montserrat Light"/>
              </a:rPr>
              <a:t>Leave Request </a:t>
            </a:r>
            <a:r>
              <a:rPr lang="en-US" b="1" spc="-10" dirty="0">
                <a:solidFill>
                  <a:srgbClr val="FF0000"/>
                </a:solidFill>
                <a:latin typeface="Montserrat Light"/>
                <a:sym typeface="Wingdings" panose="05000000000000000000" pitchFamily="2" charset="2"/>
              </a:rPr>
              <a:t> </a:t>
            </a:r>
            <a:r>
              <a:rPr lang="en-GB" sz="800" spc="-10" dirty="0">
                <a:solidFill>
                  <a:srgbClr val="FF0000"/>
                </a:solidFill>
                <a:latin typeface="Montserrat Light"/>
              </a:rPr>
              <a:t>employees fill out a form (name, dates, leave type, reason), submit it, and the request is saved to SharePoint/Excel. Power Automate then sends an approval request to the manager via Teams or email. The manager approves or rejects, SharePoint is updated, and the employee gets notified automatically. For bigger company Logic App can be called to write/Update data in author systems like SAP , AFAS…</a:t>
            </a:r>
          </a:p>
          <a:p>
            <a:pPr marR="234315" lvl="0">
              <a:spcAft>
                <a:spcPts val="0"/>
              </a:spcAft>
              <a:buClrTx/>
              <a:defRPr/>
            </a:pPr>
            <a:endParaRPr lang="en-GB" sz="800" spc="-10" dirty="0">
              <a:solidFill>
                <a:srgbClr val="FF0000"/>
              </a:solidFill>
              <a:latin typeface="Montserrat Light"/>
            </a:endParaRPr>
          </a:p>
          <a:p>
            <a:pPr marR="234315">
              <a:spcAft>
                <a:spcPts val="0"/>
              </a:spcAft>
              <a:buClrTx/>
              <a:defRPr/>
            </a:pPr>
            <a:r>
              <a:rPr kumimoji="0" lang="en-GB" b="0" i="0" u="none" strike="noStrike" kern="1200" cap="none" spc="-10" normalizeH="0" baseline="0" noProof="0" dirty="0">
                <a:ln>
                  <a:noFill/>
                </a:ln>
                <a:solidFill>
                  <a:srgbClr val="FF0000"/>
                </a:solidFill>
                <a:effectLst/>
                <a:uLnTx/>
                <a:uFillTx/>
                <a:latin typeface="Montserrat Light" pitchFamily="2" charset="77"/>
                <a:ea typeface="+mn-ea"/>
                <a:cs typeface="+mn-cs"/>
              </a:rPr>
              <a:t>For </a:t>
            </a:r>
            <a:r>
              <a:rPr lang="en-US" b="1" spc="-10" dirty="0">
                <a:solidFill>
                  <a:srgbClr val="FF0000"/>
                </a:solidFill>
                <a:latin typeface="Montserrat Light"/>
              </a:rPr>
              <a:t>Expense Report Apps </a:t>
            </a:r>
            <a:r>
              <a:rPr lang="en-US" b="1" spc="-10" dirty="0">
                <a:solidFill>
                  <a:srgbClr val="FF0000"/>
                </a:solidFill>
                <a:latin typeface="Montserrat Light"/>
                <a:sym typeface="Wingdings" panose="05000000000000000000" pitchFamily="2" charset="2"/>
              </a:rPr>
              <a:t></a:t>
            </a:r>
            <a:r>
              <a:rPr lang="en-GB" dirty="0">
                <a:solidFill>
                  <a:srgbClr val="FF0000"/>
                </a:solidFill>
              </a:rPr>
              <a:t> s</a:t>
            </a:r>
            <a:r>
              <a:rPr lang="en-GB" sz="800" spc="-10" dirty="0">
                <a:solidFill>
                  <a:srgbClr val="FF0000"/>
                </a:solidFill>
                <a:latin typeface="Montserrat Light"/>
              </a:rPr>
              <a:t>taff log expenses by category, attach a receipt photo from their phone, and the app auto-calculates the running total. On submission it notifies the finance team and stores everything in Dataverse or Excel. The built-in camera control makes it work great on mobile.</a:t>
            </a:r>
          </a:p>
          <a:p>
            <a:pPr marL="0" marR="234315"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b="0" i="0" u="none" strike="noStrike" kern="1200" cap="none" spc="-10" normalizeH="0" baseline="0" noProof="0" dirty="0">
              <a:ln>
                <a:noFill/>
              </a:ln>
              <a:solidFill>
                <a:srgbClr val="15487B"/>
              </a:solidFill>
              <a:effectLst/>
              <a:uLnTx/>
              <a:uFillTx/>
              <a:latin typeface="Montserrat Light" pitchFamily="2" charset="77"/>
              <a:ea typeface="+mn-ea"/>
              <a:cs typeface="+mn-cs"/>
            </a:endParaRPr>
          </a:p>
          <a:p>
            <a:pPr marL="0" marR="234315"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b="1" i="0" u="none" strike="noStrike" kern="1200" cap="none" spc="0" normalizeH="0" baseline="0" noProof="0" dirty="0">
                <a:ln>
                  <a:noFill/>
                </a:ln>
                <a:solidFill>
                  <a:srgbClr val="15487B"/>
                </a:solidFill>
                <a:effectLst/>
                <a:uLnTx/>
                <a:uFillTx/>
                <a:latin typeface="Montserrat" pitchFamily="2" charset="77"/>
                <a:ea typeface="+mn-ea"/>
                <a:cs typeface="+mn-cs"/>
              </a:rPr>
              <a:t>Responsibilities </a:t>
            </a:r>
            <a:endParaRPr kumimoji="0" lang="en-GB" b="0" i="0" u="none" strike="noStrike" kern="1200" cap="none" spc="-10" normalizeH="0" baseline="0" noProof="0" dirty="0">
              <a:ln>
                <a:noFill/>
              </a:ln>
              <a:solidFill>
                <a:srgbClr val="15487B"/>
              </a:solidFill>
              <a:effectLst/>
              <a:uLnTx/>
              <a:uFillTx/>
              <a:latin typeface="Montserrat Light" pitchFamily="2" charset="77"/>
              <a:ea typeface="+mn-ea"/>
              <a:cs typeface="+mn-cs"/>
            </a:endParaRPr>
          </a:p>
          <a:p>
            <a:pPr marL="171450" marR="23431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Designed and implemented a medallion architecture (Bronze, Silver, Gold layers)</a:t>
            </a:r>
          </a:p>
          <a:p>
            <a:pPr marL="171450" marR="23431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Developed and maintained notebooks for data processing and transformation</a:t>
            </a:r>
          </a:p>
          <a:p>
            <a:pPr marL="171450" marR="23431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Used Dataflow tasks to transform and load data into the data warehouse</a:t>
            </a:r>
          </a:p>
          <a:p>
            <a:pPr marL="171450" marR="23431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Created master pipelines/packages to orchestrate notebooks and dataflows</a:t>
            </a:r>
          </a:p>
          <a:p>
            <a:pPr marL="171450" marR="23431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Configured and monitored the Capacity Metrics App to manage Fabric workspaces</a:t>
            </a:r>
          </a:p>
          <a:p>
            <a:pPr marL="171450" marR="23431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Implemented workspace version control using Git and Azure DevOps</a:t>
            </a:r>
          </a:p>
          <a:p>
            <a:pPr marL="171450" marR="23431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Managed deployment pipelines to promote solutions from DEV to ACC and PROD environments</a:t>
            </a:r>
          </a:p>
          <a:p>
            <a:pPr marL="171450" marR="23431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Built and maintained semantic data models for reporting and analytics</a:t>
            </a:r>
          </a:p>
          <a:p>
            <a:pPr marL="171450" marR="23431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Developed Power BI reports based on semantic models to deliver business insights</a:t>
            </a:r>
            <a:endParaRPr lang="en-US" spc="-10" dirty="0">
              <a:solidFill>
                <a:srgbClr val="15487B"/>
              </a:solidFill>
              <a:latin typeface="Montserrat Light"/>
            </a:endParaRPr>
          </a:p>
          <a:p>
            <a:pPr marL="171450" marR="23431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pc="-10" dirty="0">
                <a:solidFill>
                  <a:srgbClr val="FF0000"/>
                </a:solidFill>
                <a:latin typeface="Montserrat Light"/>
              </a:rPr>
              <a:t>Build powers Apps its corresponding automated flows </a:t>
            </a:r>
            <a:endParaRPr lang="nl-NL" spc="-10" dirty="0">
              <a:solidFill>
                <a:srgbClr val="FF0000"/>
              </a:solidFill>
              <a:latin typeface="Montserrat Light"/>
            </a:endParaRPr>
          </a:p>
          <a:p>
            <a:pPr marL="177800" marR="0" lvl="0" indent="-17780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kumimoji="0" lang="nl-NL" b="1" i="0" u="none" strike="noStrike" kern="1200" cap="none" spc="0" normalizeH="0" baseline="0" noProof="0" dirty="0">
              <a:ln>
                <a:noFill/>
              </a:ln>
              <a:solidFill>
                <a:srgbClr val="15487B"/>
              </a:solidFill>
              <a:effectLst/>
              <a:uLnTx/>
              <a:uFillTx/>
              <a:latin typeface="Montserrat" pitchFamily="2" charset="77"/>
              <a:ea typeface="+mn-ea"/>
              <a:cs typeface="+mn-cs"/>
            </a:endParaRPr>
          </a:p>
          <a:p>
            <a:pPr marL="177800" marR="0" lvl="0" indent="-17780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r>
              <a:rPr kumimoji="0" lang="nl-NL" b="1" i="0" u="none" strike="noStrike" kern="1200" cap="none" spc="0" normalizeH="0" baseline="0" noProof="0" dirty="0">
                <a:ln>
                  <a:noFill/>
                </a:ln>
                <a:solidFill>
                  <a:srgbClr val="15487B"/>
                </a:solidFill>
                <a:effectLst/>
                <a:uLnTx/>
                <a:uFillTx/>
                <a:latin typeface="Montserrat" pitchFamily="2" charset="77"/>
                <a:ea typeface="+mn-ea"/>
                <a:cs typeface="+mn-cs"/>
              </a:rPr>
              <a:t>Environment &amp; tools</a:t>
            </a:r>
          </a:p>
          <a:p>
            <a:pPr>
              <a:lnSpc>
                <a:spcPct val="115000"/>
              </a:lnSpc>
              <a:spcAft>
                <a:spcPts val="0"/>
              </a:spcAft>
              <a:buClrTx/>
              <a:defRPr/>
            </a:pPr>
            <a:r>
              <a:rPr lang="en-GB" dirty="0">
                <a:solidFill>
                  <a:srgbClr val="15487B"/>
                </a:solidFill>
                <a:latin typeface="Montserrat Light"/>
              </a:rPr>
              <a:t>Microsoft Fabric, Power BI (including Semantic Models), Dataflows Gen2, Notebooks (Spark / Python), Azure DevOps, Git, Capacity Metrics App, Data Warehouse , </a:t>
            </a:r>
            <a:r>
              <a:rPr lang="en-GB" dirty="0">
                <a:solidFill>
                  <a:srgbClr val="FF0000"/>
                </a:solidFill>
                <a:latin typeface="Montserrat Light"/>
              </a:rPr>
              <a:t>Power APPs Power Automate , Dataverse , SharePoint , </a:t>
            </a:r>
            <a:r>
              <a:rPr lang="en-GB" dirty="0" err="1">
                <a:solidFill>
                  <a:srgbClr val="FF0000"/>
                </a:solidFill>
                <a:latin typeface="Montserrat Light"/>
              </a:rPr>
              <a:t>dbt</a:t>
            </a:r>
            <a:r>
              <a:rPr lang="en-GB" dirty="0">
                <a:solidFill>
                  <a:srgbClr val="FF0000"/>
                </a:solidFill>
                <a:latin typeface="Montserrat Light"/>
              </a:rPr>
              <a:t> core for MS Fabric </a:t>
            </a:r>
          </a:p>
        </p:txBody>
      </p:sp>
      <p:sp>
        <p:nvSpPr>
          <p:cNvPr id="4" name="Text Placeholder 3">
            <a:extLst>
              <a:ext uri="{FF2B5EF4-FFF2-40B4-BE49-F238E27FC236}">
                <a16:creationId xmlns:a16="http://schemas.microsoft.com/office/drawing/2014/main" id="{71EE29DB-39BE-0661-97D8-1F19B20E0861}"/>
              </a:ext>
            </a:extLst>
          </p:cNvPr>
          <p:cNvSpPr>
            <a:spLocks noGrp="1"/>
          </p:cNvSpPr>
          <p:nvPr>
            <p:ph type="body" sz="quarter" idx="12"/>
          </p:nvPr>
        </p:nvSpPr>
        <p:spPr>
          <a:xfrm>
            <a:off x="6308548" y="1423988"/>
            <a:ext cx="5343026" cy="4800600"/>
          </a:xfrm>
        </p:spPr>
        <p:txBody>
          <a:bodyPr vert="horz" lIns="0" tIns="0" rIns="0" bIns="0" numCol="1" spcCol="180000" rtlCol="0" anchor="t">
            <a:noAutofit/>
          </a:bodyPr>
          <a:lstStyle/>
          <a:p>
            <a:pPr marL="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r>
              <a:rPr kumimoji="0" lang="nl-NL" sz="1200" b="1" i="0" u="none" strike="noStrike" kern="1200" cap="none" spc="0" normalizeH="0" baseline="0" noProof="0" dirty="0">
                <a:ln>
                  <a:noFill/>
                </a:ln>
                <a:solidFill>
                  <a:srgbClr val="15487B"/>
                </a:solidFill>
                <a:effectLst/>
                <a:uLnTx/>
                <a:uFillTx/>
                <a:latin typeface="Montserrat"/>
                <a:ea typeface="+mn-ea"/>
                <a:cs typeface="+mn-cs"/>
              </a:rPr>
              <a:t>LACO </a:t>
            </a:r>
            <a:r>
              <a:rPr kumimoji="0" lang="nl-NL" sz="1200" b="1" i="0" u="none" strike="noStrike" kern="1200" cap="none" spc="0" normalizeH="0" baseline="0" noProof="0" dirty="0">
                <a:ln>
                  <a:noFill/>
                </a:ln>
                <a:solidFill>
                  <a:srgbClr val="16BECF"/>
                </a:solidFill>
                <a:effectLst/>
                <a:uLnTx/>
                <a:uFillTx/>
                <a:latin typeface="Montserrat"/>
                <a:ea typeface="+mn-ea"/>
                <a:cs typeface="+mn-cs"/>
              </a:rPr>
              <a:t>| </a:t>
            </a:r>
            <a:r>
              <a:rPr kumimoji="0" lang="en-GB" sz="1200" b="1" i="0" u="none" strike="noStrike" kern="1200" cap="none" spc="0" normalizeH="0" baseline="0" noProof="0" dirty="0">
                <a:ln>
                  <a:noFill/>
                </a:ln>
                <a:solidFill>
                  <a:srgbClr val="16BECF"/>
                </a:solidFill>
                <a:effectLst/>
                <a:uLnTx/>
                <a:uFillTx/>
                <a:latin typeface="Montserrat"/>
                <a:ea typeface="+mn-ea"/>
                <a:cs typeface="+mn-cs"/>
              </a:rPr>
              <a:t>Delhaize</a:t>
            </a:r>
            <a:endParaRPr kumimoji="0" lang="nl-BE" sz="800" b="0" i="0" u="none" strike="noStrike" kern="1200" cap="none" spc="0" normalizeH="0" baseline="0" noProof="0" dirty="0">
              <a:ln>
                <a:noFill/>
              </a:ln>
              <a:solidFill>
                <a:srgbClr val="15487B"/>
              </a:solidFill>
              <a:effectLst/>
              <a:uLnTx/>
              <a:uFillTx/>
              <a:latin typeface="Montserrat"/>
              <a:ea typeface="+mn-ea"/>
              <a:cs typeface="+mn-cs"/>
            </a:endParaRPr>
          </a:p>
          <a:p>
            <a:pPr marL="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r>
              <a:rPr kumimoji="0" lang="nl-BE" b="0" i="0" u="none" strike="noStrike" kern="1200" cap="none" spc="0" normalizeH="0" baseline="0" noProof="0" dirty="0">
                <a:ln>
                  <a:noFill/>
                </a:ln>
                <a:solidFill>
                  <a:srgbClr val="15487B"/>
                </a:solidFill>
                <a:effectLst/>
                <a:uLnTx/>
                <a:uFillTx/>
                <a:latin typeface="Montserrat Light"/>
                <a:ea typeface="+mn-ea"/>
                <a:cs typeface="+mn-cs"/>
              </a:rPr>
              <a:t>03/2023 – 12/2025 </a:t>
            </a:r>
            <a:r>
              <a:rPr kumimoji="0" lang="nl-NL" b="0" i="0" u="none" strike="noStrike" kern="1200" cap="none" spc="0" normalizeH="0" baseline="0" noProof="0" dirty="0">
                <a:ln>
                  <a:noFill/>
                </a:ln>
                <a:solidFill>
                  <a:srgbClr val="15487B"/>
                </a:solidFill>
                <a:effectLst/>
                <a:uLnTx/>
                <a:uFillTx/>
                <a:latin typeface="Montserrat Light"/>
                <a:ea typeface="+mn-ea"/>
                <a:cs typeface="+mn-cs"/>
              </a:rPr>
              <a:t>| BI Analyst / Developer</a:t>
            </a:r>
          </a:p>
          <a:p>
            <a:pPr marL="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kumimoji="0" lang="nl-NL" b="0" i="0" u="none" strike="noStrike" kern="1200" cap="none" spc="0" normalizeH="0" baseline="0" noProof="0" dirty="0">
              <a:ln>
                <a:noFill/>
              </a:ln>
              <a:solidFill>
                <a:srgbClr val="15487B"/>
              </a:solidFill>
              <a:effectLst/>
              <a:uLnTx/>
              <a:uFillTx/>
              <a:latin typeface="Montserrat Light" pitchFamily="2" charset="77"/>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r>
              <a:rPr kumimoji="0" lang="en-GB" b="1" i="0" u="none" strike="noStrike" kern="1200" cap="none" spc="0" normalizeH="0" baseline="0" noProof="0" dirty="0">
                <a:ln>
                  <a:noFill/>
                </a:ln>
                <a:solidFill>
                  <a:srgbClr val="15487B"/>
                </a:solidFill>
                <a:effectLst/>
                <a:uLnTx/>
                <a:uFillTx/>
                <a:latin typeface="Montserrat"/>
                <a:ea typeface="+mn-ea"/>
                <a:cs typeface="+mn-cs"/>
              </a:rPr>
              <a:t>Project </a:t>
            </a:r>
            <a:endParaRPr kumimoji="0" lang="en-BE" b="1" i="0" u="none" strike="noStrike" kern="1200" cap="none" spc="0" normalizeH="0" baseline="0" noProof="0" dirty="0">
              <a:ln>
                <a:noFill/>
              </a:ln>
              <a:solidFill>
                <a:srgbClr val="15487B"/>
              </a:solidFill>
              <a:effectLst/>
              <a:uLnTx/>
              <a:uFillTx/>
              <a:latin typeface="Montserrat" pitchFamily="2" charset="77"/>
              <a:ea typeface="+mn-ea"/>
              <a:cs typeface="+mn-cs"/>
            </a:endParaRPr>
          </a:p>
          <a:p>
            <a:pPr marL="0" marR="234315"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Support the business with functional data analysis and in their development and management.</a:t>
            </a:r>
            <a:endParaRPr kumimoji="0" lang="en-GB" b="0" i="0" u="none" strike="noStrike" kern="1200" cap="none" spc="-10" normalizeH="0" baseline="0" noProof="0" dirty="0">
              <a:ln>
                <a:noFill/>
              </a:ln>
              <a:solidFill>
                <a:srgbClr val="15487B"/>
              </a:solidFill>
              <a:effectLst/>
              <a:uLnTx/>
              <a:uFillTx/>
              <a:latin typeface="Montserrat Light"/>
              <a:ea typeface="+mn-ea"/>
              <a:cs typeface="+mn-cs"/>
            </a:endParaRPr>
          </a:p>
          <a:p>
            <a:pPr marL="0" marR="234315"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b="0" i="0" u="none" strike="noStrike" kern="1200" cap="none" spc="-10" normalizeH="0" baseline="0" noProof="0" dirty="0">
              <a:ln>
                <a:noFill/>
              </a:ln>
              <a:solidFill>
                <a:srgbClr val="15487B"/>
              </a:solidFill>
              <a:effectLst/>
              <a:uLnTx/>
              <a:uFillTx/>
              <a:latin typeface="Montserrat Light" pitchFamily="2" charset="77"/>
              <a:ea typeface="+mn-ea"/>
              <a:cs typeface="+mn-cs"/>
            </a:endParaRPr>
          </a:p>
          <a:p>
            <a:pPr marL="0" marR="234315"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b="1" i="0" u="none" strike="noStrike" kern="1200" cap="none" spc="0" normalizeH="0" baseline="0" noProof="0" dirty="0">
                <a:ln>
                  <a:noFill/>
                </a:ln>
                <a:solidFill>
                  <a:srgbClr val="15487B"/>
                </a:solidFill>
                <a:effectLst/>
                <a:uLnTx/>
                <a:uFillTx/>
                <a:latin typeface="Montserrat"/>
                <a:ea typeface="+mn-ea"/>
                <a:cs typeface="+mn-cs"/>
              </a:rPr>
              <a:t>Responsibilities </a:t>
            </a:r>
            <a:endParaRPr kumimoji="0" lang="en-GB" b="0" i="0" u="none" strike="noStrike" kern="1200" cap="none" spc="-10" normalizeH="0" baseline="0" noProof="0" dirty="0">
              <a:ln>
                <a:noFill/>
              </a:ln>
              <a:solidFill>
                <a:srgbClr val="15487B"/>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None/>
              <a:tabLst/>
              <a:defRPr/>
            </a:pPr>
            <a:r>
              <a:rPr kumimoji="0" lang="en-US" b="0" i="0" u="sng" strike="noStrike" kern="1200" cap="none" spc="0" normalizeH="0" baseline="0" noProof="0" dirty="0">
                <a:ln>
                  <a:noFill/>
                </a:ln>
                <a:solidFill>
                  <a:srgbClr val="15487B"/>
                </a:solidFill>
                <a:effectLst/>
                <a:uLnTx/>
                <a:uFillTx/>
                <a:latin typeface="Montserrat Light"/>
                <a:ea typeface="+mn-ea"/>
                <a:cs typeface="+mn-cs"/>
              </a:rPr>
              <a:t>Administration</a:t>
            </a:r>
            <a:r>
              <a:rPr kumimoji="0" lang="en-US" b="0" i="0" u="sng" strike="noStrike" kern="1200" cap="none" spc="0" normalizeH="0" baseline="0" noProof="0" dirty="0">
                <a:ln>
                  <a:noFill/>
                </a:ln>
                <a:solidFill>
                  <a:srgbClr val="15487B"/>
                </a:solidFill>
                <a:effectLst/>
                <a:uLnTx/>
                <a:uFillTx/>
                <a:latin typeface="Montserrat"/>
                <a:ea typeface="+mn-ea"/>
                <a:cs typeface="+mn-cs"/>
              </a:rPr>
              <a:t> </a:t>
            </a:r>
            <a:r>
              <a:rPr kumimoji="0" lang="en-US" b="0" i="0" u="sng" strike="noStrike" kern="1200" cap="none" spc="0" normalizeH="0" baseline="0" noProof="0" dirty="0">
                <a:ln>
                  <a:noFill/>
                </a:ln>
                <a:solidFill>
                  <a:srgbClr val="15487B"/>
                </a:solidFill>
                <a:effectLst/>
                <a:uLnTx/>
                <a:uFillTx/>
                <a:latin typeface="Montserrat Light"/>
                <a:ea typeface="+mn-ea"/>
                <a:cs typeface="+mn-cs"/>
              </a:rPr>
              <a:t>tasks</a:t>
            </a:r>
            <a:endParaRPr kumimoji="0" lang="en-GB" b="0" i="0" u="sng" strike="noStrike" kern="1200" cap="none" spc="-1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Usage metrics management (default and customized set up) PowerShell </a:t>
            </a:r>
            <a:endParaRPr kumimoji="0" lang="en-GB" b="0" i="0" u="none" strike="noStrike" kern="1200" cap="none" spc="-1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User access management</a:t>
            </a:r>
            <a:endParaRPr kumimoji="0" lang="en-GB" b="0" i="0" u="none" strike="noStrike" kern="1200" cap="none" spc="-1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Audit logs management using PowerShell </a:t>
            </a:r>
            <a:endParaRPr kumimoji="0" lang="en-GB" b="0" i="0" u="none" strike="noStrike" kern="1200" cap="none" spc="-1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Capacity setting </a:t>
            </a:r>
            <a:endParaRPr kumimoji="0" lang="en-GB" b="0" i="0" u="none" strike="noStrike" kern="1200" cap="none" spc="-1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Embed code management allowing report on public websites</a:t>
            </a:r>
            <a:endParaRPr kumimoji="0" lang="en-GB" b="0" i="0" u="none" strike="noStrike" kern="1200" cap="none" spc="-1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Organization visuals management (control of custom visuals)</a:t>
            </a:r>
            <a:endParaRPr kumimoji="0" lang="en-GB" b="0" i="0" u="none" strike="noStrike" kern="1200" cap="none" spc="-1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Storage management (</a:t>
            </a:r>
            <a:r>
              <a:rPr kumimoji="0" lang="en-US" b="0" i="0" u="none" strike="noStrike" kern="1200" cap="none" spc="-10" normalizeH="0" baseline="0" noProof="0" dirty="0" err="1">
                <a:ln>
                  <a:noFill/>
                </a:ln>
                <a:solidFill>
                  <a:srgbClr val="15487B"/>
                </a:solidFill>
                <a:effectLst/>
                <a:uLnTx/>
                <a:uFillTx/>
                <a:latin typeface="Montserrat Light"/>
                <a:ea typeface="+mn-ea"/>
                <a:cs typeface="+mn-cs"/>
              </a:rPr>
              <a:t>Iprt</a:t>
            </a:r>
            <a:r>
              <a:rPr kumimoji="0" lang="en-US" b="0" i="0" u="none" strike="noStrike" kern="1200" cap="none" spc="-10" normalizeH="0" baseline="0" noProof="0" dirty="0">
                <a:ln>
                  <a:noFill/>
                </a:ln>
                <a:solidFill>
                  <a:srgbClr val="15487B"/>
                </a:solidFill>
                <a:effectLst/>
                <a:uLnTx/>
                <a:uFillTx/>
                <a:latin typeface="Montserrat Light"/>
                <a:ea typeface="+mn-ea"/>
                <a:cs typeface="+mn-cs"/>
              </a:rPr>
              <a:t>, direct ,dual set up depending on data complexity)</a:t>
            </a:r>
            <a:endParaRPr kumimoji="0" lang="en-GB" b="0" i="0" u="none" strike="noStrike" kern="1200" cap="none" spc="-1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Workspace management (access, sharing , Power BI Apps)</a:t>
            </a:r>
            <a:endParaRPr kumimoji="0" lang="en-GB" b="0" i="0" u="none" strike="noStrike" kern="1200" cap="none" spc="-1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Custom branding (making sure company of visibility is maintained on reports, apps, ...)</a:t>
            </a:r>
          </a:p>
          <a:p>
            <a:pPr lvl="0">
              <a:lnSpc>
                <a:spcPct val="115000"/>
              </a:lnSpc>
              <a:spcAft>
                <a:spcPts val="0"/>
              </a:spcAft>
              <a:buClrTx/>
              <a:defRPr/>
            </a:pPr>
            <a:endParaRPr lang="en-US" dirty="0"/>
          </a:p>
          <a:p>
            <a:pPr marL="0" marR="234315" lvl="0" indent="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None/>
              <a:tabLst/>
              <a:defRPr/>
            </a:pPr>
            <a:r>
              <a:rPr kumimoji="0" lang="en-GB" b="0" i="0" u="sng" strike="noStrike" kern="1200" cap="none" spc="0" normalizeH="0" baseline="0" noProof="0" dirty="0">
                <a:ln>
                  <a:noFill/>
                </a:ln>
                <a:solidFill>
                  <a:srgbClr val="15487B"/>
                </a:solidFill>
                <a:effectLst/>
                <a:uLnTx/>
                <a:uFillTx/>
                <a:latin typeface="Montserrat"/>
                <a:ea typeface="+mn-ea"/>
                <a:cs typeface="+mn-cs"/>
              </a:rPr>
              <a:t>Data modelling, data management and data engineering</a:t>
            </a:r>
            <a:endParaRPr kumimoji="0" lang="en-GB" b="0" i="0" u="sng" strike="noStrike" kern="1200" cap="none" spc="0" normalizeH="0" baseline="0" noProof="0" dirty="0">
              <a:ln>
                <a:noFill/>
              </a:ln>
              <a:solidFill>
                <a:srgbClr val="15487B"/>
              </a:solidFill>
              <a:effectLst/>
              <a:uLnTx/>
              <a:uFillTx/>
              <a:latin typeface="Montserrat" pitchFamily="2" charset="77"/>
              <a:ea typeface="+mn-ea"/>
              <a:cs typeface="+mn-cs"/>
            </a:endParaRPr>
          </a:p>
          <a:p>
            <a:pPr marL="171450" marR="234315" indent="-171450">
              <a:spcAft>
                <a:spcPts val="0"/>
              </a:spcAft>
              <a:buClr>
                <a:srgbClr val="16BECF"/>
              </a:buClr>
              <a:buFont typeface="Arial" panose="020B0604020202020204" pitchFamily="34" charset="0"/>
              <a:buChar char="•"/>
              <a:defRPr/>
            </a:pPr>
            <a:r>
              <a:rPr lang="en-GB" spc="-10" dirty="0">
                <a:solidFill>
                  <a:srgbClr val="15487B"/>
                </a:solidFill>
                <a:latin typeface="Montserrat Light"/>
              </a:rPr>
              <a:t>Extracted and loaded data from Databricks into Power BI using optimized ETL processes</a:t>
            </a:r>
            <a:endParaRPr kumimoji="0" lang="en-US" b="0" i="0" u="none" strike="noStrike" kern="1200" cap="none" spc="-10" normalizeH="0" baseline="0" noProof="0" dirty="0">
              <a:ln>
                <a:noFill/>
              </a:ln>
              <a:solidFill>
                <a:srgbClr val="15487B"/>
              </a:solidFill>
              <a:effectLst/>
              <a:uLnTx/>
              <a:uFillTx/>
              <a:latin typeface="Montserrat Light"/>
              <a:ea typeface="+mn-ea"/>
              <a:cs typeface="+mn-cs"/>
            </a:endParaRPr>
          </a:p>
          <a:p>
            <a:pPr marL="171450" marR="234315"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End-to-end implementation of ETL and data solutions, from data ingestion to reporting and production monitoring. </a:t>
            </a:r>
          </a:p>
          <a:p>
            <a:pPr marL="171450" marR="234315"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US" b="0" i="0" u="none" strike="noStrike" kern="1200" cap="none" spc="-10" normalizeH="0" baseline="0" noProof="0" dirty="0">
                <a:ln>
                  <a:noFill/>
                </a:ln>
                <a:solidFill>
                  <a:srgbClr val="15487B"/>
                </a:solidFill>
                <a:effectLst/>
                <a:uLnTx/>
                <a:uFillTx/>
                <a:latin typeface="Montserrat Light"/>
                <a:ea typeface="+mn-ea"/>
                <a:cs typeface="+mn-cs"/>
              </a:rPr>
              <a:t>Implemented medallion architecture (bronze/silver/gold) to support scalable and governed analytics</a:t>
            </a:r>
            <a:endParaRPr kumimoji="0" lang="en-GB" b="0" i="0" u="none" strike="noStrike" kern="1200" cap="none" spc="-10" normalizeH="0" baseline="0" noProof="0" dirty="0">
              <a:ln>
                <a:noFill/>
              </a:ln>
              <a:solidFill>
                <a:srgbClr val="15487B"/>
              </a:solidFill>
              <a:effectLst/>
              <a:uLnTx/>
              <a:uFillTx/>
              <a:latin typeface="Montserrat Light"/>
              <a:ea typeface="+mn-ea"/>
              <a:cs typeface="+mn-cs"/>
            </a:endParaRPr>
          </a:p>
          <a:p>
            <a:pPr marL="171450" marR="234315"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GB" b="0" i="0" u="none" strike="noStrike" kern="1200" cap="none" spc="-10" normalizeH="0" baseline="0" noProof="0" dirty="0">
                <a:ln>
                  <a:noFill/>
                </a:ln>
                <a:solidFill>
                  <a:srgbClr val="15487B"/>
                </a:solidFill>
                <a:effectLst/>
                <a:uLnTx/>
                <a:uFillTx/>
                <a:latin typeface="Montserrat Light"/>
                <a:ea typeface="+mn-ea"/>
                <a:cs typeface="+mn-cs"/>
              </a:rPr>
              <a:t>Designed and implemented ETL pipelines to extract data from Databricks to transform and prepare large datasets </a:t>
            </a:r>
          </a:p>
          <a:p>
            <a:pPr lvl="0">
              <a:lnSpc>
                <a:spcPct val="115000"/>
              </a:lnSpc>
              <a:spcAft>
                <a:spcPts val="0"/>
              </a:spcAft>
              <a:buClrTx/>
              <a:defRPr/>
            </a:pPr>
            <a:endParaRPr lang="en-US" dirty="0"/>
          </a:p>
          <a:p>
            <a:endParaRPr lang="en-BE" dirty="0"/>
          </a:p>
          <a:p>
            <a:pPr marL="177800" lvl="0" indent="-177800">
              <a:lnSpc>
                <a:spcPct val="115000"/>
              </a:lnSpc>
              <a:spcAft>
                <a:spcPts val="0"/>
              </a:spcAft>
              <a:buClrTx/>
              <a:buFont typeface="Arial" panose="020B0604020202020204" pitchFamily="34" charset="0"/>
              <a:buChar char="•"/>
              <a:defRPr/>
            </a:pPr>
            <a:endParaRPr lang="en-BE" sz="800" dirty="0"/>
          </a:p>
          <a:p>
            <a:endParaRPr lang="en-BE" dirty="0"/>
          </a:p>
        </p:txBody>
      </p:sp>
      <p:sp>
        <p:nvSpPr>
          <p:cNvPr id="6" name="Text Placeholder 5">
            <a:extLst>
              <a:ext uri="{FF2B5EF4-FFF2-40B4-BE49-F238E27FC236}">
                <a16:creationId xmlns:a16="http://schemas.microsoft.com/office/drawing/2014/main" id="{55D13FC6-090E-46ED-E6E7-70320FC5A1A6}"/>
              </a:ext>
            </a:extLst>
          </p:cNvPr>
          <p:cNvSpPr>
            <a:spLocks noGrp="1"/>
          </p:cNvSpPr>
          <p:nvPr>
            <p:ph type="body" sz="quarter" idx="13"/>
          </p:nvPr>
        </p:nvSpPr>
        <p:spPr/>
        <p:txBody>
          <a:bodyPr/>
          <a:lstStyle/>
          <a:p>
            <a:r>
              <a:rPr lang="nl-BE" dirty="0">
                <a:solidFill>
                  <a:srgbClr val="FFFFFF"/>
                </a:solidFill>
              </a:rPr>
              <a:t>Oumar Coulibaly</a:t>
            </a:r>
            <a:endParaRPr lang="en-BE" dirty="0"/>
          </a:p>
        </p:txBody>
      </p:sp>
    </p:spTree>
    <p:extLst>
      <p:ext uri="{BB962C8B-B14F-4D97-AF65-F5344CB8AC3E}">
        <p14:creationId xmlns:p14="http://schemas.microsoft.com/office/powerpoint/2010/main" val="2937633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erson with a beard&#10;&#10;AI-generated content may be incorrect.">
            <a:extLst>
              <a:ext uri="{FF2B5EF4-FFF2-40B4-BE49-F238E27FC236}">
                <a16:creationId xmlns:a16="http://schemas.microsoft.com/office/drawing/2014/main" id="{2A6BA951-C5C3-0CD6-E285-B703A64670EB}"/>
              </a:ext>
            </a:extLst>
          </p:cNvPr>
          <p:cNvPicPr>
            <a:picLocks noGrp="1" noChangeAspect="1"/>
          </p:cNvPicPr>
          <p:nvPr>
            <p:ph type="pic" sz="quarter" idx="14"/>
          </p:nvPr>
        </p:nvPicPr>
        <p:blipFill>
          <a:blip r:embed="rId2">
            <a:extLst>
              <a:ext uri="{BEBA8EAE-BF5A-486C-A8C5-ECC9F3942E4B}">
                <a14:imgProps xmlns:a14="http://schemas.microsoft.com/office/drawing/2010/main">
                  <a14:imgLayer r:embed="rId3">
                    <a14:imgEffect>
                      <a14:saturation sat="0"/>
                    </a14:imgEffect>
                  </a14:imgLayer>
                </a14:imgProps>
              </a:ext>
            </a:extLst>
          </a:blip>
          <a:srcRect t="23029" b="23029"/>
          <a:stretch>
            <a:fillRect/>
          </a:stretch>
        </p:blipFill>
        <p:spPr/>
      </p:pic>
      <p:sp>
        <p:nvSpPr>
          <p:cNvPr id="3" name="Text Placeholder 2">
            <a:extLst>
              <a:ext uri="{FF2B5EF4-FFF2-40B4-BE49-F238E27FC236}">
                <a16:creationId xmlns:a16="http://schemas.microsoft.com/office/drawing/2014/main" id="{EA33103D-658C-603E-5B84-037CCFDC009B}"/>
              </a:ext>
            </a:extLst>
          </p:cNvPr>
          <p:cNvSpPr>
            <a:spLocks noGrp="1"/>
          </p:cNvSpPr>
          <p:nvPr>
            <p:ph type="body" sz="quarter" idx="10"/>
          </p:nvPr>
        </p:nvSpPr>
        <p:spPr/>
        <p:txBody>
          <a:bodyPr vert="horz" lIns="0" tIns="0" rIns="0" bIns="0" numCol="1" spcCol="180000" rtlCol="0" anchor="t">
            <a:noAutofit/>
          </a:bodyPr>
          <a:lstStyle/>
          <a:p>
            <a:pPr marL="171450" marR="234315" indent="-171450">
              <a:spcAft>
                <a:spcPts val="0"/>
              </a:spcAft>
              <a:buChar char="•"/>
              <a:defRPr/>
            </a:pPr>
            <a:r>
              <a:rPr lang="en-GB" spc="-10" dirty="0">
                <a:latin typeface="Montserrat Light"/>
              </a:rPr>
              <a:t>Create</a:t>
            </a:r>
            <a:r>
              <a:rPr lang="en-GB" spc="-10" dirty="0">
                <a:solidFill>
                  <a:srgbClr val="15487B"/>
                </a:solidFill>
                <a:latin typeface="Montserrat Light"/>
              </a:rPr>
              <a:t> and/or update Star and Snowflake data models using:</a:t>
            </a:r>
            <a:endParaRPr lang="en-GB" dirty="0">
              <a:solidFill>
                <a:srgbClr val="15487B"/>
              </a:solidFill>
              <a:latin typeface="Montserrat"/>
            </a:endParaRPr>
          </a:p>
          <a:p>
            <a:pPr marL="352425" marR="234315" lvl="1" indent="-171450">
              <a:spcAft>
                <a:spcPts val="0"/>
              </a:spcAft>
              <a:defRPr/>
            </a:pPr>
            <a:r>
              <a:rPr lang="en-GB" spc="-10" dirty="0">
                <a:solidFill>
                  <a:srgbClr val="15487B"/>
                </a:solidFill>
                <a:latin typeface="Montserrat Light"/>
              </a:rPr>
              <a:t>AAS,  Power BI share dataset data flows, data mart</a:t>
            </a:r>
          </a:p>
          <a:p>
            <a:pPr marL="352425" marR="234315" lvl="1" indent="-171450">
              <a:spcAft>
                <a:spcPts val="0"/>
              </a:spcAft>
              <a:defRPr/>
            </a:pPr>
            <a:r>
              <a:rPr lang="en-US" spc="-10" dirty="0">
                <a:solidFill>
                  <a:srgbClr val="15487B"/>
                </a:solidFill>
                <a:latin typeface="Montserrat Light"/>
              </a:rPr>
              <a:t>Used Azure Databricks (</a:t>
            </a:r>
            <a:r>
              <a:rPr lang="en-US" spc="-10" dirty="0" err="1">
                <a:solidFill>
                  <a:srgbClr val="15487B"/>
                </a:solidFill>
                <a:latin typeface="Montserrat Light"/>
              </a:rPr>
              <a:t>PySpark</a:t>
            </a:r>
            <a:r>
              <a:rPr lang="en-US" spc="-10" dirty="0">
                <a:solidFill>
                  <a:srgbClr val="15487B"/>
                </a:solidFill>
                <a:latin typeface="Montserrat Light"/>
              </a:rPr>
              <a:t>, SQL, Python) to transform and prepare large datasets for Power BI reporting</a:t>
            </a:r>
            <a:endParaRPr lang="en-GB" spc="-10" dirty="0">
              <a:solidFill>
                <a:srgbClr val="15487B"/>
              </a:solidFill>
              <a:latin typeface="Montserrat Light"/>
            </a:endParaRPr>
          </a:p>
          <a:p>
            <a:pPr marL="352425" marR="234315" lvl="1" indent="-171450">
              <a:spcAft>
                <a:spcPts val="0"/>
              </a:spcAft>
              <a:defRPr/>
            </a:pPr>
            <a:r>
              <a:rPr lang="en-GB" spc="-10" dirty="0">
                <a:solidFill>
                  <a:srgbClr val="15487B"/>
                </a:solidFill>
                <a:latin typeface="Montserrat Light"/>
              </a:rPr>
              <a:t>Full or incremental refresh of data</a:t>
            </a:r>
          </a:p>
          <a:p>
            <a:pPr marL="352425" marR="234315" lvl="1" indent="-171450">
              <a:spcAft>
                <a:spcPts val="0"/>
              </a:spcAft>
              <a:defRPr/>
            </a:pPr>
            <a:r>
              <a:rPr lang="en-US" spc="-10" dirty="0">
                <a:solidFill>
                  <a:srgbClr val="15487B"/>
                </a:solidFill>
                <a:latin typeface="Montserrat Light"/>
              </a:rPr>
              <a:t>Integrated Databricks with ADLS and Power BI (Import &amp; </a:t>
            </a:r>
            <a:r>
              <a:rPr lang="en-US" spc="-10" dirty="0" err="1">
                <a:solidFill>
                  <a:srgbClr val="15487B"/>
                </a:solidFill>
                <a:latin typeface="Montserrat Light"/>
              </a:rPr>
              <a:t>DirectQuery</a:t>
            </a:r>
            <a:r>
              <a:rPr lang="en-US" spc="-10" dirty="0">
                <a:solidFill>
                  <a:srgbClr val="15487B"/>
                </a:solidFill>
                <a:latin typeface="Montserrat Light"/>
              </a:rPr>
              <a:t>)</a:t>
            </a:r>
          </a:p>
          <a:p>
            <a:pPr marL="171450" marR="234315" indent="-171450">
              <a:spcAft>
                <a:spcPts val="0"/>
              </a:spcAft>
              <a:buChar char="•"/>
              <a:defRPr/>
            </a:pPr>
            <a:r>
              <a:rPr lang="en-US" spc="-10" dirty="0">
                <a:solidFill>
                  <a:srgbClr val="15487B"/>
                </a:solidFill>
                <a:latin typeface="Montserrat Light"/>
              </a:rPr>
              <a:t>Optimized data processing and refresh performance for enterprise BI solutions</a:t>
            </a:r>
            <a:endParaRPr lang="en-GB" dirty="0">
              <a:solidFill>
                <a:srgbClr val="15487B"/>
              </a:solidFill>
              <a:latin typeface="Montserrat Light"/>
            </a:endParaRPr>
          </a:p>
          <a:p>
            <a:pPr marL="171450" marR="234315" indent="-171450">
              <a:spcAft>
                <a:spcPts val="0"/>
              </a:spcAft>
              <a:buChar char="•"/>
              <a:defRPr/>
            </a:pPr>
            <a:r>
              <a:rPr lang="en-GB" spc="-10" dirty="0">
                <a:solidFill>
                  <a:srgbClr val="15487B"/>
                </a:solidFill>
                <a:latin typeface="Montserrat Light"/>
              </a:rPr>
              <a:t>OLS / RLS</a:t>
            </a:r>
            <a:endParaRPr lang="en-GB" dirty="0">
              <a:solidFill>
                <a:srgbClr val="15487B"/>
              </a:solidFill>
              <a:latin typeface="Montserrat Light"/>
            </a:endParaRPr>
          </a:p>
          <a:p>
            <a:pPr marL="171450" marR="234315" indent="-171450">
              <a:spcAft>
                <a:spcPts val="0"/>
              </a:spcAft>
              <a:buChar char="•"/>
              <a:defRPr/>
            </a:pPr>
            <a:r>
              <a:rPr lang="en-GB" spc="-10" dirty="0">
                <a:solidFill>
                  <a:srgbClr val="15487B"/>
                </a:solidFill>
                <a:latin typeface="Montserrat Light"/>
              </a:rPr>
              <a:t>Create and manage Workspace and Apps </a:t>
            </a:r>
            <a:endParaRPr lang="en-GB" dirty="0">
              <a:solidFill>
                <a:srgbClr val="15487B"/>
              </a:solidFill>
              <a:latin typeface="Montserrat Light"/>
            </a:endParaRPr>
          </a:p>
          <a:p>
            <a:pPr marL="171450" marR="234315" indent="-171450">
              <a:spcAft>
                <a:spcPts val="0"/>
              </a:spcAft>
              <a:buChar char="•"/>
              <a:defRPr/>
            </a:pPr>
            <a:r>
              <a:rPr lang="en-GB" spc="-10" dirty="0">
                <a:solidFill>
                  <a:srgbClr val="15487B"/>
                </a:solidFill>
                <a:latin typeface="Montserrat Light"/>
              </a:rPr>
              <a:t>Access management (WS and Apps)</a:t>
            </a:r>
          </a:p>
          <a:p>
            <a:pPr marL="171450" marR="234315" indent="-171450">
              <a:spcAft>
                <a:spcPts val="0"/>
              </a:spcAft>
              <a:buChar char="•"/>
              <a:defRPr/>
            </a:pPr>
            <a:endParaRPr lang="en-GB" spc="-10" dirty="0">
              <a:solidFill>
                <a:srgbClr val="15487B"/>
              </a:solidFill>
              <a:latin typeface="Montserrat Light"/>
            </a:endParaRPr>
          </a:p>
          <a:p>
            <a:pPr marL="0" marR="0" lvl="0" indent="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None/>
              <a:tabLst/>
              <a:defRPr/>
            </a:pPr>
            <a:r>
              <a:rPr kumimoji="0" lang="en-GB" b="0" i="0" u="sng" strike="noStrike" kern="1200" cap="none" spc="0" normalizeH="0" baseline="0" noProof="0" dirty="0">
                <a:ln>
                  <a:noFill/>
                </a:ln>
                <a:solidFill>
                  <a:srgbClr val="15487B"/>
                </a:solidFill>
                <a:effectLst/>
                <a:uLnTx/>
                <a:uFillTx/>
                <a:latin typeface="Montserrat"/>
                <a:ea typeface="+mn-ea"/>
                <a:cs typeface="+mn-cs"/>
              </a:rPr>
              <a:t>Reporting Management</a:t>
            </a: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GB" b="0" i="0" u="none" strike="noStrike" kern="1200" cap="none" spc="-10" normalizeH="0" baseline="0" noProof="0" dirty="0">
                <a:ln>
                  <a:noFill/>
                </a:ln>
                <a:solidFill>
                  <a:srgbClr val="15487B"/>
                </a:solidFill>
                <a:effectLst/>
                <a:uLnTx/>
                <a:uFillTx/>
                <a:latin typeface="Montserrat Light"/>
                <a:ea typeface="+mn-ea"/>
                <a:cs typeface="+mn-cs"/>
              </a:rPr>
              <a:t>Create Power BI reports on top of existing or new datasets with parameters to facilitate the deployment process</a:t>
            </a:r>
            <a:endParaRPr kumimoji="0" lang="en-GB" b="0" i="0" u="none" strike="noStrike" kern="1200" cap="none" spc="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GB" b="0" i="0" u="none" strike="noStrike" kern="1200" cap="none" spc="-10" normalizeH="0" baseline="0" noProof="0" dirty="0">
                <a:ln>
                  <a:noFill/>
                </a:ln>
                <a:solidFill>
                  <a:srgbClr val="15487B"/>
                </a:solidFill>
                <a:effectLst/>
                <a:uLnTx/>
                <a:uFillTx/>
                <a:latin typeface="Montserrat Light"/>
                <a:ea typeface="+mn-ea"/>
                <a:cs typeface="+mn-cs"/>
              </a:rPr>
              <a:t>Use DAX to create necessary measures , calculated columns and tables  to support the reporting</a:t>
            </a:r>
            <a:endParaRPr kumimoji="0" lang="en-GB" b="0" i="0" u="none" strike="noStrike" kern="1200" cap="none" spc="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GB" b="0" i="0" u="none" strike="noStrike" kern="1200" cap="none" spc="-10" normalizeH="0" baseline="0" noProof="0" dirty="0">
                <a:ln>
                  <a:noFill/>
                </a:ln>
                <a:solidFill>
                  <a:srgbClr val="15487B"/>
                </a:solidFill>
                <a:effectLst/>
                <a:uLnTx/>
                <a:uFillTx/>
                <a:latin typeface="Montserrat Light"/>
                <a:ea typeface="+mn-ea"/>
                <a:cs typeface="+mn-cs"/>
              </a:rPr>
              <a:t>Use M-Language and/or Power Query, Python to transform the data</a:t>
            </a:r>
            <a:endParaRPr kumimoji="0" lang="en-GB" b="0" i="0" u="none" strike="noStrike" kern="1200" cap="none" spc="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GB" b="0" i="0" u="none" strike="noStrike" kern="1200" cap="none" spc="-10" normalizeH="0" baseline="0" noProof="0" dirty="0">
                <a:ln>
                  <a:noFill/>
                </a:ln>
                <a:solidFill>
                  <a:srgbClr val="15487B"/>
                </a:solidFill>
                <a:effectLst/>
                <a:uLnTx/>
                <a:uFillTx/>
                <a:latin typeface="Montserrat Light"/>
                <a:ea typeface="+mn-ea"/>
                <a:cs typeface="+mn-cs"/>
              </a:rPr>
              <a:t>Design report with PowerPoint background Test and publish report to Power BI services to be consumed by end users</a:t>
            </a:r>
            <a:endParaRPr kumimoji="0" lang="en-GB" b="0" i="0" u="none" strike="noStrike" kern="1200" cap="none" spc="0" normalizeH="0" baseline="0" noProof="0" dirty="0">
              <a:ln>
                <a:noFill/>
              </a:ln>
              <a:solidFill>
                <a:srgbClr val="15487B"/>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GB" b="0" i="0" u="none" strike="noStrike" kern="1200" cap="none" spc="-10" normalizeH="0" baseline="0" noProof="0" dirty="0">
                <a:ln>
                  <a:noFill/>
                </a:ln>
                <a:solidFill>
                  <a:srgbClr val="15487B"/>
                </a:solidFill>
                <a:effectLst/>
                <a:uLnTx/>
                <a:uFillTx/>
                <a:latin typeface="Montserrat Light"/>
                <a:ea typeface="+mn-ea"/>
                <a:cs typeface="+mn-cs"/>
              </a:rPr>
              <a:t>Create Apps on top of the WS for some category of end users</a:t>
            </a:r>
          </a:p>
          <a:p>
            <a:pPr marR="234315">
              <a:spcAft>
                <a:spcPts val="0"/>
              </a:spcAft>
              <a:defRPr/>
            </a:pPr>
            <a:endParaRPr lang="en-GB" dirty="0">
              <a:solidFill>
                <a:srgbClr val="15487B"/>
              </a:solidFill>
              <a:latin typeface="Montserrat Light"/>
            </a:endParaRPr>
          </a:p>
        </p:txBody>
      </p:sp>
      <p:sp>
        <p:nvSpPr>
          <p:cNvPr id="4" name="Text Placeholder 3">
            <a:extLst>
              <a:ext uri="{FF2B5EF4-FFF2-40B4-BE49-F238E27FC236}">
                <a16:creationId xmlns:a16="http://schemas.microsoft.com/office/drawing/2014/main" id="{55848938-0D28-A64D-0AE2-70DFD9880CD6}"/>
              </a:ext>
            </a:extLst>
          </p:cNvPr>
          <p:cNvSpPr>
            <a:spLocks noGrp="1"/>
          </p:cNvSpPr>
          <p:nvPr>
            <p:ph type="body" sz="quarter" idx="12"/>
          </p:nvPr>
        </p:nvSpPr>
        <p:spPr>
          <a:xfrm>
            <a:off x="6308548" y="1423988"/>
            <a:ext cx="5343026" cy="4800600"/>
          </a:xfrm>
        </p:spPr>
        <p:txBody>
          <a:bodyPr vert="horz" lIns="0" tIns="0" rIns="0" bIns="0" numCol="1" spcCol="180000" rtlCol="0" anchor="t">
            <a:noAutofit/>
          </a:bodyPr>
          <a:lstStyle/>
          <a:p>
            <a:pPr marL="0" marR="0" lvl="0" indent="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None/>
              <a:tabLst/>
              <a:defRPr/>
            </a:pPr>
            <a:r>
              <a:rPr kumimoji="0" lang="en-GB" b="0" i="0" u="sng" strike="noStrike" kern="1200" cap="none" spc="-10" normalizeH="0" baseline="0" noProof="0" dirty="0">
                <a:ln>
                  <a:noFill/>
                </a:ln>
                <a:solidFill>
                  <a:srgbClr val="15487B"/>
                </a:solidFill>
                <a:effectLst/>
                <a:uLnTx/>
                <a:uFillTx/>
                <a:latin typeface="Montserrat"/>
                <a:ea typeface="+mn-ea"/>
                <a:cs typeface="+mn-cs"/>
              </a:rPr>
              <a:t>Monitoring</a:t>
            </a:r>
            <a:endParaRPr kumimoji="0" lang="en-US" b="0" i="0" u="sng" strike="noStrike" kern="1200" cap="none" spc="-10" normalizeH="0" baseline="0" noProof="0" dirty="0">
              <a:ln>
                <a:noFill/>
              </a:ln>
              <a:solidFill>
                <a:srgbClr val="000000"/>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GB" b="0" i="0" u="none" strike="noStrike" kern="1200" cap="none" spc="-10" normalizeH="0" baseline="0" noProof="0" dirty="0">
                <a:ln>
                  <a:noFill/>
                </a:ln>
                <a:solidFill>
                  <a:srgbClr val="15487B"/>
                </a:solidFill>
                <a:effectLst/>
                <a:uLnTx/>
                <a:uFillTx/>
                <a:latin typeface="Montserrat Light"/>
                <a:ea typeface="+mn-ea"/>
                <a:cs typeface="+mn-cs"/>
              </a:rPr>
              <a:t>Proactive and/or demand track and fix production issues and performance improvement</a:t>
            </a:r>
            <a:endParaRPr kumimoji="0" lang="en-US" b="0" i="0" u="none" strike="noStrike" kern="1200" cap="none" spc="-10" normalizeH="0" baseline="0" noProof="0" dirty="0">
              <a:ln>
                <a:noFill/>
              </a:ln>
              <a:solidFill>
                <a:srgbClr val="000000"/>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GB" b="0" i="0" u="none" strike="noStrike" kern="1200" cap="none" spc="-10" normalizeH="0" baseline="0" noProof="0" dirty="0">
                <a:ln>
                  <a:noFill/>
                </a:ln>
                <a:solidFill>
                  <a:srgbClr val="15487B"/>
                </a:solidFill>
                <a:effectLst/>
                <a:uLnTx/>
                <a:uFillTx/>
                <a:latin typeface="Montserrat Light"/>
                <a:ea typeface="+mn-ea"/>
                <a:cs typeface="+mn-cs"/>
              </a:rPr>
              <a:t>Analyse data models to reduce the size and improve the performance of reports connected to it </a:t>
            </a:r>
            <a:endParaRPr kumimoji="0" lang="en-US" b="0" i="0" u="none" strike="noStrike" kern="1200" cap="none" spc="-10" normalizeH="0" baseline="0" noProof="0" dirty="0">
              <a:ln>
                <a:noFill/>
              </a:ln>
              <a:solidFill>
                <a:srgbClr val="000000"/>
              </a:solidFill>
              <a:effectLst/>
              <a:uLnTx/>
              <a:uFillTx/>
              <a:latin typeface="Montserrat Light"/>
              <a:ea typeface="+mn-ea"/>
              <a:cs typeface="+mn-cs"/>
            </a:endParaRPr>
          </a:p>
          <a:p>
            <a:pPr marL="171450" marR="0" lvl="0" indent="-171450" algn="l" defTabSz="914400" rtl="0" eaLnBrk="1" fontAlgn="auto" latinLnBrk="0" hangingPunct="1">
              <a:lnSpc>
                <a:spcPct val="100000"/>
              </a:lnSpc>
              <a:spcBef>
                <a:spcPts val="0"/>
              </a:spcBef>
              <a:spcAft>
                <a:spcPts val="0"/>
              </a:spcAft>
              <a:buClr>
                <a:srgbClr val="16BECF"/>
              </a:buClr>
              <a:buSzTx/>
              <a:buFont typeface="Arial" panose="020B0604020202020204" pitchFamily="34" charset="0"/>
              <a:buChar char="•"/>
              <a:tabLst/>
              <a:defRPr/>
            </a:pPr>
            <a:r>
              <a:rPr kumimoji="0" lang="en-GB" b="0" i="0" u="none" strike="noStrike" kern="1200" cap="none" spc="-10" normalizeH="0" baseline="0" noProof="0" dirty="0">
                <a:ln>
                  <a:noFill/>
                </a:ln>
                <a:solidFill>
                  <a:srgbClr val="15487B"/>
                </a:solidFill>
                <a:effectLst/>
                <a:uLnTx/>
                <a:uFillTx/>
                <a:latin typeface="Montserrat Light"/>
                <a:ea typeface="+mn-ea"/>
                <a:cs typeface="+mn-cs"/>
              </a:rPr>
              <a:t>Identify and optimized DAX query that are taking long to process</a:t>
            </a:r>
            <a:endParaRPr kumimoji="0" lang="en-GB" b="0" i="0" u="none" strike="noStrike" kern="1200" cap="none" spc="0" normalizeH="0" baseline="0" noProof="0" dirty="0">
              <a:ln>
                <a:noFill/>
              </a:ln>
              <a:solidFill>
                <a:srgbClr val="15487B"/>
              </a:solidFill>
              <a:effectLst/>
              <a:uLnTx/>
              <a:uFillTx/>
              <a:latin typeface="Montserrat Light"/>
              <a:ea typeface="+mn-ea"/>
              <a:cs typeface="+mn-cs"/>
            </a:endParaRPr>
          </a:p>
          <a:p>
            <a:pPr>
              <a:spcAft>
                <a:spcPts val="0"/>
              </a:spcAft>
              <a:defRPr/>
            </a:pPr>
            <a:endParaRPr lang="en-GB" u="sng" dirty="0">
              <a:latin typeface="Montserrat"/>
            </a:endParaRPr>
          </a:p>
          <a:p>
            <a:pPr>
              <a:spcAft>
                <a:spcPts val="0"/>
              </a:spcAft>
              <a:defRPr/>
            </a:pPr>
            <a:r>
              <a:rPr lang="en-GB" u="sng" dirty="0">
                <a:latin typeface="Montserrat"/>
              </a:rPr>
              <a:t>Deployment process</a:t>
            </a:r>
            <a:endParaRPr lang="en-US" u="sng" dirty="0">
              <a:latin typeface="Montserrat"/>
            </a:endParaRPr>
          </a:p>
          <a:p>
            <a:pPr marL="171450" indent="-171450">
              <a:spcAft>
                <a:spcPts val="0"/>
              </a:spcAft>
              <a:buChar char="•"/>
              <a:defRPr/>
            </a:pPr>
            <a:r>
              <a:rPr lang="en-GB" spc="-10" dirty="0">
                <a:solidFill>
                  <a:srgbClr val="15487B"/>
                </a:solidFill>
                <a:latin typeface="Montserrat Light"/>
              </a:rPr>
              <a:t>Set up and implement Power BI deployment pipeline </a:t>
            </a:r>
          </a:p>
          <a:p>
            <a:pPr marL="171450" indent="-171450">
              <a:spcAft>
                <a:spcPts val="0"/>
              </a:spcAft>
              <a:buChar char="•"/>
              <a:defRPr/>
            </a:pPr>
            <a:r>
              <a:rPr lang="en-GB" spc="-10" dirty="0">
                <a:solidFill>
                  <a:srgbClr val="15487B"/>
                </a:solidFill>
                <a:latin typeface="Montserrat Light"/>
              </a:rPr>
              <a:t>Manage the deployment process</a:t>
            </a:r>
          </a:p>
          <a:p>
            <a:pPr marL="171450" indent="-171450">
              <a:spcAft>
                <a:spcPts val="0"/>
              </a:spcAft>
              <a:buChar char="•"/>
              <a:defRPr/>
            </a:pPr>
            <a:r>
              <a:rPr lang="en-GB" spc="-10" dirty="0">
                <a:solidFill>
                  <a:srgbClr val="15487B"/>
                </a:solidFill>
                <a:latin typeface="Montserrat Light"/>
              </a:rPr>
              <a:t>Integration Power BI with Azure</a:t>
            </a:r>
          </a:p>
          <a:p>
            <a:pPr marL="171450" indent="-171450">
              <a:spcAft>
                <a:spcPts val="0"/>
              </a:spcAft>
              <a:buChar char="•"/>
              <a:defRPr/>
            </a:pPr>
            <a:r>
              <a:rPr lang="en-GB" spc="-10" dirty="0">
                <a:solidFill>
                  <a:srgbClr val="15487B"/>
                </a:solidFill>
                <a:latin typeface="Montserrat Light"/>
              </a:rPr>
              <a:t>Implement version control of Power BI objects (CI/CD) using Azure DevOps making sure several developers can work using the same model </a:t>
            </a:r>
          </a:p>
          <a:p>
            <a:pPr lvl="0">
              <a:lnSpc>
                <a:spcPct val="115000"/>
              </a:lnSpc>
              <a:spcAft>
                <a:spcPts val="0"/>
              </a:spcAft>
              <a:buClrTx/>
              <a:defRPr/>
            </a:pPr>
            <a:endParaRPr lang="en-BE" b="1" dirty="0">
              <a:solidFill>
                <a:srgbClr val="15487B"/>
              </a:solidFill>
            </a:endParaRPr>
          </a:p>
          <a:p>
            <a:pPr marL="177800" lvl="0" indent="-177800">
              <a:lnSpc>
                <a:spcPct val="115000"/>
              </a:lnSpc>
              <a:spcAft>
                <a:spcPts val="0"/>
              </a:spcAft>
              <a:buClrTx/>
              <a:defRPr/>
            </a:pPr>
            <a:r>
              <a:rPr lang="nl-NL" b="1" dirty="0">
                <a:solidFill>
                  <a:srgbClr val="15487B"/>
                </a:solidFill>
                <a:latin typeface="Montserrat"/>
              </a:rPr>
              <a:t>Environment &amp; tools</a:t>
            </a:r>
          </a:p>
          <a:p>
            <a:pPr marL="177800" indent="-177800">
              <a:lnSpc>
                <a:spcPct val="115000"/>
              </a:lnSpc>
              <a:spcAft>
                <a:spcPts val="0"/>
              </a:spcAft>
              <a:buClrTx/>
              <a:buFont typeface="Arial" panose="020B0604020202020204" pitchFamily="34" charset="0"/>
              <a:buChar char="•"/>
              <a:defRPr/>
            </a:pPr>
            <a:r>
              <a:rPr lang="en-US" dirty="0">
                <a:latin typeface="Montserrat Light"/>
              </a:rPr>
              <a:t>Azure Databricks, </a:t>
            </a:r>
            <a:r>
              <a:rPr lang="en-US" dirty="0" err="1">
                <a:latin typeface="Montserrat Light"/>
              </a:rPr>
              <a:t>PySpark</a:t>
            </a:r>
            <a:r>
              <a:rPr lang="en-US" dirty="0">
                <a:latin typeface="Montserrat Light"/>
              </a:rPr>
              <a:t>, Spark, Azure Analys service (AAS), SQL, Azure DevOps, Visual Studio Code, Tabular editor, DAX Studio, Snowflake, PowerShell, data mart, Power Query, Power BI Desktop, Power BI Service (Premium capacity, (Shared) dataset, semantic model, Workspace, Apps Deployment pipeline…), Python, CI/CD, Data Management</a:t>
            </a:r>
          </a:p>
          <a:p>
            <a:pPr lvl="0">
              <a:lnSpc>
                <a:spcPct val="115000"/>
              </a:lnSpc>
              <a:spcAft>
                <a:spcPts val="0"/>
              </a:spcAft>
              <a:buClrTx/>
              <a:defRPr/>
            </a:pPr>
            <a:endParaRPr lang="en-US" dirty="0"/>
          </a:p>
          <a:p>
            <a:endParaRPr lang="en-BE" dirty="0"/>
          </a:p>
          <a:p>
            <a:pPr marL="177800" lvl="0" indent="-177800">
              <a:lnSpc>
                <a:spcPct val="115000"/>
              </a:lnSpc>
              <a:spcAft>
                <a:spcPts val="0"/>
              </a:spcAft>
              <a:buClrTx/>
              <a:buFont typeface="Arial" panose="020B0604020202020204" pitchFamily="34" charset="0"/>
              <a:buChar char="•"/>
              <a:defRPr/>
            </a:pPr>
            <a:endParaRPr lang="en-BE" dirty="0"/>
          </a:p>
          <a:p>
            <a:endParaRPr lang="en-BE" dirty="0"/>
          </a:p>
        </p:txBody>
      </p:sp>
      <p:sp>
        <p:nvSpPr>
          <p:cNvPr id="6" name="Text Placeholder 5">
            <a:extLst>
              <a:ext uri="{FF2B5EF4-FFF2-40B4-BE49-F238E27FC236}">
                <a16:creationId xmlns:a16="http://schemas.microsoft.com/office/drawing/2014/main" id="{A1BB23AE-9667-4358-31D0-4ACEF351BEDC}"/>
              </a:ext>
            </a:extLst>
          </p:cNvPr>
          <p:cNvSpPr>
            <a:spLocks noGrp="1"/>
          </p:cNvSpPr>
          <p:nvPr>
            <p:ph type="body" sz="quarter" idx="13"/>
          </p:nvPr>
        </p:nvSpPr>
        <p:spPr/>
        <p:txBody>
          <a:bodyPr/>
          <a:lstStyle/>
          <a:p>
            <a:r>
              <a:rPr lang="nl-BE">
                <a:solidFill>
                  <a:srgbClr val="FFFFFF"/>
                </a:solidFill>
              </a:rPr>
              <a:t>Oumar Coulibaly</a:t>
            </a:r>
            <a:endParaRPr lang="en-B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E7499-7ABB-153B-7748-4E60E7FEBE99}"/>
            </a:ext>
          </a:extLst>
        </p:cNvPr>
        <p:cNvGrpSpPr/>
        <p:nvPr/>
      </p:nvGrpSpPr>
      <p:grpSpPr>
        <a:xfrm>
          <a:off x="0" y="0"/>
          <a:ext cx="0" cy="0"/>
          <a:chOff x="0" y="0"/>
          <a:chExt cx="0" cy="0"/>
        </a:xfrm>
      </p:grpSpPr>
      <p:pic>
        <p:nvPicPr>
          <p:cNvPr id="7" name="Picture Placeholder 6" descr="A person with a beard&#10;&#10;AI-generated content may be incorrect.">
            <a:extLst>
              <a:ext uri="{FF2B5EF4-FFF2-40B4-BE49-F238E27FC236}">
                <a16:creationId xmlns:a16="http://schemas.microsoft.com/office/drawing/2014/main" id="{298E4795-231A-7D53-D1F1-39F73B8ED8B0}"/>
              </a:ext>
            </a:extLst>
          </p:cNvPr>
          <p:cNvPicPr>
            <a:picLocks noGrp="1" noChangeAspect="1"/>
          </p:cNvPicPr>
          <p:nvPr>
            <p:ph type="pic" sz="quarter" idx="14"/>
          </p:nvPr>
        </p:nvPicPr>
        <p:blipFill>
          <a:blip r:embed="rId2">
            <a:extLst>
              <a:ext uri="{BEBA8EAE-BF5A-486C-A8C5-ECC9F3942E4B}">
                <a14:imgProps xmlns:a14="http://schemas.microsoft.com/office/drawing/2010/main">
                  <a14:imgLayer r:embed="rId3">
                    <a14:imgEffect>
                      <a14:saturation sat="0"/>
                    </a14:imgEffect>
                  </a14:imgLayer>
                </a14:imgProps>
              </a:ext>
            </a:extLst>
          </a:blip>
          <a:srcRect t="23029" b="23029"/>
          <a:stretch>
            <a:fillRect/>
          </a:stretch>
        </p:blipFill>
        <p:spPr/>
      </p:pic>
      <p:sp>
        <p:nvSpPr>
          <p:cNvPr id="3" name="Text Placeholder 2">
            <a:extLst>
              <a:ext uri="{FF2B5EF4-FFF2-40B4-BE49-F238E27FC236}">
                <a16:creationId xmlns:a16="http://schemas.microsoft.com/office/drawing/2014/main" id="{0EA352B5-FAF6-6452-C375-1613C81916A7}"/>
              </a:ext>
            </a:extLst>
          </p:cNvPr>
          <p:cNvSpPr>
            <a:spLocks noGrp="1"/>
          </p:cNvSpPr>
          <p:nvPr>
            <p:ph type="body" sz="quarter" idx="10"/>
          </p:nvPr>
        </p:nvSpPr>
        <p:spPr/>
        <p:txBody>
          <a:bodyPr vert="horz" lIns="0" tIns="0" rIns="0" bIns="0" numCol="1" spcCol="180000" rtlCol="0" anchor="t">
            <a:noAutofit/>
          </a:bodyPr>
          <a:lstStyle/>
          <a:p>
            <a:pPr lvl="0">
              <a:lnSpc>
                <a:spcPct val="115000"/>
              </a:lnSpc>
              <a:spcAft>
                <a:spcPts val="0"/>
              </a:spcAft>
              <a:buClrTx/>
              <a:defRPr/>
            </a:pPr>
            <a:r>
              <a:rPr lang="nl-NL" sz="1200" b="1" dirty="0">
                <a:solidFill>
                  <a:srgbClr val="15487B"/>
                </a:solidFill>
              </a:rPr>
              <a:t>LACO</a:t>
            </a:r>
            <a:r>
              <a:rPr lang="nl-NL" sz="1200" b="1" dirty="0">
                <a:solidFill>
                  <a:srgbClr val="16BECF"/>
                </a:solidFill>
              </a:rPr>
              <a:t> | Cloud Migration</a:t>
            </a:r>
            <a:endParaRPr lang="nl-BE" sz="800" dirty="0">
              <a:solidFill>
                <a:srgbClr val="15487B"/>
              </a:solidFill>
              <a:latin typeface="Montserrat Light" pitchFamily="2" charset="77"/>
            </a:endParaRPr>
          </a:p>
          <a:p>
            <a:pPr>
              <a:lnSpc>
                <a:spcPct val="115000"/>
              </a:lnSpc>
              <a:spcAft>
                <a:spcPts val="0"/>
              </a:spcAft>
              <a:buClrTx/>
              <a:defRPr/>
            </a:pPr>
            <a:r>
              <a:rPr lang="nl-BE" sz="800" dirty="0">
                <a:solidFill>
                  <a:srgbClr val="15487B"/>
                </a:solidFill>
                <a:latin typeface="Montserrat Light"/>
              </a:rPr>
              <a:t>01/2023 – 03/2023 </a:t>
            </a:r>
            <a:r>
              <a:rPr lang="nl-NL" sz="800" dirty="0">
                <a:solidFill>
                  <a:srgbClr val="15487B"/>
                </a:solidFill>
                <a:latin typeface="Montserrat Light"/>
              </a:rPr>
              <a:t>| Azure Data Analyst/Engineer</a:t>
            </a:r>
          </a:p>
          <a:p>
            <a:pPr>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t>
            </a:r>
            <a:endParaRPr lang="en-BE" sz="800" b="1" dirty="0">
              <a:solidFill>
                <a:srgbClr val="15487B"/>
              </a:solidFill>
            </a:endParaRPr>
          </a:p>
          <a:p>
            <a:pPr marR="234315" lvl="0">
              <a:spcAft>
                <a:spcPts val="0"/>
              </a:spcAft>
              <a:buClrTx/>
              <a:defRPr/>
            </a:pPr>
            <a:r>
              <a:rPr lang="en-GB" sz="800" spc="-10" dirty="0">
                <a:solidFill>
                  <a:srgbClr val="15487B"/>
                </a:solidFill>
                <a:latin typeface="Montserrat Light" pitchFamily="2" charset="77"/>
              </a:rPr>
              <a:t>Migrating an SSIS project to Azure in two different ways:</a:t>
            </a:r>
          </a:p>
          <a:p>
            <a:pPr marR="234315">
              <a:spcAft>
                <a:spcPts val="0"/>
              </a:spcAft>
              <a:buClrTx/>
              <a:defRPr/>
            </a:pPr>
            <a:r>
              <a:rPr lang="en-GB" sz="800" spc="-10" dirty="0">
                <a:solidFill>
                  <a:srgbClr val="15487B"/>
                </a:solidFill>
                <a:latin typeface="Montserrat Light"/>
              </a:rPr>
              <a:t>1. Lift and Shift using Azure Data Factory</a:t>
            </a:r>
          </a:p>
          <a:p>
            <a:pPr marR="234315">
              <a:spcAft>
                <a:spcPts val="0"/>
              </a:spcAft>
              <a:buClrTx/>
              <a:defRPr/>
            </a:pPr>
            <a:r>
              <a:rPr lang="en-GB" sz="800" spc="-10" dirty="0">
                <a:solidFill>
                  <a:srgbClr val="15487B"/>
                </a:solidFill>
                <a:latin typeface="Montserrat Light"/>
              </a:rPr>
              <a:t>2. Re-engineering using Azure Synapse</a:t>
            </a:r>
          </a:p>
          <a:p>
            <a:pPr marR="234315" lvl="0">
              <a:spcAft>
                <a:spcPts val="0"/>
              </a:spcAft>
              <a:buClrTx/>
              <a:defRPr/>
            </a:pPr>
            <a:endParaRPr lang="en-GB" sz="800" spc="-10" dirty="0">
              <a:solidFill>
                <a:srgbClr val="15487B"/>
              </a:solidFill>
              <a:latin typeface="Montserrat Light" pitchFamily="2" charset="77"/>
            </a:endParaRPr>
          </a:p>
          <a:p>
            <a:pPr marR="234315" lvl="0">
              <a:spcAft>
                <a:spcPts val="0"/>
              </a:spcAft>
              <a:buClrTx/>
              <a:defRPr/>
            </a:pPr>
            <a:r>
              <a:rPr lang="en-GB" sz="800" b="1" dirty="0">
                <a:solidFill>
                  <a:srgbClr val="15487B"/>
                </a:solidFill>
              </a:rPr>
              <a:t>Responsibilities </a:t>
            </a:r>
            <a:endParaRPr lang="en-GB" sz="800" spc="-10" dirty="0">
              <a:solidFill>
                <a:srgbClr val="15487B"/>
              </a:solidFill>
              <a:latin typeface="Montserrat Light" pitchFamily="2" charset="77"/>
            </a:endParaRPr>
          </a:p>
          <a:p>
            <a:pPr marL="177800" marR="234315" indent="-177800">
              <a:spcAft>
                <a:spcPts val="0"/>
              </a:spcAft>
              <a:buClrTx/>
              <a:buChar char="•"/>
              <a:defRPr/>
            </a:pPr>
            <a:r>
              <a:rPr lang="en-GB" sz="800" spc="-10" dirty="0">
                <a:solidFill>
                  <a:srgbClr val="15487B"/>
                </a:solidFill>
                <a:latin typeface="Montserrat Light"/>
              </a:rPr>
              <a:t>Set-up Azure DevOps.</a:t>
            </a:r>
          </a:p>
          <a:p>
            <a:pPr marL="177800" marR="234315" lvl="0" indent="-177800">
              <a:spcAft>
                <a:spcPts val="0"/>
              </a:spcAft>
              <a:buClrTx/>
              <a:buChar char="•"/>
              <a:defRPr/>
            </a:pPr>
            <a:r>
              <a:rPr lang="en-GB" sz="800" spc="-10" dirty="0">
                <a:solidFill>
                  <a:srgbClr val="15487B"/>
                </a:solidFill>
                <a:latin typeface="Montserrat Light"/>
              </a:rPr>
              <a:t>Create Git Repository.</a:t>
            </a:r>
            <a:endParaRPr lang="en-GB" dirty="0"/>
          </a:p>
          <a:p>
            <a:pPr marL="177800" marR="234315" indent="-177800">
              <a:spcAft>
                <a:spcPts val="0"/>
              </a:spcAft>
              <a:buClrTx/>
              <a:buChar char="•"/>
              <a:defRPr/>
            </a:pPr>
            <a:r>
              <a:rPr lang="en-GB" sz="800" spc="-10" dirty="0">
                <a:solidFill>
                  <a:srgbClr val="15487B"/>
                </a:solidFill>
                <a:latin typeface="Montserrat Light"/>
              </a:rPr>
              <a:t>Create development , main and publish branches and set-up development environment.</a:t>
            </a:r>
            <a:endParaRPr lang="en-GB" sz="800" spc="-10" dirty="0">
              <a:solidFill>
                <a:srgbClr val="15487B"/>
              </a:solidFill>
              <a:latin typeface="Montserrat Light" pitchFamily="2" charset="77"/>
            </a:endParaRPr>
          </a:p>
          <a:p>
            <a:pPr marL="177800" marR="234315" lvl="0" indent="-177800">
              <a:spcAft>
                <a:spcPts val="0"/>
              </a:spcAft>
              <a:buClrTx/>
              <a:buChar char="•"/>
              <a:defRPr/>
            </a:pPr>
            <a:r>
              <a:rPr lang="en-GB" sz="800" spc="-10" dirty="0">
                <a:solidFill>
                  <a:srgbClr val="15487B"/>
                </a:solidFill>
                <a:latin typeface="Montserrat Light"/>
              </a:rPr>
              <a:t>Merge branches after development using Pull request.</a:t>
            </a:r>
          </a:p>
          <a:p>
            <a:pPr marL="177800" marR="234315" indent="-177800">
              <a:spcAft>
                <a:spcPts val="0"/>
              </a:spcAft>
              <a:buClrTx/>
              <a:buChar char="•"/>
              <a:defRPr/>
            </a:pPr>
            <a:r>
              <a:rPr lang="en-GB" sz="800" spc="-10" dirty="0">
                <a:solidFill>
                  <a:srgbClr val="15487B"/>
                </a:solidFill>
                <a:latin typeface="Montserrat Light"/>
              </a:rPr>
              <a:t>CI/CD implementation to push development object to the qualification and production.</a:t>
            </a:r>
          </a:p>
          <a:p>
            <a:pPr marL="177800" marR="234315" indent="-177800">
              <a:spcAft>
                <a:spcPts val="0"/>
              </a:spcAft>
              <a:buClrTx/>
              <a:buChar char="•"/>
              <a:defRPr/>
            </a:pPr>
            <a:r>
              <a:rPr lang="en-GB" sz="800" spc="-10" dirty="0">
                <a:solidFill>
                  <a:srgbClr val="15487B"/>
                </a:solidFill>
                <a:latin typeface="Montserrat Light"/>
              </a:rPr>
              <a:t>Set up Storage account with Blob and gent2 for data storage.</a:t>
            </a:r>
          </a:p>
          <a:p>
            <a:pPr marL="177800" marR="234315" lvl="0" indent="-177800">
              <a:spcAft>
                <a:spcPts val="0"/>
              </a:spcAft>
              <a:buClrTx/>
              <a:buChar char="•"/>
              <a:defRPr/>
            </a:pPr>
            <a:r>
              <a:rPr lang="en-GB" sz="800" spc="-10" dirty="0">
                <a:solidFill>
                  <a:srgbClr val="15487B"/>
                </a:solidFill>
                <a:latin typeface="Montserrat Light"/>
              </a:rPr>
              <a:t>Set up Key Vault for secure resource connections .</a:t>
            </a:r>
          </a:p>
          <a:p>
            <a:pPr marL="177800" marR="234315" indent="-177800">
              <a:spcAft>
                <a:spcPts val="0"/>
              </a:spcAft>
              <a:buClrTx/>
              <a:buChar char="•"/>
              <a:defRPr/>
            </a:pPr>
            <a:r>
              <a:rPr lang="en-GB" sz="800" spc="-10" dirty="0">
                <a:solidFill>
                  <a:srgbClr val="15487B"/>
                </a:solidFill>
                <a:latin typeface="Montserrat Light"/>
              </a:rPr>
              <a:t>Set up Logic App in combination with web activity to send mail notification.</a:t>
            </a:r>
          </a:p>
          <a:p>
            <a:pPr marL="177800" marR="234315" indent="-177800">
              <a:spcAft>
                <a:spcPts val="0"/>
              </a:spcAft>
              <a:buClrTx/>
              <a:buChar char="•"/>
              <a:defRPr/>
            </a:pPr>
            <a:r>
              <a:rPr lang="en-GB" sz="800" spc="-10" dirty="0">
                <a:solidFill>
                  <a:srgbClr val="15487B"/>
                </a:solidFill>
                <a:latin typeface="Montserrat Light"/>
              </a:rPr>
              <a:t>Set up self-hosted Integration run time  to connect the on-premise and cloud environment</a:t>
            </a:r>
            <a:endParaRPr lang="en-GB" dirty="0"/>
          </a:p>
          <a:p>
            <a:pPr marL="177800" marR="234315" lvl="0" indent="-177800">
              <a:spcAft>
                <a:spcPts val="0"/>
              </a:spcAft>
              <a:buClrTx/>
              <a:buChar char="•"/>
              <a:defRPr/>
            </a:pPr>
            <a:r>
              <a:rPr lang="en-GB" sz="800" spc="-10" dirty="0">
                <a:solidFill>
                  <a:srgbClr val="15487B"/>
                </a:solidFill>
                <a:latin typeface="Montserrat Light"/>
              </a:rPr>
              <a:t>Set up SSIS-IR to run SSIS projects direct in de cloud.</a:t>
            </a:r>
          </a:p>
          <a:p>
            <a:pPr marL="177800" marR="234315" indent="-177800">
              <a:spcAft>
                <a:spcPts val="0"/>
              </a:spcAft>
              <a:buClrTx/>
              <a:buChar char="•"/>
              <a:defRPr/>
            </a:pPr>
            <a:r>
              <a:rPr lang="en-GB" sz="800" spc="-10" dirty="0">
                <a:solidFill>
                  <a:srgbClr val="15487B"/>
                </a:solidFill>
                <a:latin typeface="Montserrat Light"/>
              </a:rPr>
              <a:t>Set up Azure Data Factory and Synapse workspaces to create , test, and monitor pipelines. </a:t>
            </a:r>
          </a:p>
          <a:p>
            <a:pPr marL="177800" marR="234315" lvl="0" indent="-177800">
              <a:spcAft>
                <a:spcPts val="0"/>
              </a:spcAft>
              <a:buClrTx/>
              <a:buChar char="•"/>
              <a:defRPr/>
            </a:pPr>
            <a:r>
              <a:rPr lang="en-GB" sz="800" spc="-10" dirty="0">
                <a:solidFill>
                  <a:srgbClr val="15487B"/>
                </a:solidFill>
                <a:latin typeface="Montserrat Light" pitchFamily="2" charset="77"/>
              </a:rPr>
              <a:t>Copy activity files to folder. </a:t>
            </a:r>
          </a:p>
          <a:p>
            <a:pPr marL="177800" marR="234315" lvl="0" indent="-177800">
              <a:spcAft>
                <a:spcPts val="0"/>
              </a:spcAft>
              <a:buClrTx/>
              <a:buChar char="•"/>
              <a:defRPr/>
            </a:pPr>
            <a:r>
              <a:rPr lang="en-GB" sz="800" spc="-10" dirty="0">
                <a:solidFill>
                  <a:srgbClr val="15487B"/>
                </a:solidFill>
                <a:latin typeface="Montserrat Light"/>
              </a:rPr>
              <a:t>Mapping Data flow file to SQL Table.</a:t>
            </a:r>
          </a:p>
          <a:p>
            <a:pPr marL="177800" marR="234315" lvl="0" indent="-177800">
              <a:spcAft>
                <a:spcPts val="0"/>
              </a:spcAft>
              <a:buClrTx/>
              <a:buChar char="•"/>
              <a:defRPr/>
            </a:pPr>
            <a:r>
              <a:rPr lang="en-GB" sz="800" spc="-10" dirty="0">
                <a:solidFill>
                  <a:srgbClr val="15487B"/>
                </a:solidFill>
                <a:latin typeface="Montserrat Light"/>
              </a:rPr>
              <a:t>Stored procedure to track pipeline run status.</a:t>
            </a:r>
          </a:p>
          <a:p>
            <a:pPr marL="177800" marR="234315" lvl="0" indent="-177800">
              <a:spcAft>
                <a:spcPts val="0"/>
              </a:spcAft>
              <a:buClrTx/>
              <a:buChar char="•"/>
              <a:defRPr/>
            </a:pPr>
            <a:r>
              <a:rPr lang="en-GB" sz="800" spc="-10" dirty="0">
                <a:solidFill>
                  <a:srgbClr val="15487B"/>
                </a:solidFill>
                <a:latin typeface="Montserrat Light" pitchFamily="2" charset="77"/>
              </a:rPr>
              <a:t>Set up variables and parameters for dynamics values. </a:t>
            </a:r>
          </a:p>
          <a:p>
            <a:pPr marL="177800" marR="234315" lvl="0" indent="-177800">
              <a:spcAft>
                <a:spcPts val="0"/>
              </a:spcAft>
              <a:buClrTx/>
              <a:buChar char="•"/>
              <a:defRPr/>
            </a:pPr>
            <a:r>
              <a:rPr lang="en-GB" sz="800" spc="-10" dirty="0">
                <a:solidFill>
                  <a:srgbClr val="15487B"/>
                </a:solidFill>
                <a:latin typeface="Montserrat Light" pitchFamily="2" charset="77"/>
              </a:rPr>
              <a:t>Set Variables during a specific processing.</a:t>
            </a:r>
          </a:p>
          <a:p>
            <a:pPr marL="177800" marR="234315" indent="-177800">
              <a:spcAft>
                <a:spcPts val="0"/>
              </a:spcAft>
              <a:buClrTx/>
              <a:buChar char="•"/>
              <a:defRPr/>
            </a:pPr>
            <a:r>
              <a:rPr lang="en-GB" sz="800" spc="-10" dirty="0">
                <a:solidFill>
                  <a:srgbClr val="15487B"/>
                </a:solidFill>
                <a:latin typeface="Montserrat Light"/>
              </a:rPr>
              <a:t>Linked services on premise and in the cloud in Data Lake  to SQL Database (on premise and cloud secure with Key Vault)</a:t>
            </a:r>
          </a:p>
          <a:p>
            <a:pPr marL="177800" marR="234315" lvl="0" indent="-177800">
              <a:spcAft>
                <a:spcPts val="0"/>
              </a:spcAft>
              <a:buClrTx/>
              <a:buChar char="•"/>
              <a:defRPr/>
            </a:pPr>
            <a:r>
              <a:rPr lang="en-GB" sz="800" spc="-10" dirty="0">
                <a:solidFill>
                  <a:srgbClr val="15487B"/>
                </a:solidFill>
                <a:latin typeface="Montserrat Light"/>
              </a:rPr>
              <a:t>Agile Project management including sprint planning</a:t>
            </a:r>
            <a:endParaRPr lang="en-GB" sz="800" spc="-10" dirty="0">
              <a:solidFill>
                <a:srgbClr val="15487B"/>
              </a:solidFill>
              <a:latin typeface="Montserrat Light" pitchFamily="2" charset="77"/>
            </a:endParaRPr>
          </a:p>
          <a:p>
            <a:pPr marR="234315" lvl="0">
              <a:spcAft>
                <a:spcPts val="0"/>
              </a:spcAft>
              <a:buClrTx/>
              <a:defRPr/>
            </a:pPr>
            <a:endParaRPr lang="en-GB" sz="800" spc="-10" dirty="0">
              <a:solidFill>
                <a:srgbClr val="15487B"/>
              </a:solidFill>
              <a:latin typeface="Montserrat Light"/>
            </a:endParaRPr>
          </a:p>
          <a:p>
            <a:pPr marL="177800" lvl="0" indent="-177800">
              <a:lnSpc>
                <a:spcPct val="115000"/>
              </a:lnSpc>
              <a:spcAft>
                <a:spcPts val="0"/>
              </a:spcAft>
              <a:buClrTx/>
              <a:defRPr/>
            </a:pPr>
            <a:r>
              <a:rPr lang="nl-NL" sz="800" b="1" dirty="0">
                <a:solidFill>
                  <a:srgbClr val="15487B"/>
                </a:solidFill>
              </a:rPr>
              <a:t>Environment &amp; tools</a:t>
            </a:r>
          </a:p>
          <a:p>
            <a:pPr marL="177800" indent="-177800">
              <a:lnSpc>
                <a:spcPct val="115000"/>
              </a:lnSpc>
              <a:spcAft>
                <a:spcPts val="0"/>
              </a:spcAft>
              <a:buClrTx/>
              <a:buChar char="•"/>
              <a:defRPr/>
            </a:pPr>
            <a:r>
              <a:rPr lang="en-US" sz="800" spc="-10" dirty="0">
                <a:solidFill>
                  <a:srgbClr val="15487B"/>
                </a:solidFill>
                <a:latin typeface="Montserrat Light"/>
              </a:rPr>
              <a:t>Azure Data Factory, Azure Synapse Analytics, Azure SQL database, SQL Server Integration Services, SQL Server Enterprise 2019, Azure DevOps, Power BI, Agile, DAX, CI/CD, git, Blob, gent2, Key Vault, SSIS, agile, Data Lake, SQL</a:t>
            </a:r>
            <a:endParaRPr lang="en-BE" sz="800" dirty="0"/>
          </a:p>
          <a:p>
            <a:endParaRPr lang="en-BE" dirty="0"/>
          </a:p>
        </p:txBody>
      </p:sp>
      <p:sp>
        <p:nvSpPr>
          <p:cNvPr id="4" name="Text Placeholder 3">
            <a:extLst>
              <a:ext uri="{FF2B5EF4-FFF2-40B4-BE49-F238E27FC236}">
                <a16:creationId xmlns:a16="http://schemas.microsoft.com/office/drawing/2014/main" id="{5DCA729C-85EA-C3DB-3B2C-849EABF55D29}"/>
              </a:ext>
            </a:extLst>
          </p:cNvPr>
          <p:cNvSpPr>
            <a:spLocks noGrp="1"/>
          </p:cNvSpPr>
          <p:nvPr>
            <p:ph type="body" sz="quarter" idx="12"/>
          </p:nvPr>
        </p:nvSpPr>
        <p:spPr/>
        <p:txBody>
          <a:bodyPr vert="horz" lIns="0" tIns="0" rIns="0" bIns="0" numCol="1" spcCol="180000" rtlCol="0" anchor="t">
            <a:noAutofit/>
          </a:bodyPr>
          <a:lstStyle/>
          <a:p>
            <a:pPr lvl="0">
              <a:lnSpc>
                <a:spcPct val="115000"/>
              </a:lnSpc>
              <a:spcAft>
                <a:spcPts val="0"/>
              </a:spcAft>
              <a:buClrTx/>
              <a:defRPr/>
            </a:pPr>
            <a:r>
              <a:rPr lang="nl-NL" sz="1200" b="1" dirty="0">
                <a:solidFill>
                  <a:srgbClr val="15487B"/>
                </a:solidFill>
              </a:rPr>
              <a:t>LACO</a:t>
            </a:r>
            <a:r>
              <a:rPr lang="nl-NL" sz="1200" b="1" dirty="0">
                <a:solidFill>
                  <a:srgbClr val="16BECF"/>
                </a:solidFill>
              </a:rPr>
              <a:t> | Cerba Healthcare</a:t>
            </a:r>
            <a:endParaRPr lang="nl-BE" sz="800" dirty="0">
              <a:solidFill>
                <a:srgbClr val="15487B"/>
              </a:solidFill>
              <a:latin typeface="Montserrat Light" pitchFamily="2" charset="77"/>
            </a:endParaRPr>
          </a:p>
          <a:p>
            <a:pPr>
              <a:lnSpc>
                <a:spcPct val="115000"/>
              </a:lnSpc>
              <a:spcAft>
                <a:spcPts val="0"/>
              </a:spcAft>
              <a:buClrTx/>
              <a:defRPr/>
            </a:pPr>
            <a:r>
              <a:rPr lang="nl-BE" sz="800" dirty="0">
                <a:solidFill>
                  <a:srgbClr val="15487B"/>
                </a:solidFill>
                <a:latin typeface="Montserrat Light"/>
              </a:rPr>
              <a:t>09/2022 – 12/2022</a:t>
            </a:r>
            <a:r>
              <a:rPr lang="nl-NL" sz="800" dirty="0">
                <a:solidFill>
                  <a:srgbClr val="15487B"/>
                </a:solidFill>
                <a:latin typeface="Montserrat Light"/>
              </a:rPr>
              <a:t> | MS Business Intelligence Consultant</a:t>
            </a:r>
            <a:endParaRPr lang="nl-NL" sz="1200" b="1" dirty="0">
              <a:solidFill>
                <a:srgbClr val="16BECF"/>
              </a:solidFill>
              <a:latin typeface="Montserrat Light"/>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t>
            </a:r>
          </a:p>
          <a:p>
            <a:pPr lvl="0">
              <a:lnSpc>
                <a:spcPct val="115000"/>
              </a:lnSpc>
              <a:spcAft>
                <a:spcPts val="0"/>
              </a:spcAft>
              <a:buClrTx/>
              <a:defRPr/>
            </a:pPr>
            <a:r>
              <a:rPr lang="en-GB" sz="800" spc="-10" dirty="0">
                <a:solidFill>
                  <a:srgbClr val="15487B"/>
                </a:solidFill>
                <a:latin typeface="Montserrat Light"/>
              </a:rPr>
              <a:t>Development of SSIS Packages to support the financial department Billing System</a:t>
            </a:r>
          </a:p>
          <a:p>
            <a:pPr lvl="0">
              <a:lnSpc>
                <a:spcPct val="115000"/>
              </a:lnSpc>
              <a:spcAft>
                <a:spcPts val="0"/>
              </a:spcAft>
              <a:buClrTx/>
              <a:defRPr/>
            </a:pPr>
            <a:endParaRPr lang="en-GB" sz="800" spc="-10" dirty="0">
              <a:solidFill>
                <a:srgbClr val="15487B"/>
              </a:solidFill>
              <a:latin typeface="Montserrat Light" pitchFamily="2" charset="77"/>
            </a:endParaRPr>
          </a:p>
          <a:p>
            <a:pPr lvl="0">
              <a:lnSpc>
                <a:spcPct val="115000"/>
              </a:lnSpc>
              <a:spcAft>
                <a:spcPts val="0"/>
              </a:spcAft>
              <a:buClrTx/>
              <a:defRPr/>
            </a:pPr>
            <a:r>
              <a:rPr lang="en-GB" sz="800" b="1" dirty="0">
                <a:solidFill>
                  <a:srgbClr val="15487B"/>
                </a:solidFill>
              </a:rPr>
              <a:t>Responsibilities </a:t>
            </a:r>
            <a:endParaRPr lang="en-GB" sz="800" spc="-10" dirty="0">
              <a:solidFill>
                <a:srgbClr val="15487B"/>
              </a:solidFill>
              <a:latin typeface="Montserrat Light" pitchFamily="2" charset="77"/>
            </a:endParaRPr>
          </a:p>
          <a:p>
            <a:pPr marR="234315" lvl="0">
              <a:spcAft>
                <a:spcPts val="0"/>
              </a:spcAft>
              <a:buClrTx/>
              <a:defRPr/>
            </a:pPr>
            <a:r>
              <a:rPr lang="en-GB" sz="800" spc="-10" dirty="0">
                <a:solidFill>
                  <a:srgbClr val="15487B"/>
                </a:solidFill>
                <a:latin typeface="Montserrat Light" pitchFamily="2" charset="77"/>
              </a:rPr>
              <a:t>Develop several SSIS packages to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Get data from given tables using join, apply predefined business logics using specific SSIS components to produce excel output files, move those to specific directories and send emails to the business when file is created.</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Load data from these created excel files (after update and validation by the business) to a specific table.</a:t>
            </a: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Deployment and monitoring.</a:t>
            </a:r>
            <a:br>
              <a:rPr lang="en-BE" sz="800" spc="-10" dirty="0">
                <a:latin typeface="Montserrat Light" pitchFamily="2" charset="77"/>
              </a:rPr>
            </a:br>
            <a:endParaRPr lang="en-BE" sz="800" b="1" dirty="0">
              <a:solidFill>
                <a:srgbClr val="15487B"/>
              </a:solidFill>
            </a:endParaRPr>
          </a:p>
          <a:p>
            <a:pPr marL="177800" lvl="0" indent="-177800">
              <a:lnSpc>
                <a:spcPct val="115000"/>
              </a:lnSpc>
              <a:spcAft>
                <a:spcPts val="0"/>
              </a:spcAft>
              <a:buClrTx/>
              <a:defRPr/>
            </a:pPr>
            <a:r>
              <a:rPr lang="nl-NL" sz="800" b="1" dirty="0">
                <a:solidFill>
                  <a:srgbClr val="15487B"/>
                </a:solidFill>
              </a:rPr>
              <a:t>Environment &amp; tools</a:t>
            </a:r>
          </a:p>
          <a:p>
            <a:pPr marL="177800" indent="-177800">
              <a:lnSpc>
                <a:spcPct val="115000"/>
              </a:lnSpc>
              <a:spcAft>
                <a:spcPts val="0"/>
              </a:spcAft>
              <a:buClrTx/>
              <a:buFont typeface="Arial" panose="020B0604020202020204" pitchFamily="34" charset="0"/>
              <a:buChar char="•"/>
              <a:defRPr/>
            </a:pPr>
            <a:r>
              <a:rPr lang="en-GB" sz="800" spc="-10" dirty="0">
                <a:solidFill>
                  <a:srgbClr val="15487B"/>
                </a:solidFill>
                <a:latin typeface="Montserrat Light"/>
              </a:rPr>
              <a:t>SQL Server, Visual Studio (SSIS), TFS, Clinical applications (CTMS: Clinical Test Management System), SQL</a:t>
            </a:r>
            <a:endParaRPr lang="en-BE" sz="800" dirty="0">
              <a:latin typeface="Montserrat Light"/>
            </a:endParaRPr>
          </a:p>
          <a:p>
            <a:endParaRPr lang="en-BE" dirty="0"/>
          </a:p>
        </p:txBody>
      </p:sp>
      <p:sp>
        <p:nvSpPr>
          <p:cNvPr id="6" name="Text Placeholder 5">
            <a:extLst>
              <a:ext uri="{FF2B5EF4-FFF2-40B4-BE49-F238E27FC236}">
                <a16:creationId xmlns:a16="http://schemas.microsoft.com/office/drawing/2014/main" id="{FFB80ACB-793D-0A8B-15E6-C8A92CB17CFD}"/>
              </a:ext>
            </a:extLst>
          </p:cNvPr>
          <p:cNvSpPr>
            <a:spLocks noGrp="1"/>
          </p:cNvSpPr>
          <p:nvPr>
            <p:ph type="body" sz="quarter" idx="13"/>
          </p:nvPr>
        </p:nvSpPr>
        <p:spPr/>
        <p:txBody>
          <a:bodyPr/>
          <a:lstStyle/>
          <a:p>
            <a:r>
              <a:rPr lang="nl-BE">
                <a:solidFill>
                  <a:srgbClr val="FFFFFF"/>
                </a:solidFill>
              </a:rPr>
              <a:t>Oumar Coulibaly</a:t>
            </a:r>
            <a:endParaRPr lang="en-BE"/>
          </a:p>
        </p:txBody>
      </p:sp>
    </p:spTree>
    <p:extLst>
      <p:ext uri="{BB962C8B-B14F-4D97-AF65-F5344CB8AC3E}">
        <p14:creationId xmlns:p14="http://schemas.microsoft.com/office/powerpoint/2010/main" val="1395801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erson with a beard&#10;&#10;AI-generated content may be incorrect.">
            <a:extLst>
              <a:ext uri="{FF2B5EF4-FFF2-40B4-BE49-F238E27FC236}">
                <a16:creationId xmlns:a16="http://schemas.microsoft.com/office/drawing/2014/main" id="{18B6B499-424C-C0F5-6272-273217CF9A52}"/>
              </a:ext>
            </a:extLst>
          </p:cNvPr>
          <p:cNvPicPr>
            <a:picLocks noGrp="1" noChangeAspect="1"/>
          </p:cNvPicPr>
          <p:nvPr>
            <p:ph type="pic" sz="quarter" idx="14"/>
          </p:nvPr>
        </p:nvPicPr>
        <p:blipFill>
          <a:blip r:embed="rId2">
            <a:extLst>
              <a:ext uri="{BEBA8EAE-BF5A-486C-A8C5-ECC9F3942E4B}">
                <a14:imgProps xmlns:a14="http://schemas.microsoft.com/office/drawing/2010/main">
                  <a14:imgLayer r:embed="rId3">
                    <a14:imgEffect>
                      <a14:saturation sat="0"/>
                    </a14:imgEffect>
                  </a14:imgLayer>
                </a14:imgProps>
              </a:ext>
            </a:extLst>
          </a:blip>
          <a:srcRect t="23029" b="23029"/>
          <a:stretch>
            <a:fillRect/>
          </a:stretch>
        </p:blipFill>
        <p:spPr/>
      </p:pic>
      <p:sp>
        <p:nvSpPr>
          <p:cNvPr id="3" name="Text Placeholder 2">
            <a:extLst>
              <a:ext uri="{FF2B5EF4-FFF2-40B4-BE49-F238E27FC236}">
                <a16:creationId xmlns:a16="http://schemas.microsoft.com/office/drawing/2014/main" id="{EA33103D-658C-603E-5B84-037CCFDC009B}"/>
              </a:ext>
            </a:extLst>
          </p:cNvPr>
          <p:cNvSpPr>
            <a:spLocks noGrp="1"/>
          </p:cNvSpPr>
          <p:nvPr>
            <p:ph type="body" sz="quarter" idx="10"/>
          </p:nvPr>
        </p:nvSpPr>
        <p:spPr/>
        <p:txBody>
          <a:bodyPr vert="horz" lIns="0" tIns="0" rIns="0" bIns="0" numCol="1" spcCol="180000" rtlCol="0" anchor="t">
            <a:noAutofit/>
          </a:bodyPr>
          <a:lstStyle/>
          <a:p>
            <a:pPr>
              <a:lnSpc>
                <a:spcPct val="115000"/>
              </a:lnSpc>
              <a:spcAft>
                <a:spcPts val="0"/>
              </a:spcAft>
              <a:buClrTx/>
              <a:defRPr/>
            </a:pPr>
            <a:r>
              <a:rPr lang="nl-NL" sz="1200" b="1" dirty="0">
                <a:solidFill>
                  <a:srgbClr val="15487B"/>
                </a:solidFill>
                <a:latin typeface="Montserrat"/>
              </a:rPr>
              <a:t>LACO | </a:t>
            </a:r>
            <a:r>
              <a:rPr lang="nl-NL" sz="1200" b="1" dirty="0">
                <a:solidFill>
                  <a:schemeClr val="accent1"/>
                </a:solidFill>
                <a:latin typeface="Montserrat"/>
              </a:rPr>
              <a:t>DECOMO, CBI, UZ Gent</a:t>
            </a:r>
            <a:endParaRPr lang="nl-BE" sz="800" dirty="0">
              <a:solidFill>
                <a:schemeClr val="accent1"/>
              </a:solidFill>
              <a:latin typeface="Montserrat"/>
            </a:endParaRPr>
          </a:p>
          <a:p>
            <a:pPr>
              <a:lnSpc>
                <a:spcPct val="115000"/>
              </a:lnSpc>
              <a:spcAft>
                <a:spcPts val="0"/>
              </a:spcAft>
              <a:buClrTx/>
              <a:defRPr/>
            </a:pPr>
            <a:r>
              <a:rPr lang="nl-BE" sz="800" dirty="0">
                <a:solidFill>
                  <a:srgbClr val="15487B"/>
                </a:solidFill>
                <a:latin typeface="Montserrat Light"/>
              </a:rPr>
              <a:t>08/2022 – 08/2022</a:t>
            </a:r>
            <a:r>
              <a:rPr lang="nl-NL" sz="800" dirty="0">
                <a:solidFill>
                  <a:srgbClr val="15487B"/>
                </a:solidFill>
                <a:latin typeface="Montserrat Light"/>
              </a:rPr>
              <a:t> | Azure Data Engineer</a:t>
            </a: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t>
            </a:r>
            <a:endParaRPr lang="en-BE" sz="800" b="1" dirty="0">
              <a:solidFill>
                <a:srgbClr val="15487B"/>
              </a:solidFill>
            </a:endParaRPr>
          </a:p>
          <a:p>
            <a:pPr marR="234315">
              <a:spcAft>
                <a:spcPts val="0"/>
              </a:spcAft>
              <a:buClrTx/>
              <a:defRPr/>
            </a:pPr>
            <a:r>
              <a:rPr lang="en-GB" sz="800" spc="-10" dirty="0">
                <a:solidFill>
                  <a:srgbClr val="15487B"/>
                </a:solidFill>
                <a:latin typeface="Montserrat Light"/>
              </a:rPr>
              <a:t>Two Azure projects.</a:t>
            </a:r>
            <a:endParaRPr lang="en-GB" sz="800" spc="-10" dirty="0">
              <a:solidFill>
                <a:srgbClr val="15487B"/>
              </a:solidFill>
              <a:latin typeface="Montserrat Light" pitchFamily="2" charset="77"/>
            </a:endParaRPr>
          </a:p>
          <a:p>
            <a:pPr marR="234315">
              <a:spcAft>
                <a:spcPts val="0"/>
              </a:spcAft>
              <a:buClrTx/>
              <a:defRPr/>
            </a:pPr>
            <a:r>
              <a:rPr lang="en-GB" sz="800" spc="-10" dirty="0">
                <a:solidFill>
                  <a:srgbClr val="15487B"/>
                </a:solidFill>
                <a:latin typeface="Montserrat Light"/>
              </a:rPr>
              <a:t>1. Change data source for an existing Cube using Azure  </a:t>
            </a:r>
          </a:p>
          <a:p>
            <a:pPr marR="234315">
              <a:spcAft>
                <a:spcPts val="0"/>
              </a:spcAft>
              <a:buClrTx/>
              <a:defRPr/>
            </a:pPr>
            <a:r>
              <a:rPr lang="en-GB" sz="800" spc="-10" dirty="0">
                <a:solidFill>
                  <a:srgbClr val="15487B"/>
                </a:solidFill>
                <a:latin typeface="Montserrat Light"/>
              </a:rPr>
              <a:t>2. Add more dimensions to existing solution using Databricks</a:t>
            </a:r>
          </a:p>
          <a:p>
            <a:pPr marR="234315" lvl="0">
              <a:spcAft>
                <a:spcPts val="0"/>
              </a:spcAft>
              <a:buClrTx/>
              <a:defRPr/>
            </a:pPr>
            <a:endParaRPr lang="en-GB" sz="800" spc="-10" dirty="0">
              <a:solidFill>
                <a:srgbClr val="15487B"/>
              </a:solidFill>
              <a:latin typeface="Montserrat Light" pitchFamily="2" charset="77"/>
            </a:endParaRPr>
          </a:p>
          <a:p>
            <a:pPr marR="234315" lvl="0">
              <a:spcAft>
                <a:spcPts val="0"/>
              </a:spcAft>
              <a:buClrTx/>
              <a:defRPr/>
            </a:pPr>
            <a:r>
              <a:rPr lang="en-GB" sz="800" b="1" dirty="0">
                <a:solidFill>
                  <a:srgbClr val="15487B"/>
                </a:solidFill>
              </a:rPr>
              <a:t>Responsibilities </a:t>
            </a:r>
            <a:endParaRPr lang="en-GB" sz="800" spc="-10" dirty="0">
              <a:solidFill>
                <a:srgbClr val="15487B"/>
              </a:solidFill>
              <a:latin typeface="Montserrat Light" pitchFamily="2" charset="77"/>
            </a:endParaRPr>
          </a:p>
          <a:p>
            <a:pPr marR="234315" lvl="0">
              <a:spcAft>
                <a:spcPts val="0"/>
              </a:spcAft>
              <a:buClrTx/>
              <a:defRPr/>
            </a:pPr>
            <a:r>
              <a:rPr lang="en-GB" sz="800" spc="-10" dirty="0">
                <a:solidFill>
                  <a:srgbClr val="15487B"/>
                </a:solidFill>
                <a:latin typeface="Montserrat Light" pitchFamily="2" charset="77"/>
              </a:rPr>
              <a:t>Set up CD/CI process for Azure Data Factory and data migration</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Manage the DevOps / GitHub (CI/CD) environment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the DevOps Account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the Project and Data repository</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a Developer branch</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the Group variable for test and production environment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Create the CI/CD pipelines for automatically  processing the releases</a:t>
            </a:r>
          </a:p>
          <a:p>
            <a:pPr marR="234315">
              <a:spcAft>
                <a:spcPts val="0"/>
              </a:spcAft>
              <a:buClrTx/>
              <a:defRPr/>
            </a:pPr>
            <a:r>
              <a:rPr lang="en-GB" sz="800" spc="-10" dirty="0">
                <a:solidFill>
                  <a:srgbClr val="15487B"/>
                </a:solidFill>
                <a:latin typeface="Montserrat Light"/>
              </a:rPr>
              <a:t>Create a 3 storage Azure Data Lake account for development, testing and production</a:t>
            </a:r>
            <a:endParaRPr lang="en-GB" sz="800" spc="-10" dirty="0">
              <a:solidFill>
                <a:srgbClr val="15487B"/>
              </a:solidFill>
              <a:latin typeface="Montserrat Light" pitchFamily="2" charset="77"/>
            </a:endParaRPr>
          </a:p>
          <a:p>
            <a:pPr marL="177800" marR="234315" indent="-177800">
              <a:spcAft>
                <a:spcPts val="0"/>
              </a:spcAft>
              <a:buClrTx/>
              <a:buFont typeface="Arial" panose="020B0604020202020204" pitchFamily="34" charset="0"/>
              <a:buChar char="•"/>
              <a:defRPr/>
            </a:pPr>
            <a:r>
              <a:rPr lang="en-GB" sz="800" spc="-10" dirty="0">
                <a:solidFill>
                  <a:srgbClr val="15487B"/>
                </a:solidFill>
                <a:latin typeface="Montserrat Light"/>
              </a:rPr>
              <a:t>Migrate the Dynamics 365 tables to the Data Lake, </a:t>
            </a:r>
          </a:p>
          <a:p>
            <a:pPr marR="234315">
              <a:spcAft>
                <a:spcPts val="0"/>
              </a:spcAft>
              <a:buClrTx/>
              <a:defRPr/>
            </a:pPr>
            <a:r>
              <a:rPr lang="en-GB" sz="800" spc="-10" dirty="0">
                <a:solidFill>
                  <a:srgbClr val="15487B"/>
                </a:solidFill>
                <a:latin typeface="Montserrat Light"/>
              </a:rPr>
              <a:t> Create a 3 Azure Key Vault account </a:t>
            </a:r>
          </a:p>
          <a:p>
            <a:pPr marL="177800" marR="234315" indent="-177800">
              <a:spcAft>
                <a:spcPts val="0"/>
              </a:spcAft>
              <a:buClrTx/>
              <a:buFont typeface="Arial" panose="020B0604020202020204" pitchFamily="34" charset="0"/>
              <a:buChar char="•"/>
              <a:defRPr/>
            </a:pPr>
            <a:r>
              <a:rPr lang="en-GB" sz="800" spc="-10" dirty="0">
                <a:solidFill>
                  <a:srgbClr val="15487B"/>
                </a:solidFill>
                <a:latin typeface="Montserrat Light"/>
              </a:rPr>
              <a:t>Create Secrets Keys in Key Vault to store the connection string of the storage account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Grant Synapse permissions to secret key and access to ADL for data transfer</a:t>
            </a:r>
          </a:p>
          <a:p>
            <a:pPr marR="234315" lvl="0">
              <a:spcAft>
                <a:spcPts val="0"/>
              </a:spcAft>
              <a:buClrTx/>
              <a:defRPr/>
            </a:pPr>
            <a:r>
              <a:rPr lang="en-GB" sz="800" spc="-10" dirty="0">
                <a:solidFill>
                  <a:srgbClr val="15487B"/>
                </a:solidFill>
                <a:latin typeface="Montserrat Light" pitchFamily="2" charset="77"/>
              </a:rPr>
              <a:t>Create a 3 Synapse Workspace(Dev, Test, Prod)</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Integrate DevOps with Azure using Git configuration</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Start Development from DevOps Developer Branch , merge Changes to Master Branch and Publish to Live Synapse:</a:t>
            </a:r>
          </a:p>
          <a:p>
            <a:pPr marL="358775" marR="234315" lvl="1">
              <a:spcAft>
                <a:spcPts val="0"/>
              </a:spcAft>
              <a:buClrTx/>
              <a:buFont typeface="Courier New" panose="020B0604020202020204" pitchFamily="34" charset="0"/>
              <a:buChar char="o"/>
              <a:defRPr/>
            </a:pPr>
            <a:r>
              <a:rPr lang="en-GB" sz="800" spc="-10" dirty="0">
                <a:solidFill>
                  <a:srgbClr val="15487B"/>
                </a:solidFill>
                <a:latin typeface="Montserrat Light"/>
              </a:rPr>
              <a:t>Create 2 Linked Services with Key Vault and with ADL</a:t>
            </a:r>
          </a:p>
          <a:p>
            <a:pPr marL="358775" marR="234315" lvl="1">
              <a:spcAft>
                <a:spcPts val="0"/>
              </a:spcAft>
              <a:buClrTx/>
              <a:buFont typeface="Courier New" panose="020B0604020202020204" pitchFamily="34" charset="0"/>
              <a:buChar char="o"/>
              <a:defRPr/>
            </a:pPr>
            <a:r>
              <a:rPr lang="en-GB" sz="800" spc="-10" dirty="0">
                <a:solidFill>
                  <a:srgbClr val="15487B"/>
                </a:solidFill>
                <a:latin typeface="Montserrat Light"/>
              </a:rPr>
              <a:t>Copy data from ADL Storage account to Azure SQL Database using pipelines </a:t>
            </a:r>
          </a:p>
          <a:p>
            <a:pPr marL="358775" marR="234315" lvl="1">
              <a:spcAft>
                <a:spcPts val="0"/>
              </a:spcAft>
              <a:buClrTx/>
              <a:buFont typeface="Courier New" panose="020B0604020202020204" pitchFamily="34" charset="0"/>
              <a:buChar char="o"/>
              <a:defRPr/>
            </a:pPr>
            <a:r>
              <a:rPr lang="en-GB" sz="800" spc="-10" dirty="0">
                <a:solidFill>
                  <a:srgbClr val="15487B"/>
                </a:solidFill>
                <a:latin typeface="Montserrat Light"/>
              </a:rPr>
              <a:t>Test working of pipelines, merge to Master Branch, and publish</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External Tables in Synapse using SQL serverless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Use this dataset as source to update SSAS cube multi-Dim. </a:t>
            </a:r>
          </a:p>
          <a:p>
            <a:pPr marL="177800" marR="234315" indent="-177800">
              <a:spcAft>
                <a:spcPts val="0"/>
              </a:spcAft>
              <a:buClrTx/>
              <a:buFont typeface="Arial" panose="020B0604020202020204" pitchFamily="34" charset="0"/>
              <a:buChar char="•"/>
              <a:defRPr/>
            </a:pPr>
            <a:r>
              <a:rPr lang="en-GB" sz="800" spc="-10" dirty="0">
                <a:solidFill>
                  <a:srgbClr val="15487B"/>
                </a:solidFill>
                <a:latin typeface="Montserrat Light"/>
              </a:rPr>
              <a:t>Design Power BI reporting with the Cube as source</a:t>
            </a:r>
          </a:p>
          <a:p>
            <a:pPr marR="234315" lvl="0">
              <a:spcAft>
                <a:spcPts val="0"/>
              </a:spcAft>
              <a:buClrTx/>
              <a:defRPr/>
            </a:pPr>
            <a:r>
              <a:rPr lang="en-GB" sz="800" spc="-10" dirty="0">
                <a:solidFill>
                  <a:srgbClr val="15487B"/>
                </a:solidFill>
                <a:latin typeface="Montserrat Light"/>
              </a:rPr>
              <a:t>ETL Databricks implementation:</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Create the Databricks workspace and create notebooks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Unmount and mount data between ADL and Databricks using Scala</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Create Global tables that will store the data from ADL using Scala</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Perform transformations on global tables (conversion, removing some rows and fields…) using SQL</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connection with Target Database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Build JDBC URL to help create </a:t>
            </a:r>
            <a:r>
              <a:rPr lang="en-GB" sz="800" spc="-10" dirty="0" err="1">
                <a:solidFill>
                  <a:srgbClr val="15487B"/>
                </a:solidFill>
                <a:latin typeface="Montserrat Light"/>
              </a:rPr>
              <a:t>DataFrames</a:t>
            </a:r>
            <a:endParaRPr lang="en-GB" sz="800" spc="-10" dirty="0">
              <a:solidFill>
                <a:srgbClr val="15487B"/>
              </a:solidFill>
              <a:latin typeface="Montserrat Light"/>
            </a:endParaRPr>
          </a:p>
          <a:p>
            <a:endParaRPr lang="en-BE" dirty="0"/>
          </a:p>
        </p:txBody>
      </p:sp>
      <p:sp>
        <p:nvSpPr>
          <p:cNvPr id="4" name="Text Placeholder 3">
            <a:extLst>
              <a:ext uri="{FF2B5EF4-FFF2-40B4-BE49-F238E27FC236}">
                <a16:creationId xmlns:a16="http://schemas.microsoft.com/office/drawing/2014/main" id="{55848938-0D28-A64D-0AE2-70DFD9880CD6}"/>
              </a:ext>
            </a:extLst>
          </p:cNvPr>
          <p:cNvSpPr>
            <a:spLocks noGrp="1"/>
          </p:cNvSpPr>
          <p:nvPr>
            <p:ph type="body" sz="quarter" idx="12"/>
          </p:nvPr>
        </p:nvSpPr>
        <p:spPr/>
        <p:txBody>
          <a:bodyPr vert="horz" lIns="0" tIns="0" rIns="0" bIns="0" numCol="1" spcCol="180000" rtlCol="0" anchor="t">
            <a:noAutofit/>
          </a:bodyPr>
          <a:lstStyle/>
          <a:p>
            <a:pPr marL="171450" marR="234315" lvl="0" indent="-171450">
              <a:spcAft>
                <a:spcPts val="0"/>
              </a:spcAft>
              <a:buClrTx/>
              <a:buFont typeface="Arial" panose="020B0604020202020204" pitchFamily="34" charset="0"/>
              <a:buChar char="•"/>
              <a:defRPr/>
            </a:pPr>
            <a:r>
              <a:rPr lang="en-GB" sz="800" spc="-10" dirty="0">
                <a:solidFill>
                  <a:srgbClr val="15487B"/>
                </a:solidFill>
                <a:latin typeface="Montserrat Light"/>
              </a:rPr>
              <a:t>Create Local tables using </a:t>
            </a:r>
            <a:r>
              <a:rPr lang="en-GB" sz="800" spc="-10" dirty="0" err="1">
                <a:solidFill>
                  <a:srgbClr val="15487B"/>
                </a:solidFill>
                <a:latin typeface="Montserrat Light"/>
              </a:rPr>
              <a:t>DataFrame</a:t>
            </a:r>
            <a:r>
              <a:rPr lang="en-GB" sz="800" spc="-10" dirty="0">
                <a:solidFill>
                  <a:srgbClr val="15487B"/>
                </a:solidFill>
                <a:latin typeface="Montserrat Light"/>
              </a:rPr>
              <a:t> that will store the data of existing target tables using Scala</a:t>
            </a:r>
          </a:p>
          <a:p>
            <a:pPr marL="177800" marR="234315" indent="-177800">
              <a:spcAft>
                <a:spcPts val="0"/>
              </a:spcAft>
              <a:buClrTx/>
              <a:buFont typeface="Arial" panose="020B0604020202020204" pitchFamily="34" charset="0"/>
              <a:buChar char="•"/>
              <a:defRPr/>
            </a:pPr>
            <a:r>
              <a:rPr lang="en-GB" sz="800" spc="-10" dirty="0">
                <a:solidFill>
                  <a:srgbClr val="15487B"/>
                </a:solidFill>
                <a:latin typeface="Montserrat Light"/>
              </a:rPr>
              <a:t>Combination of Global and Local tables to find the delta based on ID</a:t>
            </a: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Load the Delta to the target table using Scala</a:t>
            </a:r>
            <a:br>
              <a:rPr lang="en-BE" sz="800" spc="-10" dirty="0">
                <a:latin typeface="Montserrat Light" pitchFamily="2" charset="77"/>
              </a:rPr>
            </a:br>
            <a:endParaRPr lang="en-BE" sz="800" b="1" dirty="0">
              <a:solidFill>
                <a:srgbClr val="15487B"/>
              </a:solidFill>
            </a:endParaRPr>
          </a:p>
          <a:p>
            <a:pPr marL="177800" lvl="0" indent="-177800">
              <a:lnSpc>
                <a:spcPct val="115000"/>
              </a:lnSpc>
              <a:spcAft>
                <a:spcPts val="0"/>
              </a:spcAft>
              <a:buClrTx/>
              <a:defRPr/>
            </a:pPr>
            <a:r>
              <a:rPr lang="nl-NL" sz="800" b="1" dirty="0">
                <a:solidFill>
                  <a:srgbClr val="15487B"/>
                </a:solidFill>
              </a:rPr>
              <a:t>Environment &amp; tools</a:t>
            </a:r>
          </a:p>
          <a:p>
            <a:pPr marL="177800" indent="-177800">
              <a:lnSpc>
                <a:spcPct val="115000"/>
              </a:lnSpc>
              <a:spcAft>
                <a:spcPts val="0"/>
              </a:spcAft>
              <a:buClrTx/>
              <a:buFont typeface="Arial" panose="020B0604020202020204" pitchFamily="34" charset="0"/>
              <a:buChar char="•"/>
              <a:defRPr/>
            </a:pPr>
            <a:r>
              <a:rPr lang="en-US" sz="800" spc="-10" dirty="0">
                <a:solidFill>
                  <a:srgbClr val="15487B"/>
                </a:solidFill>
                <a:latin typeface="Montserrat Light"/>
              </a:rPr>
              <a:t>MS Azure,  SQL Database, DevOps, </a:t>
            </a:r>
            <a:r>
              <a:rPr lang="en-US" sz="800" spc="-10" dirty="0" err="1">
                <a:solidFill>
                  <a:srgbClr val="15487B"/>
                </a:solidFill>
                <a:latin typeface="Montserrat Light"/>
              </a:rPr>
              <a:t>Github</a:t>
            </a:r>
            <a:r>
              <a:rPr lang="en-US" sz="800" spc="-10" dirty="0">
                <a:solidFill>
                  <a:srgbClr val="15487B"/>
                </a:solidFill>
                <a:latin typeface="Montserrat Light"/>
              </a:rPr>
              <a:t>, CI/CD, Azure Data Lake, Key Vault, Synapse, Azure Databricks, Scala, SQL, ETL, Git, SSAS</a:t>
            </a:r>
            <a:endParaRPr lang="nl-NL" sz="1200" b="1" dirty="0">
              <a:solidFill>
                <a:srgbClr val="15487B"/>
              </a:solidFill>
              <a:latin typeface="Montserrat Light"/>
            </a:endParaRPr>
          </a:p>
          <a:p>
            <a:pPr lvl="0">
              <a:lnSpc>
                <a:spcPct val="115000"/>
              </a:lnSpc>
              <a:spcAft>
                <a:spcPts val="0"/>
              </a:spcAft>
              <a:buClrTx/>
              <a:defRPr/>
            </a:pPr>
            <a:endParaRPr lang="nl-NL" sz="1200" b="1" dirty="0">
              <a:solidFill>
                <a:srgbClr val="15487B"/>
              </a:solidFill>
            </a:endParaRPr>
          </a:p>
          <a:p>
            <a:pPr lvl="0">
              <a:lnSpc>
                <a:spcPct val="115000"/>
              </a:lnSpc>
              <a:spcAft>
                <a:spcPts val="0"/>
              </a:spcAft>
              <a:buClrTx/>
              <a:defRPr/>
            </a:pPr>
            <a:r>
              <a:rPr lang="nl-NL" sz="1200" b="1" dirty="0">
                <a:solidFill>
                  <a:srgbClr val="15487B"/>
                </a:solidFill>
              </a:rPr>
              <a:t>LACO</a:t>
            </a:r>
            <a:r>
              <a:rPr lang="nl-NL" sz="1200" b="1" dirty="0">
                <a:solidFill>
                  <a:srgbClr val="16BECF"/>
                </a:solidFill>
              </a:rPr>
              <a:t> | Baloise Insurance</a:t>
            </a:r>
            <a:endParaRPr lang="nl-BE" sz="800" dirty="0">
              <a:solidFill>
                <a:srgbClr val="15487B"/>
              </a:solidFill>
              <a:latin typeface="Montserrat Light" pitchFamily="2" charset="77"/>
            </a:endParaRPr>
          </a:p>
          <a:p>
            <a:pPr>
              <a:lnSpc>
                <a:spcPct val="115000"/>
              </a:lnSpc>
              <a:spcAft>
                <a:spcPts val="0"/>
              </a:spcAft>
              <a:buClrTx/>
              <a:defRPr/>
            </a:pPr>
            <a:r>
              <a:rPr lang="nl-BE" sz="800" dirty="0">
                <a:solidFill>
                  <a:srgbClr val="15487B"/>
                </a:solidFill>
                <a:latin typeface="Montserrat Light"/>
              </a:rPr>
              <a:t>09/2021 – 07/2022</a:t>
            </a:r>
            <a:r>
              <a:rPr lang="nl-NL" sz="800" dirty="0">
                <a:solidFill>
                  <a:srgbClr val="15487B"/>
                </a:solidFill>
                <a:latin typeface="Montserrat Light"/>
              </a:rPr>
              <a:t> | Data Analyst</a:t>
            </a: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endParaRPr lang="en-GB" sz="800" b="1" dirty="0">
              <a:solidFill>
                <a:srgbClr val="15487B"/>
              </a:solidFill>
            </a:endParaRPr>
          </a:p>
          <a:p>
            <a:pPr lvl="0">
              <a:lnSpc>
                <a:spcPct val="115000"/>
              </a:lnSpc>
              <a:spcAft>
                <a:spcPts val="0"/>
              </a:spcAft>
              <a:buClrTx/>
              <a:defRPr/>
            </a:pPr>
            <a:r>
              <a:rPr lang="en-GB" sz="800" b="1" dirty="0">
                <a:solidFill>
                  <a:srgbClr val="15487B"/>
                </a:solidFill>
              </a:rPr>
              <a:t>Project </a:t>
            </a:r>
          </a:p>
          <a:p>
            <a:pPr lvl="0">
              <a:lnSpc>
                <a:spcPct val="115000"/>
              </a:lnSpc>
              <a:spcAft>
                <a:spcPts val="0"/>
              </a:spcAft>
              <a:buClrTx/>
              <a:defRPr/>
            </a:pPr>
            <a:r>
              <a:rPr lang="en-GB" sz="800" b="1" spc="-10" dirty="0">
                <a:solidFill>
                  <a:srgbClr val="15487B"/>
                </a:solidFill>
                <a:latin typeface="Montserrat Light" pitchFamily="2" charset="77"/>
              </a:rPr>
              <a:t> </a:t>
            </a:r>
            <a:r>
              <a:rPr lang="en-GB" sz="800" spc="-10" dirty="0">
                <a:solidFill>
                  <a:srgbClr val="15487B"/>
                </a:solidFill>
                <a:latin typeface="Montserrat Light" pitchFamily="2" charset="77"/>
              </a:rPr>
              <a:t>IFRS Project</a:t>
            </a:r>
          </a:p>
          <a:p>
            <a:pPr lvl="0">
              <a:lnSpc>
                <a:spcPct val="115000"/>
              </a:lnSpc>
              <a:spcAft>
                <a:spcPts val="0"/>
              </a:spcAft>
              <a:buClrTx/>
              <a:defRPr/>
            </a:pPr>
            <a:endParaRPr lang="en-GB" sz="800" spc="-10" dirty="0">
              <a:solidFill>
                <a:srgbClr val="15487B"/>
              </a:solidFill>
              <a:latin typeface="Montserrat Light" pitchFamily="2" charset="77"/>
            </a:endParaRPr>
          </a:p>
          <a:p>
            <a:pPr lvl="0">
              <a:lnSpc>
                <a:spcPct val="115000"/>
              </a:lnSpc>
              <a:spcAft>
                <a:spcPts val="0"/>
              </a:spcAft>
              <a:buClrTx/>
              <a:defRPr/>
            </a:pPr>
            <a:r>
              <a:rPr lang="en-GB" sz="800" b="1" dirty="0">
                <a:solidFill>
                  <a:srgbClr val="15487B"/>
                </a:solidFill>
              </a:rPr>
              <a:t>Responsibilities </a:t>
            </a: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Create tables and map the source tables info target tables , using Microsoft SQL</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Close collaboration with the application architect to realize the best solution in every context</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Respect the quality guidelines, best practices, budget and scope</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Respect and challenge the design and development guidelines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Document the programs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Develop Power BI reports</a:t>
            </a: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R="234315" lvl="0">
              <a:spcAft>
                <a:spcPts val="0"/>
              </a:spcAft>
              <a:buClrTx/>
              <a:defRPr/>
            </a:pPr>
            <a:r>
              <a:rPr lang="nl-NL" sz="800" b="1" dirty="0">
                <a:solidFill>
                  <a:srgbClr val="15487B"/>
                </a:solidFill>
              </a:rPr>
              <a:t>Environment &amp; tools</a:t>
            </a:r>
          </a:p>
          <a:p>
            <a:pPr marL="177800" indent="-177800">
              <a:lnSpc>
                <a:spcPct val="115000"/>
              </a:lnSpc>
              <a:spcAft>
                <a:spcPts val="0"/>
              </a:spcAft>
              <a:buClrTx/>
              <a:buFont typeface="Arial" panose="020B0604020202020204" pitchFamily="34" charset="0"/>
              <a:buChar char="•"/>
              <a:defRPr/>
            </a:pPr>
            <a:r>
              <a:rPr lang="en-GB" sz="800" spc="-10" dirty="0">
                <a:solidFill>
                  <a:srgbClr val="15487B"/>
                </a:solidFill>
                <a:latin typeface="Montserrat Light"/>
              </a:rPr>
              <a:t>SQL Server 2016, Agile, SSRS, SSIS, SSAS, Power BI, DAX, CI/CD, SQL</a:t>
            </a:r>
            <a:endParaRPr lang="en-BE" sz="800" dirty="0"/>
          </a:p>
          <a:p>
            <a:endParaRPr lang="en-BE" dirty="0"/>
          </a:p>
        </p:txBody>
      </p:sp>
      <p:sp>
        <p:nvSpPr>
          <p:cNvPr id="6" name="Text Placeholder 5">
            <a:extLst>
              <a:ext uri="{FF2B5EF4-FFF2-40B4-BE49-F238E27FC236}">
                <a16:creationId xmlns:a16="http://schemas.microsoft.com/office/drawing/2014/main" id="{A1BB23AE-9667-4358-31D0-4ACEF351BEDC}"/>
              </a:ext>
            </a:extLst>
          </p:cNvPr>
          <p:cNvSpPr>
            <a:spLocks noGrp="1"/>
          </p:cNvSpPr>
          <p:nvPr>
            <p:ph type="body" sz="quarter" idx="13"/>
          </p:nvPr>
        </p:nvSpPr>
        <p:spPr/>
        <p:txBody>
          <a:bodyPr/>
          <a:lstStyle/>
          <a:p>
            <a:r>
              <a:rPr lang="nl-BE">
                <a:solidFill>
                  <a:srgbClr val="FFFFFF"/>
                </a:solidFill>
              </a:rPr>
              <a:t>Oumar Coulibaly</a:t>
            </a:r>
            <a:endParaRPr lang="en-B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erson with a beard&#10;&#10;AI-generated content may be incorrect.">
            <a:extLst>
              <a:ext uri="{FF2B5EF4-FFF2-40B4-BE49-F238E27FC236}">
                <a16:creationId xmlns:a16="http://schemas.microsoft.com/office/drawing/2014/main" id="{302DCCFF-C6F9-6694-436D-05CD83FA90CD}"/>
              </a:ext>
            </a:extLst>
          </p:cNvPr>
          <p:cNvPicPr>
            <a:picLocks noGrp="1" noChangeAspect="1"/>
          </p:cNvPicPr>
          <p:nvPr>
            <p:ph type="pic" sz="quarter" idx="14"/>
          </p:nvPr>
        </p:nvPicPr>
        <p:blipFill>
          <a:blip r:embed="rId2">
            <a:extLst>
              <a:ext uri="{BEBA8EAE-BF5A-486C-A8C5-ECC9F3942E4B}">
                <a14:imgProps xmlns:a14="http://schemas.microsoft.com/office/drawing/2010/main">
                  <a14:imgLayer r:embed="rId3">
                    <a14:imgEffect>
                      <a14:saturation sat="0"/>
                    </a14:imgEffect>
                  </a14:imgLayer>
                </a14:imgProps>
              </a:ext>
            </a:extLst>
          </a:blip>
          <a:srcRect t="23029" b="23029"/>
          <a:stretch>
            <a:fillRect/>
          </a:stretch>
        </p:blipFill>
        <p:spPr/>
      </p:pic>
      <p:sp>
        <p:nvSpPr>
          <p:cNvPr id="3" name="Text Placeholder 2">
            <a:extLst>
              <a:ext uri="{FF2B5EF4-FFF2-40B4-BE49-F238E27FC236}">
                <a16:creationId xmlns:a16="http://schemas.microsoft.com/office/drawing/2014/main" id="{EA33103D-658C-603E-5B84-037CCFDC009B}"/>
              </a:ext>
            </a:extLst>
          </p:cNvPr>
          <p:cNvSpPr>
            <a:spLocks noGrp="1"/>
          </p:cNvSpPr>
          <p:nvPr>
            <p:ph type="body" sz="quarter" idx="10"/>
          </p:nvPr>
        </p:nvSpPr>
        <p:spPr/>
        <p:txBody>
          <a:bodyPr vert="horz" lIns="0" tIns="0" rIns="0" bIns="0" numCol="1" spcCol="180000" rtlCol="0" anchor="t">
            <a:noAutofit/>
          </a:bodyPr>
          <a:lstStyle/>
          <a:p>
            <a:pPr lvl="0">
              <a:lnSpc>
                <a:spcPct val="115000"/>
              </a:lnSpc>
              <a:spcAft>
                <a:spcPts val="0"/>
              </a:spcAft>
              <a:buClrTx/>
              <a:defRPr/>
            </a:pPr>
            <a:r>
              <a:rPr lang="nl-NL" sz="1200" b="1" dirty="0">
                <a:solidFill>
                  <a:srgbClr val="15487B"/>
                </a:solidFill>
              </a:rPr>
              <a:t>LACO</a:t>
            </a:r>
            <a:r>
              <a:rPr lang="nl-NL" sz="1200" b="1" dirty="0">
                <a:solidFill>
                  <a:srgbClr val="16BECF"/>
                </a:solidFill>
              </a:rPr>
              <a:t> | AG Insurance</a:t>
            </a:r>
            <a:endParaRPr lang="nl-BE" sz="1200" dirty="0">
              <a:solidFill>
                <a:srgbClr val="15487B"/>
              </a:solidFill>
              <a:latin typeface="Montserrat Light" pitchFamily="2" charset="77"/>
            </a:endParaRPr>
          </a:p>
          <a:p>
            <a:pPr>
              <a:lnSpc>
                <a:spcPct val="115000"/>
              </a:lnSpc>
              <a:spcAft>
                <a:spcPts val="0"/>
              </a:spcAft>
              <a:buClrTx/>
              <a:defRPr/>
            </a:pPr>
            <a:r>
              <a:rPr lang="nl-BE" sz="800" dirty="0">
                <a:solidFill>
                  <a:srgbClr val="15487B"/>
                </a:solidFill>
                <a:latin typeface="Montserrat Light"/>
              </a:rPr>
              <a:t>11/2018 – 07/2021</a:t>
            </a:r>
            <a:r>
              <a:rPr lang="nl-NL" sz="800" dirty="0">
                <a:solidFill>
                  <a:srgbClr val="15487B"/>
                </a:solidFill>
                <a:latin typeface="Montserrat Light"/>
              </a:rPr>
              <a:t> | Data Developer / Analyst</a:t>
            </a:r>
            <a:endParaRPr lang="nl-NL" sz="800" b="1" dirty="0">
              <a:solidFill>
                <a:srgbClr val="16BECF"/>
              </a:solidFill>
              <a:latin typeface="Montserrat Light"/>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t>
            </a:r>
          </a:p>
          <a:p>
            <a:pPr>
              <a:lnSpc>
                <a:spcPct val="115000"/>
              </a:lnSpc>
              <a:spcAft>
                <a:spcPts val="0"/>
              </a:spcAft>
              <a:buClrTx/>
              <a:defRPr/>
            </a:pPr>
            <a:r>
              <a:rPr lang="en-GB" sz="800" spc="-10" dirty="0">
                <a:solidFill>
                  <a:srgbClr val="15487B"/>
                </a:solidFill>
                <a:latin typeface="Montserrat Light"/>
              </a:rPr>
              <a:t>Worked on several Data Integration projects for Risk Division, Security Division, Employee Benefit, Life, Finance, Daily Operational Support.</a:t>
            </a:r>
          </a:p>
          <a:p>
            <a:pPr lvl="0">
              <a:lnSpc>
                <a:spcPct val="115000"/>
              </a:lnSpc>
              <a:spcAft>
                <a:spcPts val="0"/>
              </a:spcAft>
              <a:buClrTx/>
              <a:defRPr/>
            </a:pPr>
            <a:endParaRPr lang="en-GB" sz="800" spc="-10" dirty="0">
              <a:solidFill>
                <a:srgbClr val="15487B"/>
              </a:solidFill>
              <a:latin typeface="Montserrat Light" pitchFamily="2" charset="77"/>
            </a:endParaRPr>
          </a:p>
          <a:p>
            <a:pPr lvl="0">
              <a:lnSpc>
                <a:spcPct val="115000"/>
              </a:lnSpc>
              <a:spcAft>
                <a:spcPts val="0"/>
              </a:spcAft>
              <a:buClrTx/>
              <a:defRPr/>
            </a:pPr>
            <a:r>
              <a:rPr lang="en-GB" sz="800" b="1" dirty="0">
                <a:solidFill>
                  <a:srgbClr val="15487B"/>
                </a:solidFill>
              </a:rPr>
              <a:t>Responsibilities </a:t>
            </a: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dirty="0" err="1">
                <a:solidFill>
                  <a:srgbClr val="15487B"/>
                </a:solidFill>
                <a:latin typeface="Montserrat Light" pitchFamily="2" charset="77"/>
              </a:rPr>
              <a:t>Analyze</a:t>
            </a:r>
            <a:r>
              <a:rPr lang="en-GB" sz="800" spc="-10" dirty="0">
                <a:solidFill>
                  <a:srgbClr val="15487B"/>
                </a:solidFill>
                <a:latin typeface="Montserrat Light" pitchFamily="2" charset="77"/>
              </a:rPr>
              <a:t>, adapt, test and deployment of existing SSIS packages, according to new business requirements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Combine big Excel Files and Big Flat files as input for complex business logics to generate excel reports and flat files, used in the </a:t>
            </a:r>
            <a:r>
              <a:rPr lang="en-GB" sz="800" spc="-10" dirty="0" err="1">
                <a:solidFill>
                  <a:srgbClr val="15487B"/>
                </a:solidFill>
                <a:latin typeface="Montserrat Light" pitchFamily="2" charset="77"/>
              </a:rPr>
              <a:t>Targetik</a:t>
            </a:r>
            <a:r>
              <a:rPr lang="en-GB" sz="800" spc="-10" dirty="0">
                <a:solidFill>
                  <a:srgbClr val="15487B"/>
                </a:solidFill>
                <a:latin typeface="Montserrat Light" pitchFamily="2" charset="77"/>
              </a:rPr>
              <a:t> application.</a:t>
            </a:r>
          </a:p>
          <a:p>
            <a:pPr marL="177800" marR="234315" lvl="0" indent="-177800">
              <a:spcAft>
                <a:spcPts val="0"/>
              </a:spcAft>
              <a:buClrTx/>
              <a:buFont typeface="Arial" panose="020B0604020202020204" pitchFamily="34" charset="0"/>
              <a:buChar char="•"/>
              <a:defRPr/>
            </a:pPr>
            <a:r>
              <a:rPr lang="en-GB" sz="800" spc="-10" dirty="0" err="1">
                <a:solidFill>
                  <a:srgbClr val="15487B"/>
                </a:solidFill>
                <a:latin typeface="Montserrat Light" pitchFamily="2" charset="77"/>
              </a:rPr>
              <a:t>Analyze</a:t>
            </a:r>
            <a:r>
              <a:rPr lang="en-GB" sz="800" spc="-10" dirty="0">
                <a:solidFill>
                  <a:srgbClr val="15487B"/>
                </a:solidFill>
                <a:latin typeface="Montserrat Light" pitchFamily="2" charset="77"/>
              </a:rPr>
              <a:t> the data from the security Database (loaded from security check points)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Develop SSIS packages and create CSV reports about employees’ accesses (where, when, how, duration,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Develop SSIS packages that load data into the security Database, updating the accesses (allowµ/remove access)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Read data from the CRM application (Microsoft Dynamics) and load into the staging and target tables using Delta checks: add new fields, new tables, adapt data types, load, test, deploy</a:t>
            </a:r>
          </a:p>
          <a:p>
            <a:pPr marL="177800" marR="234315" indent="-177800">
              <a:spcAft>
                <a:spcPts val="0"/>
              </a:spcAft>
              <a:buClrTx/>
              <a:buFont typeface="Arial" panose="020B0604020202020204" pitchFamily="34" charset="0"/>
              <a:buChar char="•"/>
              <a:defRPr/>
            </a:pPr>
            <a:r>
              <a:rPr lang="en-GB" sz="800" spc="-10" dirty="0">
                <a:solidFill>
                  <a:srgbClr val="15487B"/>
                </a:solidFill>
                <a:latin typeface="Montserrat Light"/>
              </a:rPr>
              <a:t>Create Power BI reports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Develop an SSIS package, generating an excel, for the follow-up of the customers’ digital signatures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Daily operational support, follow-up, </a:t>
            </a:r>
            <a:r>
              <a:rPr lang="en-GB" sz="800" spc="-10" dirty="0" err="1">
                <a:solidFill>
                  <a:srgbClr val="15487B"/>
                </a:solidFill>
                <a:latin typeface="Montserrat Light" pitchFamily="2" charset="77"/>
              </a:rPr>
              <a:t>analyze</a:t>
            </a:r>
            <a:r>
              <a:rPr lang="en-GB" sz="800" spc="-10" dirty="0">
                <a:solidFill>
                  <a:srgbClr val="15487B"/>
                </a:solidFill>
                <a:latin typeface="Montserrat Light" pitchFamily="2" charset="77"/>
              </a:rPr>
              <a:t> and solve issues (query errors, connection issues, wrong data type, data quality issues, missing data, …)</a:t>
            </a: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R="234315" lvl="0">
              <a:spcAft>
                <a:spcPts val="0"/>
              </a:spcAft>
              <a:buClrTx/>
              <a:defRPr/>
            </a:pPr>
            <a:r>
              <a:rPr lang="nl-NL" sz="800" b="1" dirty="0">
                <a:solidFill>
                  <a:srgbClr val="15487B"/>
                </a:solidFill>
              </a:rPr>
              <a:t>Environment &amp; tools</a:t>
            </a:r>
          </a:p>
          <a:p>
            <a:pPr marL="177800" indent="-177800">
              <a:lnSpc>
                <a:spcPct val="115000"/>
              </a:lnSpc>
              <a:spcAft>
                <a:spcPts val="0"/>
              </a:spcAft>
              <a:buClrTx/>
              <a:buFont typeface="Arial" panose="020B0604020202020204" pitchFamily="34" charset="0"/>
              <a:buChar char="•"/>
              <a:defRPr/>
            </a:pPr>
            <a:r>
              <a:rPr lang="en-GB" sz="800" spc="-10" dirty="0">
                <a:solidFill>
                  <a:srgbClr val="15487B"/>
                </a:solidFill>
                <a:latin typeface="Montserrat Light"/>
              </a:rPr>
              <a:t>SSIS, SSRS, SSAS, Tabular Editor, Power BI, Excel, </a:t>
            </a:r>
            <a:r>
              <a:rPr lang="en-GB" sz="800" spc="-10" dirty="0" err="1">
                <a:solidFill>
                  <a:srgbClr val="15487B"/>
                </a:solidFill>
                <a:latin typeface="Montserrat Light"/>
              </a:rPr>
              <a:t>Zappysis</a:t>
            </a:r>
            <a:r>
              <a:rPr lang="en-GB" sz="800" spc="-10" dirty="0">
                <a:solidFill>
                  <a:srgbClr val="15487B"/>
                </a:solidFill>
                <a:latin typeface="Montserrat Light"/>
              </a:rPr>
              <a:t>, </a:t>
            </a:r>
            <a:r>
              <a:rPr lang="en-GB" sz="800" spc="-10" dirty="0" err="1">
                <a:solidFill>
                  <a:srgbClr val="15487B"/>
                </a:solidFill>
                <a:latin typeface="Montserrat Light"/>
              </a:rPr>
              <a:t>Winris</a:t>
            </a:r>
            <a:r>
              <a:rPr lang="en-GB" sz="800" spc="-10" dirty="0">
                <a:solidFill>
                  <a:srgbClr val="15487B"/>
                </a:solidFill>
                <a:latin typeface="Montserrat Light"/>
              </a:rPr>
              <a:t>, EU2K-List, Heat, DAX, Microsoft Dynamics, </a:t>
            </a:r>
            <a:r>
              <a:rPr lang="en-GB" sz="800" spc="-10" dirty="0" err="1">
                <a:solidFill>
                  <a:srgbClr val="15487B"/>
                </a:solidFill>
                <a:latin typeface="Montserrat Light"/>
              </a:rPr>
              <a:t>Targetik</a:t>
            </a:r>
            <a:r>
              <a:rPr lang="en-GB" sz="800" spc="-10" dirty="0">
                <a:solidFill>
                  <a:srgbClr val="15487B"/>
                </a:solidFill>
                <a:latin typeface="Montserrat Light"/>
              </a:rPr>
              <a:t>, Requirement Analysis, SQL</a:t>
            </a:r>
          </a:p>
          <a:p>
            <a:endParaRPr lang="en-BE" dirty="0"/>
          </a:p>
        </p:txBody>
      </p:sp>
      <p:sp>
        <p:nvSpPr>
          <p:cNvPr id="4" name="Text Placeholder 3">
            <a:extLst>
              <a:ext uri="{FF2B5EF4-FFF2-40B4-BE49-F238E27FC236}">
                <a16:creationId xmlns:a16="http://schemas.microsoft.com/office/drawing/2014/main" id="{55848938-0D28-A64D-0AE2-70DFD9880CD6}"/>
              </a:ext>
            </a:extLst>
          </p:cNvPr>
          <p:cNvSpPr>
            <a:spLocks noGrp="1"/>
          </p:cNvSpPr>
          <p:nvPr>
            <p:ph type="body" sz="quarter" idx="12"/>
          </p:nvPr>
        </p:nvSpPr>
        <p:spPr/>
        <p:txBody>
          <a:bodyPr vert="horz" lIns="0" tIns="0" rIns="0" bIns="0" numCol="1" spcCol="180000" rtlCol="0" anchor="t">
            <a:noAutofit/>
          </a:bodyPr>
          <a:lstStyle/>
          <a:p>
            <a:pPr lvl="0">
              <a:lnSpc>
                <a:spcPct val="115000"/>
              </a:lnSpc>
              <a:spcAft>
                <a:spcPts val="0"/>
              </a:spcAft>
              <a:buClrTx/>
              <a:defRPr/>
            </a:pPr>
            <a:r>
              <a:rPr lang="nl-NL" sz="1200" b="1" dirty="0">
                <a:solidFill>
                  <a:srgbClr val="15487B"/>
                </a:solidFill>
              </a:rPr>
              <a:t>LACO</a:t>
            </a:r>
            <a:r>
              <a:rPr lang="nl-NL" sz="1200" b="1" dirty="0">
                <a:solidFill>
                  <a:srgbClr val="16BECF"/>
                </a:solidFill>
              </a:rPr>
              <a:t> | Isabel</a:t>
            </a:r>
            <a:endParaRPr lang="nl-BE" sz="800" dirty="0">
              <a:solidFill>
                <a:srgbClr val="15487B"/>
              </a:solidFill>
              <a:latin typeface="Montserrat Light" pitchFamily="2" charset="77"/>
            </a:endParaRPr>
          </a:p>
          <a:p>
            <a:pPr>
              <a:lnSpc>
                <a:spcPct val="115000"/>
              </a:lnSpc>
              <a:spcAft>
                <a:spcPts val="0"/>
              </a:spcAft>
              <a:buClrTx/>
              <a:defRPr/>
            </a:pPr>
            <a:r>
              <a:rPr lang="nl-BE" sz="800" dirty="0">
                <a:solidFill>
                  <a:srgbClr val="15487B"/>
                </a:solidFill>
                <a:latin typeface="Montserrat Light"/>
              </a:rPr>
              <a:t>02/2018 – 10/2018</a:t>
            </a:r>
            <a:r>
              <a:rPr lang="nl-NL" sz="800" dirty="0">
                <a:solidFill>
                  <a:srgbClr val="15487B"/>
                </a:solidFill>
                <a:latin typeface="Montserrat Light"/>
              </a:rPr>
              <a:t> | Data Analyst</a:t>
            </a:r>
            <a:endParaRPr lang="nl-NL" sz="1200" b="1" dirty="0">
              <a:solidFill>
                <a:srgbClr val="16BECF"/>
              </a:solidFill>
              <a:latin typeface="Montserrat Light"/>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dirty="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dirty="0">
                <a:solidFill>
                  <a:srgbClr val="15487B"/>
                </a:solidFill>
              </a:rPr>
              <a:t>Project </a:t>
            </a:r>
          </a:p>
          <a:p>
            <a:pPr lvl="0">
              <a:lnSpc>
                <a:spcPct val="115000"/>
              </a:lnSpc>
              <a:spcAft>
                <a:spcPts val="0"/>
              </a:spcAft>
              <a:buClrTx/>
              <a:defRPr/>
            </a:pPr>
            <a:r>
              <a:rPr lang="en-GB" sz="800" spc="-10" dirty="0">
                <a:solidFill>
                  <a:srgbClr val="15487B"/>
                </a:solidFill>
                <a:latin typeface="Montserrat Light" pitchFamily="2" charset="77"/>
              </a:rPr>
              <a:t>The function of the BI Data Engineer is to develop new and enhance/maintain existing data flows from </a:t>
            </a:r>
          </a:p>
          <a:p>
            <a:pPr lvl="0">
              <a:lnSpc>
                <a:spcPct val="115000"/>
              </a:lnSpc>
              <a:spcAft>
                <a:spcPts val="0"/>
              </a:spcAft>
              <a:buClrTx/>
              <a:defRPr/>
            </a:pPr>
            <a:r>
              <a:rPr lang="en-GB" sz="800" spc="-10" dirty="0">
                <a:solidFill>
                  <a:srgbClr val="15487B"/>
                </a:solidFill>
                <a:latin typeface="Montserrat Light" pitchFamily="2" charset="77"/>
              </a:rPr>
              <a:t>source to enterprise DWH towards specific data marts and reports.</a:t>
            </a:r>
          </a:p>
          <a:p>
            <a:pPr marR="234315" lvl="0">
              <a:spcAft>
                <a:spcPts val="0"/>
              </a:spcAft>
              <a:buClrTx/>
              <a:defRPr/>
            </a:pPr>
            <a:endParaRPr lang="en-GB" sz="800" spc="-10" dirty="0">
              <a:solidFill>
                <a:srgbClr val="15487B"/>
              </a:solidFill>
              <a:latin typeface="Montserrat Light" pitchFamily="2" charset="77"/>
            </a:endParaRPr>
          </a:p>
          <a:p>
            <a:pPr marR="234315" lvl="0">
              <a:spcAft>
                <a:spcPts val="0"/>
              </a:spcAft>
              <a:buClrTx/>
              <a:defRPr/>
            </a:pPr>
            <a:endParaRPr lang="en-GB" sz="800" spc="-10" dirty="0">
              <a:solidFill>
                <a:srgbClr val="15487B"/>
              </a:solidFill>
              <a:latin typeface="Montserrat Light" pitchFamily="2" charset="77"/>
            </a:endParaRPr>
          </a:p>
          <a:p>
            <a:pPr marR="234315" lvl="0">
              <a:spcAft>
                <a:spcPts val="0"/>
              </a:spcAft>
              <a:buClrTx/>
              <a:defRPr/>
            </a:pPr>
            <a:r>
              <a:rPr lang="en-GB" sz="800" b="1" dirty="0">
                <a:solidFill>
                  <a:srgbClr val="15487B"/>
                </a:solidFill>
              </a:rPr>
              <a:t>Responsibilities </a:t>
            </a:r>
            <a:endParaRPr lang="en-GB" sz="800" spc="-10" dirty="0">
              <a:solidFill>
                <a:srgbClr val="15487B"/>
              </a:solidFill>
              <a:latin typeface="Montserrat Light" pitchFamily="2" charset="77"/>
            </a:endParaRPr>
          </a:p>
          <a:p>
            <a:pPr marR="234315">
              <a:spcAft>
                <a:spcPts val="0"/>
              </a:spcAft>
              <a:buClrTx/>
              <a:defRPr/>
            </a:pPr>
            <a:r>
              <a:rPr lang="en-GB" sz="800" spc="-10" dirty="0">
                <a:solidFill>
                  <a:srgbClr val="15487B"/>
                </a:solidFill>
                <a:latin typeface="Montserrat Light"/>
              </a:rPr>
              <a:t>Back-end</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Support the BI team with solving their customers' daily business issues</a:t>
            </a:r>
            <a:endParaRPr lang="en-GB" dirty="0"/>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Ensure the continuity and the stability of the Service</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Enhance / maintain the different BI-layers (Staging, History, Datawarehouse)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Daily load check and solving eventually load failed (Ex: conversion problems, missing objects, network problem...)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Using BIML to create multiples tables from the application source and propagate them on the different layers (automatization table creation)</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a:rPr>
              <a:t>Packages and cubes creation considering the existing method </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Deployment of newly created of adapted solutions according the procedure</a:t>
            </a:r>
          </a:p>
          <a:p>
            <a:pPr marR="234315" lvl="0">
              <a:spcAft>
                <a:spcPts val="0"/>
              </a:spcAft>
              <a:buClrTx/>
              <a:defRPr/>
            </a:pPr>
            <a:r>
              <a:rPr lang="en-GB" sz="800" spc="-10" dirty="0">
                <a:solidFill>
                  <a:srgbClr val="15487B"/>
                </a:solidFill>
                <a:latin typeface="Montserrat Light" pitchFamily="2" charset="77"/>
              </a:rPr>
              <a:t>Front-end</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SSRS report creation based on DWH tables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Impact analyses to check the dependencies (in the complete Bi-Solution) of a given database object before a project starts</a:t>
            </a:r>
          </a:p>
          <a:p>
            <a:pPr marL="177800" marR="234315" lvl="0" indent="-177800">
              <a:spcAft>
                <a:spcPts val="0"/>
              </a:spcAft>
              <a:buClrTx/>
              <a:buFont typeface="Arial" panose="020B0604020202020204" pitchFamily="34" charset="0"/>
              <a:buChar char="•"/>
              <a:defRPr/>
            </a:pPr>
            <a:r>
              <a:rPr lang="en-GB" sz="800" spc="-10" dirty="0">
                <a:solidFill>
                  <a:srgbClr val="15487B"/>
                </a:solidFill>
                <a:latin typeface="Montserrat Light" pitchFamily="2" charset="77"/>
              </a:rPr>
              <a:t>Documentations about all changes or newly added solutions</a:t>
            </a: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endParaRPr lang="en-GB" sz="800" spc="-10" dirty="0">
              <a:solidFill>
                <a:srgbClr val="15487B"/>
              </a:solidFill>
              <a:latin typeface="Montserrat Light" pitchFamily="2" charset="77"/>
            </a:endParaRPr>
          </a:p>
          <a:p>
            <a:pPr marR="234315" lvl="0">
              <a:spcAft>
                <a:spcPts val="0"/>
              </a:spcAft>
              <a:buClrTx/>
              <a:defRPr/>
            </a:pPr>
            <a:r>
              <a:rPr lang="nl-NL" sz="800" b="1" dirty="0">
                <a:solidFill>
                  <a:srgbClr val="15487B"/>
                </a:solidFill>
              </a:rPr>
              <a:t>Environment &amp; tools</a:t>
            </a:r>
          </a:p>
          <a:p>
            <a:pPr marL="177800" indent="-177800">
              <a:lnSpc>
                <a:spcPct val="115000"/>
              </a:lnSpc>
              <a:spcAft>
                <a:spcPts val="0"/>
              </a:spcAft>
              <a:buClrTx/>
              <a:buFont typeface="Arial" panose="020B0604020202020204" pitchFamily="34" charset="0"/>
              <a:buChar char="•"/>
              <a:defRPr/>
            </a:pPr>
            <a:r>
              <a:rPr lang="en-GB" sz="800" spc="-10" dirty="0">
                <a:solidFill>
                  <a:srgbClr val="15487B"/>
                </a:solidFill>
                <a:latin typeface="Montserrat Light"/>
              </a:rPr>
              <a:t>SQL Server 2016, Visual Studio 2014, SSIS, SSRS, SSAS, MDS, TFS SharePoint, Splunk, ServiceNow, Navision (Finance), CRM, Confluence, </a:t>
            </a:r>
            <a:r>
              <a:rPr lang="en-GB" sz="800" spc="-10" dirty="0" err="1">
                <a:solidFill>
                  <a:srgbClr val="15487B"/>
                </a:solidFill>
                <a:latin typeface="Montserrat Light"/>
              </a:rPr>
              <a:t>eBanking</a:t>
            </a:r>
            <a:r>
              <a:rPr lang="en-GB" sz="800" spc="-10" dirty="0">
                <a:solidFill>
                  <a:srgbClr val="15487B"/>
                </a:solidFill>
                <a:latin typeface="Montserrat Light"/>
              </a:rPr>
              <a:t> (online transitions), </a:t>
            </a:r>
            <a:r>
              <a:rPr lang="en-GB" sz="800" spc="-10" dirty="0" err="1">
                <a:solidFill>
                  <a:srgbClr val="15487B"/>
                </a:solidFill>
                <a:latin typeface="Montserrat Light"/>
              </a:rPr>
              <a:t>eAdmin</a:t>
            </a:r>
            <a:r>
              <a:rPr lang="en-GB" sz="800" spc="-10" dirty="0">
                <a:solidFill>
                  <a:srgbClr val="15487B"/>
                </a:solidFill>
                <a:latin typeface="Montserrat Light"/>
              </a:rPr>
              <a:t> (Security), SQL</a:t>
            </a:r>
          </a:p>
          <a:p>
            <a:endParaRPr lang="en-BE" dirty="0"/>
          </a:p>
        </p:txBody>
      </p:sp>
      <p:sp>
        <p:nvSpPr>
          <p:cNvPr id="6" name="Text Placeholder 5">
            <a:extLst>
              <a:ext uri="{FF2B5EF4-FFF2-40B4-BE49-F238E27FC236}">
                <a16:creationId xmlns:a16="http://schemas.microsoft.com/office/drawing/2014/main" id="{A1BB23AE-9667-4358-31D0-4ACEF351BEDC}"/>
              </a:ext>
            </a:extLst>
          </p:cNvPr>
          <p:cNvSpPr>
            <a:spLocks noGrp="1"/>
          </p:cNvSpPr>
          <p:nvPr>
            <p:ph type="body" sz="quarter" idx="13"/>
          </p:nvPr>
        </p:nvSpPr>
        <p:spPr/>
        <p:txBody>
          <a:bodyPr/>
          <a:lstStyle/>
          <a:p>
            <a:r>
              <a:rPr lang="nl-BE">
                <a:solidFill>
                  <a:srgbClr val="FFFFFF"/>
                </a:solidFill>
              </a:rPr>
              <a:t>Oumar Coulibaly</a:t>
            </a:r>
            <a:endParaRPr lang="en-B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erson with a beard&#10;&#10;AI-generated content may be incorrect.">
            <a:extLst>
              <a:ext uri="{FF2B5EF4-FFF2-40B4-BE49-F238E27FC236}">
                <a16:creationId xmlns:a16="http://schemas.microsoft.com/office/drawing/2014/main" id="{30A7558C-3F0A-5AB8-8461-0C8A0C6AB6EA}"/>
              </a:ext>
            </a:extLst>
          </p:cNvPr>
          <p:cNvPicPr>
            <a:picLocks noGrp="1" noChangeAspect="1"/>
          </p:cNvPicPr>
          <p:nvPr>
            <p:ph type="pic" sz="quarter" idx="14"/>
          </p:nvPr>
        </p:nvPicPr>
        <p:blipFill>
          <a:blip r:embed="rId2">
            <a:extLst>
              <a:ext uri="{BEBA8EAE-BF5A-486C-A8C5-ECC9F3942E4B}">
                <a14:imgProps xmlns:a14="http://schemas.microsoft.com/office/drawing/2010/main">
                  <a14:imgLayer r:embed="rId3">
                    <a14:imgEffect>
                      <a14:saturation sat="0"/>
                    </a14:imgEffect>
                  </a14:imgLayer>
                </a14:imgProps>
              </a:ext>
            </a:extLst>
          </a:blip>
          <a:srcRect t="23029" b="23029"/>
          <a:stretch>
            <a:fillRect/>
          </a:stretch>
        </p:blipFill>
        <p:spPr/>
      </p:pic>
      <p:sp>
        <p:nvSpPr>
          <p:cNvPr id="3" name="Text Placeholder 2">
            <a:extLst>
              <a:ext uri="{FF2B5EF4-FFF2-40B4-BE49-F238E27FC236}">
                <a16:creationId xmlns:a16="http://schemas.microsoft.com/office/drawing/2014/main" id="{EA33103D-658C-603E-5B84-037CCFDC009B}"/>
              </a:ext>
            </a:extLst>
          </p:cNvPr>
          <p:cNvSpPr>
            <a:spLocks noGrp="1"/>
          </p:cNvSpPr>
          <p:nvPr>
            <p:ph type="body" sz="quarter" idx="10"/>
          </p:nvPr>
        </p:nvSpPr>
        <p:spPr/>
        <p:txBody>
          <a:bodyPr vert="horz" lIns="0" tIns="0" rIns="0" bIns="0" numCol="1" spcCol="180000" rtlCol="0" anchor="t">
            <a:noAutofit/>
          </a:bodyPr>
          <a:lstStyle/>
          <a:p>
            <a:pPr lvl="0">
              <a:lnSpc>
                <a:spcPct val="115000"/>
              </a:lnSpc>
              <a:spcAft>
                <a:spcPts val="0"/>
              </a:spcAft>
              <a:buClrTx/>
              <a:defRPr/>
            </a:pPr>
            <a:r>
              <a:rPr lang="nl-NL" sz="1200" b="1">
                <a:solidFill>
                  <a:srgbClr val="15487B"/>
                </a:solidFill>
              </a:rPr>
              <a:t>LACO</a:t>
            </a:r>
            <a:r>
              <a:rPr lang="nl-NL" sz="1200" b="1">
                <a:solidFill>
                  <a:srgbClr val="16BECF"/>
                </a:solidFill>
              </a:rPr>
              <a:t> | Eneco</a:t>
            </a:r>
            <a:endParaRPr lang="nl-BE" sz="1200">
              <a:solidFill>
                <a:srgbClr val="15487B"/>
              </a:solidFill>
              <a:latin typeface="Montserrat Light" pitchFamily="2" charset="77"/>
            </a:endParaRPr>
          </a:p>
          <a:p>
            <a:pPr>
              <a:lnSpc>
                <a:spcPct val="115000"/>
              </a:lnSpc>
              <a:spcAft>
                <a:spcPts val="0"/>
              </a:spcAft>
              <a:buClrTx/>
              <a:defRPr/>
            </a:pPr>
            <a:r>
              <a:rPr lang="nl-BE" sz="800">
                <a:solidFill>
                  <a:srgbClr val="15487B"/>
                </a:solidFill>
                <a:latin typeface="Montserrat Light"/>
              </a:rPr>
              <a:t>08/2017 – 01/2018</a:t>
            </a:r>
            <a:r>
              <a:rPr lang="nl-NL" sz="800">
                <a:solidFill>
                  <a:srgbClr val="15487B"/>
                </a:solidFill>
                <a:latin typeface="Montserrat Light"/>
              </a:rPr>
              <a:t> | MS Business Intelligence Consultant</a:t>
            </a:r>
            <a:endParaRPr lang="nl-NL" sz="800" b="1">
              <a:solidFill>
                <a:srgbClr val="16BECF"/>
              </a:solidFill>
              <a:latin typeface="Montserrat Light"/>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a:solidFill>
                  <a:srgbClr val="15487B"/>
                </a:solidFill>
                <a:latin typeface="Montserrat"/>
              </a:rPr>
              <a:t>Project </a:t>
            </a:r>
          </a:p>
          <a:p>
            <a:pPr lvl="0">
              <a:lnSpc>
                <a:spcPct val="115000"/>
              </a:lnSpc>
              <a:spcAft>
                <a:spcPts val="0"/>
              </a:spcAft>
              <a:buClrTx/>
              <a:defRPr/>
            </a:pPr>
            <a:r>
              <a:rPr lang="en-GB" sz="800" spc="-10">
                <a:solidFill>
                  <a:srgbClr val="15487B"/>
                </a:solidFill>
                <a:latin typeface="Montserrat Light" pitchFamily="2" charset="77"/>
              </a:rPr>
              <a:t>Supporting Eneco BI team with solving their customers' daily business problems. </a:t>
            </a:r>
          </a:p>
          <a:p>
            <a:pPr marR="234315" lvl="0">
              <a:spcAft>
                <a:spcPts val="0"/>
              </a:spcAft>
              <a:buClrTx/>
              <a:defRPr/>
            </a:pPr>
            <a:r>
              <a:rPr lang="en-GB" sz="800" spc="-10">
                <a:solidFill>
                  <a:srgbClr val="15487B"/>
                </a:solidFill>
                <a:latin typeface="Montserrat Light" pitchFamily="2" charset="77"/>
              </a:rPr>
              <a:t>Ensure the continuity and the stability of the service.</a:t>
            </a:r>
          </a:p>
          <a:p>
            <a:pPr marR="234315">
              <a:spcAft>
                <a:spcPts val="0"/>
              </a:spcAft>
              <a:buClrTx/>
              <a:defRPr/>
            </a:pPr>
            <a:endParaRPr lang="en-GB" sz="800" spc="-10">
              <a:solidFill>
                <a:srgbClr val="15487B"/>
              </a:solidFill>
              <a:latin typeface="Montserrat Light"/>
            </a:endParaRPr>
          </a:p>
          <a:p>
            <a:pPr marR="234315">
              <a:spcAft>
                <a:spcPts val="0"/>
              </a:spcAft>
              <a:defRPr/>
            </a:pPr>
            <a:r>
              <a:rPr lang="en-GB" sz="800" b="1" spc="-10">
                <a:solidFill>
                  <a:srgbClr val="15487B"/>
                </a:solidFill>
                <a:latin typeface="Montserrat"/>
              </a:rPr>
              <a:t>Responsibilities</a:t>
            </a:r>
            <a:endParaRPr lang="en-GB"/>
          </a:p>
          <a:p>
            <a:pPr marL="177800" marR="234315" lvl="0" indent="-177800">
              <a:spcAft>
                <a:spcPts val="0"/>
              </a:spcAft>
              <a:buClrTx/>
              <a:buFont typeface="Arial" panose="020B0604020202020204" pitchFamily="34" charset="0"/>
              <a:buChar char="•"/>
              <a:defRPr/>
            </a:pPr>
            <a:r>
              <a:rPr lang="en-GB" sz="800" spc="-10">
                <a:solidFill>
                  <a:srgbClr val="15487B"/>
                </a:solidFill>
                <a:latin typeface="Montserrat Light" pitchFamily="2" charset="77"/>
              </a:rPr>
              <a:t>Write SQL queries to support business needs</a:t>
            </a:r>
          </a:p>
          <a:p>
            <a:pPr marL="177800" marR="234315" lvl="0" indent="-177800">
              <a:spcAft>
                <a:spcPts val="0"/>
              </a:spcAft>
              <a:buClrTx/>
              <a:buFont typeface="Arial" panose="020B0604020202020204" pitchFamily="34" charset="0"/>
              <a:buChar char="•"/>
              <a:defRPr/>
            </a:pPr>
            <a:r>
              <a:rPr lang="en-GB" sz="800" spc="-10">
                <a:solidFill>
                  <a:srgbClr val="15487B"/>
                </a:solidFill>
                <a:latin typeface="Montserrat Light" pitchFamily="2" charset="77"/>
              </a:rPr>
              <a:t>Develop, adjust and test SSRS-Rapports</a:t>
            </a:r>
          </a:p>
          <a:p>
            <a:pPr marL="177800" marR="234315" lvl="0" indent="-177800">
              <a:spcAft>
                <a:spcPts val="0"/>
              </a:spcAft>
              <a:buClrTx/>
              <a:buFont typeface="Arial" panose="020B0604020202020204" pitchFamily="34" charset="0"/>
              <a:buChar char="•"/>
              <a:defRPr/>
            </a:pPr>
            <a:r>
              <a:rPr lang="en-GB" sz="800" spc="-10">
                <a:solidFill>
                  <a:srgbClr val="15487B"/>
                </a:solidFill>
                <a:latin typeface="Montserrat Light" pitchFamily="2" charset="77"/>
              </a:rPr>
              <a:t>Test and adjust SSIS-Packages</a:t>
            </a:r>
          </a:p>
          <a:p>
            <a:pPr marL="177800" marR="234315" lvl="0" indent="-177800">
              <a:spcAft>
                <a:spcPts val="0"/>
              </a:spcAft>
              <a:buClrTx/>
              <a:buFont typeface="Arial" panose="020B0604020202020204" pitchFamily="34" charset="0"/>
              <a:buChar char="•"/>
              <a:defRPr/>
            </a:pPr>
            <a:endParaRPr lang="en-GB" sz="800" spc="-10">
              <a:solidFill>
                <a:srgbClr val="15487B"/>
              </a:solidFill>
              <a:latin typeface="Montserrat Light" pitchFamily="2" charset="77"/>
            </a:endParaRPr>
          </a:p>
          <a:p>
            <a:pPr marR="234315" lvl="0">
              <a:spcAft>
                <a:spcPts val="0"/>
              </a:spcAft>
              <a:buClrTx/>
              <a:defRPr/>
            </a:pPr>
            <a:r>
              <a:rPr lang="nl-NL" sz="800" b="1">
                <a:solidFill>
                  <a:srgbClr val="15487B"/>
                </a:solidFill>
              </a:rPr>
              <a:t>Environment &amp; tools</a:t>
            </a:r>
          </a:p>
          <a:p>
            <a:pPr marL="177800" lvl="0" indent="-177800">
              <a:lnSpc>
                <a:spcPct val="115000"/>
              </a:lnSpc>
              <a:spcAft>
                <a:spcPts val="0"/>
              </a:spcAft>
              <a:buClrTx/>
              <a:buFont typeface="Arial" panose="020B0604020202020204" pitchFamily="34" charset="0"/>
              <a:buChar char="•"/>
              <a:defRPr/>
            </a:pPr>
            <a:r>
              <a:rPr lang="en-GB" sz="800" spc="-10">
                <a:solidFill>
                  <a:srgbClr val="15487B"/>
                </a:solidFill>
                <a:latin typeface="Montserrat Light"/>
              </a:rPr>
              <a:t> SQL Server 2012/2013, Visual Studio 2010/2015, SSIS, SSRS, SQL</a:t>
            </a:r>
          </a:p>
          <a:p>
            <a:pPr lvl="0">
              <a:lnSpc>
                <a:spcPct val="115000"/>
              </a:lnSpc>
              <a:spcAft>
                <a:spcPts val="0"/>
              </a:spcAft>
              <a:buClrTx/>
              <a:defRPr/>
            </a:pPr>
            <a:endParaRPr lang="en-BE" sz="800"/>
          </a:p>
          <a:p>
            <a:pPr lvl="0">
              <a:lnSpc>
                <a:spcPct val="115000"/>
              </a:lnSpc>
              <a:spcAft>
                <a:spcPts val="0"/>
              </a:spcAft>
              <a:buClrTx/>
              <a:defRPr/>
            </a:pPr>
            <a:r>
              <a:rPr lang="nl-NL" sz="1200" b="1">
                <a:solidFill>
                  <a:srgbClr val="15487B"/>
                </a:solidFill>
              </a:rPr>
              <a:t>Avenade</a:t>
            </a:r>
            <a:endParaRPr lang="nl-BE" sz="1200">
              <a:solidFill>
                <a:srgbClr val="15487B"/>
              </a:solidFill>
              <a:latin typeface="Montserrat Light" pitchFamily="2" charset="77"/>
            </a:endParaRPr>
          </a:p>
          <a:p>
            <a:pPr lvl="0">
              <a:lnSpc>
                <a:spcPct val="115000"/>
              </a:lnSpc>
              <a:spcAft>
                <a:spcPts val="0"/>
              </a:spcAft>
              <a:buClrTx/>
              <a:defRPr/>
            </a:pPr>
            <a:r>
              <a:rPr lang="nl-BE" sz="800">
                <a:solidFill>
                  <a:srgbClr val="15487B"/>
                </a:solidFill>
                <a:latin typeface="Montserrat Light" pitchFamily="2" charset="77"/>
              </a:rPr>
              <a:t>07/2017 – 07/2017</a:t>
            </a:r>
            <a:r>
              <a:rPr lang="nl-NL" sz="800">
                <a:solidFill>
                  <a:srgbClr val="15487B"/>
                </a:solidFill>
                <a:latin typeface="Montserrat Light" pitchFamily="2" charset="77"/>
              </a:rPr>
              <a:t> | Trainee Microsoft BI Consultant</a:t>
            </a:r>
            <a:endParaRPr lang="nl-NL" sz="800" b="1">
              <a:solidFill>
                <a:srgbClr val="16BECF"/>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a:solidFill>
                  <a:srgbClr val="15487B"/>
                </a:solidFill>
              </a:rPr>
              <a:t>Project &amp; responsibilities</a:t>
            </a:r>
            <a:endParaRPr lang="en-GB" sz="800" spc="-1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a:solidFill>
                  <a:srgbClr val="15487B"/>
                </a:solidFill>
                <a:latin typeface="Montserrat Light" pitchFamily="2" charset="77"/>
              </a:rPr>
              <a:t>Training and Certificates</a:t>
            </a:r>
          </a:p>
          <a:p>
            <a:pPr marR="234315" lvl="0">
              <a:spcAft>
                <a:spcPts val="0"/>
              </a:spcAft>
              <a:buClrTx/>
              <a:defRPr/>
            </a:pPr>
            <a:endParaRPr lang="en-GB" spc="-10">
              <a:solidFill>
                <a:srgbClr val="15487B"/>
              </a:solidFill>
              <a:latin typeface="Montserrat Light" pitchFamily="2" charset="77"/>
            </a:endParaRPr>
          </a:p>
          <a:p>
            <a:pPr marR="234315" lvl="0">
              <a:spcAft>
                <a:spcPts val="0"/>
              </a:spcAft>
              <a:buClrTx/>
              <a:defRPr/>
            </a:pPr>
            <a:r>
              <a:rPr lang="nl-NL" sz="800" b="1">
                <a:solidFill>
                  <a:srgbClr val="15487B"/>
                </a:solidFill>
              </a:rPr>
              <a:t>Environment &amp; tools</a:t>
            </a:r>
          </a:p>
          <a:p>
            <a:pPr marL="177800" lvl="0" indent="-177800">
              <a:lnSpc>
                <a:spcPct val="115000"/>
              </a:lnSpc>
              <a:spcAft>
                <a:spcPts val="0"/>
              </a:spcAft>
              <a:buClrTx/>
              <a:buFont typeface="Arial" panose="020B0604020202020204" pitchFamily="34" charset="0"/>
              <a:buChar char="•"/>
              <a:defRPr/>
            </a:pPr>
            <a:r>
              <a:rPr lang="en-GB" sz="800" spc="-10">
                <a:solidFill>
                  <a:srgbClr val="15487B"/>
                </a:solidFill>
                <a:latin typeface="Montserrat Light"/>
              </a:rPr>
              <a:t>SSIS, SSAS, SSRS</a:t>
            </a:r>
            <a:endParaRPr lang="en-GB" sz="800">
              <a:latin typeface="Montserrat Light"/>
            </a:endParaRPr>
          </a:p>
          <a:p>
            <a:pPr lvl="0">
              <a:lnSpc>
                <a:spcPct val="115000"/>
              </a:lnSpc>
              <a:spcAft>
                <a:spcPts val="0"/>
              </a:spcAft>
              <a:buClrTx/>
              <a:defRPr/>
            </a:pPr>
            <a:endParaRPr lang="en-BE">
              <a:solidFill>
                <a:srgbClr val="15487B"/>
              </a:solidFill>
            </a:endParaRPr>
          </a:p>
          <a:p>
            <a:pPr lvl="0">
              <a:lnSpc>
                <a:spcPct val="115000"/>
              </a:lnSpc>
              <a:spcAft>
                <a:spcPts val="0"/>
              </a:spcAft>
              <a:buClrTx/>
              <a:defRPr/>
            </a:pPr>
            <a:r>
              <a:rPr lang="nl-NL" sz="1200" b="1">
                <a:solidFill>
                  <a:srgbClr val="15487B"/>
                </a:solidFill>
              </a:rPr>
              <a:t>Zuid-Holland Provinciehuis</a:t>
            </a:r>
            <a:endParaRPr lang="nl-BE" sz="1200">
              <a:solidFill>
                <a:srgbClr val="15487B"/>
              </a:solidFill>
              <a:latin typeface="Montserrat Light" pitchFamily="2" charset="77"/>
            </a:endParaRPr>
          </a:p>
          <a:p>
            <a:pPr>
              <a:lnSpc>
                <a:spcPct val="115000"/>
              </a:lnSpc>
              <a:spcAft>
                <a:spcPts val="0"/>
              </a:spcAft>
              <a:buClrTx/>
              <a:defRPr/>
            </a:pPr>
            <a:r>
              <a:rPr lang="nl-BE" sz="800">
                <a:solidFill>
                  <a:srgbClr val="15487B"/>
                </a:solidFill>
                <a:latin typeface="Montserrat Light"/>
              </a:rPr>
              <a:t>06/2016 – 06/2017</a:t>
            </a:r>
            <a:r>
              <a:rPr lang="nl-NL" sz="800">
                <a:solidFill>
                  <a:srgbClr val="15487B"/>
                </a:solidFill>
                <a:latin typeface="Montserrat Light"/>
              </a:rPr>
              <a:t> | Junior MS Business Intelligence Developer</a:t>
            </a:r>
            <a:endParaRPr lang="nl-NL" sz="800" b="1">
              <a:solidFill>
                <a:srgbClr val="16BECF"/>
              </a:solidFill>
              <a:latin typeface="Montserrat Light"/>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sz="800">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sz="800" b="1">
                <a:solidFill>
                  <a:srgbClr val="15487B"/>
                </a:solidFill>
              </a:rPr>
              <a:t>Project &amp; responsibilities</a:t>
            </a:r>
            <a:endParaRPr lang="en-GB" sz="800" spc="-10">
              <a:solidFill>
                <a:srgbClr val="15487B"/>
              </a:solidFill>
              <a:latin typeface="Montserrat Light" pitchFamily="2" charset="77"/>
            </a:endParaRPr>
          </a:p>
          <a:p>
            <a:pPr marL="177800" marR="234315" lvl="0" indent="-177800">
              <a:spcAft>
                <a:spcPts val="0"/>
              </a:spcAft>
              <a:buClrTx/>
              <a:buFont typeface="Arial" panose="020B0604020202020204" pitchFamily="34" charset="0"/>
              <a:buChar char="•"/>
              <a:defRPr/>
            </a:pPr>
            <a:r>
              <a:rPr lang="en-GB" sz="800" spc="-10">
                <a:solidFill>
                  <a:srgbClr val="15487B"/>
                </a:solidFill>
                <a:latin typeface="Montserrat Light" pitchFamily="2" charset="77"/>
              </a:rPr>
              <a:t>Develop and manage the </a:t>
            </a:r>
            <a:r>
              <a:rPr lang="en-GB" sz="800" spc="-10" err="1">
                <a:solidFill>
                  <a:srgbClr val="15487B"/>
                </a:solidFill>
                <a:latin typeface="Montserrat Light" pitchFamily="2" charset="77"/>
              </a:rPr>
              <a:t>Datamarts</a:t>
            </a:r>
            <a:r>
              <a:rPr lang="en-GB" sz="800" spc="-10">
                <a:solidFill>
                  <a:srgbClr val="15487B"/>
                </a:solidFill>
                <a:latin typeface="Montserrat Light" pitchFamily="2" charset="77"/>
              </a:rPr>
              <a:t>, cubes and Reports</a:t>
            </a:r>
          </a:p>
          <a:p>
            <a:pPr marL="177800" marR="234315" lvl="0" indent="-177800">
              <a:spcAft>
                <a:spcPts val="0"/>
              </a:spcAft>
              <a:buClrTx/>
              <a:buFont typeface="Arial" panose="020B0604020202020204" pitchFamily="34" charset="0"/>
              <a:buChar char="•"/>
              <a:defRPr/>
            </a:pPr>
            <a:r>
              <a:rPr lang="en-GB" sz="800" spc="-10">
                <a:solidFill>
                  <a:srgbClr val="15487B"/>
                </a:solidFill>
                <a:latin typeface="Montserrat Light"/>
              </a:rPr>
              <a:t>Manage the Data Warehouses, back-up and restore-Test activities from databases and Transaction Log-Files</a:t>
            </a:r>
          </a:p>
          <a:p>
            <a:pPr marL="177800" marR="234315" lvl="0" indent="-177800">
              <a:spcAft>
                <a:spcPts val="0"/>
              </a:spcAft>
              <a:buClrTx/>
              <a:buFont typeface="Arial" panose="020B0604020202020204" pitchFamily="34" charset="0"/>
              <a:buChar char="•"/>
              <a:defRPr/>
            </a:pPr>
            <a:r>
              <a:rPr lang="en-GB" sz="800" spc="-10">
                <a:solidFill>
                  <a:srgbClr val="15487B"/>
                </a:solidFill>
                <a:latin typeface="Montserrat Light" pitchFamily="2" charset="77"/>
              </a:rPr>
              <a:t>Building reports for senior management</a:t>
            </a:r>
          </a:p>
          <a:p>
            <a:pPr marR="234315" lvl="0">
              <a:spcAft>
                <a:spcPts val="0"/>
              </a:spcAft>
              <a:buClrTx/>
              <a:defRPr/>
            </a:pPr>
            <a:endParaRPr lang="en-GB" spc="-10">
              <a:solidFill>
                <a:srgbClr val="15487B"/>
              </a:solidFill>
              <a:latin typeface="Montserrat Light" pitchFamily="2" charset="77"/>
            </a:endParaRPr>
          </a:p>
          <a:p>
            <a:pPr marR="234315" lvl="0">
              <a:spcAft>
                <a:spcPts val="0"/>
              </a:spcAft>
              <a:buClrTx/>
              <a:defRPr/>
            </a:pPr>
            <a:r>
              <a:rPr lang="nl-NL" sz="800" b="1">
                <a:solidFill>
                  <a:srgbClr val="15487B"/>
                </a:solidFill>
              </a:rPr>
              <a:t>Environment &amp; tools</a:t>
            </a:r>
          </a:p>
          <a:p>
            <a:pPr marL="177800" indent="-177800">
              <a:lnSpc>
                <a:spcPct val="115000"/>
              </a:lnSpc>
              <a:spcAft>
                <a:spcPts val="0"/>
              </a:spcAft>
              <a:buClrTx/>
              <a:buFont typeface="Arial" panose="020B0604020202020204" pitchFamily="34" charset="0"/>
              <a:buChar char="•"/>
              <a:defRPr/>
            </a:pPr>
            <a:r>
              <a:rPr lang="en-GB" sz="800" spc="-10">
                <a:solidFill>
                  <a:srgbClr val="15487B"/>
                </a:solidFill>
                <a:latin typeface="Montserrat Light"/>
              </a:rPr>
              <a:t> SSIS, SSAS, SSRS, OLAP Cubes, Power BI, Excel, Power View, Pivot, </a:t>
            </a:r>
            <a:r>
              <a:rPr lang="en-GB" sz="800" spc="-10" err="1">
                <a:solidFill>
                  <a:srgbClr val="15487B"/>
                </a:solidFill>
                <a:latin typeface="Montserrat Light"/>
              </a:rPr>
              <a:t>Datamarts</a:t>
            </a:r>
            <a:r>
              <a:rPr lang="en-GB" sz="800" spc="-10">
                <a:solidFill>
                  <a:srgbClr val="15487B"/>
                </a:solidFill>
                <a:latin typeface="Montserrat Light"/>
              </a:rPr>
              <a:t>, Data Warehouse</a:t>
            </a:r>
            <a:endParaRPr lang="en-GB" sz="800" spc="-10">
              <a:solidFill>
                <a:srgbClr val="15487B"/>
              </a:solidFill>
              <a:latin typeface="Montserrat Light" pitchFamily="2" charset="77"/>
            </a:endParaRPr>
          </a:p>
          <a:p>
            <a:endParaRPr lang="en-BE" b="1"/>
          </a:p>
        </p:txBody>
      </p:sp>
      <p:sp>
        <p:nvSpPr>
          <p:cNvPr id="4" name="Text Placeholder 3">
            <a:extLst>
              <a:ext uri="{FF2B5EF4-FFF2-40B4-BE49-F238E27FC236}">
                <a16:creationId xmlns:a16="http://schemas.microsoft.com/office/drawing/2014/main" id="{55848938-0D28-A64D-0AE2-70DFD9880CD6}"/>
              </a:ext>
            </a:extLst>
          </p:cNvPr>
          <p:cNvSpPr>
            <a:spLocks noGrp="1"/>
          </p:cNvSpPr>
          <p:nvPr>
            <p:ph type="body" sz="quarter" idx="12"/>
          </p:nvPr>
        </p:nvSpPr>
        <p:spPr/>
        <p:txBody>
          <a:bodyPr vert="horz" lIns="0" tIns="0" rIns="0" bIns="0" numCol="1" spcCol="180000" rtlCol="0" anchor="t">
            <a:noAutofit/>
          </a:bodyPr>
          <a:lstStyle/>
          <a:p>
            <a:pPr lvl="0">
              <a:lnSpc>
                <a:spcPct val="115000"/>
              </a:lnSpc>
              <a:spcAft>
                <a:spcPts val="0"/>
              </a:spcAft>
              <a:buClrTx/>
              <a:defRPr/>
            </a:pPr>
            <a:r>
              <a:rPr lang="nl-NL" sz="1400" b="1">
                <a:solidFill>
                  <a:srgbClr val="15487B"/>
                </a:solidFill>
              </a:rPr>
              <a:t>Gemeente Den Haag</a:t>
            </a:r>
            <a:endParaRPr lang="nl-BE">
              <a:solidFill>
                <a:srgbClr val="15487B"/>
              </a:solidFill>
              <a:latin typeface="Montserrat Light" pitchFamily="2" charset="77"/>
            </a:endParaRPr>
          </a:p>
          <a:p>
            <a:pPr lvl="0">
              <a:lnSpc>
                <a:spcPct val="115000"/>
              </a:lnSpc>
              <a:spcAft>
                <a:spcPts val="0"/>
              </a:spcAft>
              <a:buClrTx/>
              <a:defRPr/>
            </a:pPr>
            <a:r>
              <a:rPr lang="nl-BE" sz="800">
                <a:solidFill>
                  <a:srgbClr val="15487B"/>
                </a:solidFill>
                <a:latin typeface="Montserrat Light"/>
              </a:rPr>
              <a:t>09/2015 – 09/2015</a:t>
            </a:r>
            <a:r>
              <a:rPr lang="nl-NL" sz="800">
                <a:solidFill>
                  <a:srgbClr val="15487B"/>
                </a:solidFill>
                <a:latin typeface="Montserrat Light"/>
              </a:rPr>
              <a:t> | Data Specialist / Student Job</a:t>
            </a:r>
            <a:endParaRPr lang="nl-NL" sz="800" b="1">
              <a:solidFill>
                <a:srgbClr val="16BECF"/>
              </a:solidFill>
              <a:latin typeface="Montserrat Light"/>
              <a:ea typeface="Calibri" panose="020F0502020204030204" pitchFamily="34" charset="0"/>
              <a:cs typeface="Times New Roman" panose="02020603050405020304" pitchFamily="18" charset="0"/>
            </a:endParaRPr>
          </a:p>
          <a:p>
            <a:pPr lvl="0">
              <a:lnSpc>
                <a:spcPct val="115000"/>
              </a:lnSpc>
              <a:spcAft>
                <a:spcPts val="0"/>
              </a:spcAft>
              <a:buClrTx/>
              <a:defRPr/>
            </a:pPr>
            <a:endParaRPr lang="nl-NL">
              <a:solidFill>
                <a:srgbClr val="15487B"/>
              </a:solidFill>
              <a:latin typeface="Montserrat Light" pitchFamily="2" charset="77"/>
              <a:ea typeface="Calibri" panose="020F0502020204030204" pitchFamily="34" charset="0"/>
              <a:cs typeface="Times New Roman" panose="02020603050405020304" pitchFamily="18" charset="0"/>
            </a:endParaRPr>
          </a:p>
          <a:p>
            <a:pPr lvl="0">
              <a:lnSpc>
                <a:spcPct val="115000"/>
              </a:lnSpc>
              <a:spcAft>
                <a:spcPts val="0"/>
              </a:spcAft>
              <a:buClrTx/>
              <a:defRPr/>
            </a:pPr>
            <a:r>
              <a:rPr lang="en-GB" b="1">
                <a:solidFill>
                  <a:srgbClr val="15487B"/>
                </a:solidFill>
                <a:latin typeface="Montserrat"/>
              </a:rPr>
              <a:t>Project &amp; responsibilities</a:t>
            </a:r>
            <a:endParaRPr lang="en-GB" spc="-10">
              <a:solidFill>
                <a:srgbClr val="15487B"/>
              </a:solidFill>
              <a:latin typeface="Montserrat"/>
            </a:endParaRPr>
          </a:p>
          <a:p>
            <a:pPr marL="177800" marR="234315" lvl="0" indent="-177800">
              <a:spcAft>
                <a:spcPts val="0"/>
              </a:spcAft>
              <a:buClrTx/>
              <a:buFont typeface="Arial" panose="020B0604020202020204" pitchFamily="34" charset="0"/>
              <a:buChar char="•"/>
              <a:defRPr/>
            </a:pPr>
            <a:r>
              <a:rPr lang="en-GB" sz="800" spc="-10">
                <a:solidFill>
                  <a:srgbClr val="15487B"/>
                </a:solidFill>
                <a:latin typeface="Montserrat Light"/>
              </a:rPr>
              <a:t>Build management reports and handle query requests</a:t>
            </a:r>
          </a:p>
          <a:p>
            <a:pPr marL="177800" marR="234315" lvl="0" indent="-177800">
              <a:spcAft>
                <a:spcPts val="0"/>
              </a:spcAft>
              <a:buClrTx/>
              <a:buFont typeface="Arial" panose="020B0604020202020204" pitchFamily="34" charset="0"/>
              <a:buChar char="•"/>
              <a:defRPr/>
            </a:pPr>
            <a:r>
              <a:rPr lang="en-GB" sz="800" spc="-10">
                <a:solidFill>
                  <a:srgbClr val="15487B"/>
                </a:solidFill>
                <a:latin typeface="Montserrat Light"/>
              </a:rPr>
              <a:t>Develop and manage data warehouse (Datamart)</a:t>
            </a:r>
          </a:p>
          <a:p>
            <a:pPr marL="177800" marR="234315" lvl="0" indent="-177800">
              <a:spcAft>
                <a:spcPts val="0"/>
              </a:spcAft>
              <a:buClrTx/>
              <a:buFont typeface="Arial" panose="020B0604020202020204" pitchFamily="34" charset="0"/>
              <a:buChar char="•"/>
              <a:defRPr/>
            </a:pPr>
            <a:r>
              <a:rPr lang="en-GB" sz="800" spc="-10">
                <a:solidFill>
                  <a:srgbClr val="15487B"/>
                </a:solidFill>
                <a:latin typeface="Montserrat Light"/>
              </a:rPr>
              <a:t>Document visualization techniques</a:t>
            </a:r>
          </a:p>
          <a:p>
            <a:pPr marR="234315" lvl="0">
              <a:spcAft>
                <a:spcPts val="0"/>
              </a:spcAft>
              <a:buClrTx/>
              <a:defRPr/>
            </a:pPr>
            <a:endParaRPr lang="en-GB" spc="-10">
              <a:solidFill>
                <a:srgbClr val="15487B"/>
              </a:solidFill>
              <a:latin typeface="Montserrat Light" pitchFamily="2" charset="77"/>
            </a:endParaRPr>
          </a:p>
          <a:p>
            <a:pPr marR="234315" lvl="0">
              <a:spcAft>
                <a:spcPts val="0"/>
              </a:spcAft>
              <a:buClrTx/>
              <a:defRPr/>
            </a:pPr>
            <a:r>
              <a:rPr lang="nl-NL" b="1">
                <a:solidFill>
                  <a:srgbClr val="15487B"/>
                </a:solidFill>
              </a:rPr>
              <a:t>Environment &amp; tools</a:t>
            </a:r>
          </a:p>
          <a:p>
            <a:pPr marL="177800" indent="-177800">
              <a:lnSpc>
                <a:spcPct val="115000"/>
              </a:lnSpc>
              <a:spcAft>
                <a:spcPts val="0"/>
              </a:spcAft>
              <a:buClrTx/>
              <a:buFont typeface="Arial" panose="020B0604020202020204" pitchFamily="34" charset="0"/>
              <a:buChar char="•"/>
              <a:defRPr/>
            </a:pPr>
            <a:r>
              <a:rPr lang="en-GB" sz="800" spc="-10">
                <a:solidFill>
                  <a:srgbClr val="15487B"/>
                </a:solidFill>
                <a:latin typeface="Montserrat Light"/>
              </a:rPr>
              <a:t>Cognos Report Studio, Data warehouse, Datamart</a:t>
            </a:r>
          </a:p>
          <a:p>
            <a:endParaRPr lang="en-BE"/>
          </a:p>
        </p:txBody>
      </p:sp>
      <p:sp>
        <p:nvSpPr>
          <p:cNvPr id="6" name="Text Placeholder 5">
            <a:extLst>
              <a:ext uri="{FF2B5EF4-FFF2-40B4-BE49-F238E27FC236}">
                <a16:creationId xmlns:a16="http://schemas.microsoft.com/office/drawing/2014/main" id="{A1BB23AE-9667-4358-31D0-4ACEF351BEDC}"/>
              </a:ext>
            </a:extLst>
          </p:cNvPr>
          <p:cNvSpPr>
            <a:spLocks noGrp="1"/>
          </p:cNvSpPr>
          <p:nvPr>
            <p:ph type="body" sz="quarter" idx="13"/>
          </p:nvPr>
        </p:nvSpPr>
        <p:spPr/>
        <p:txBody>
          <a:bodyPr/>
          <a:lstStyle/>
          <a:p>
            <a:r>
              <a:rPr lang="nl-BE">
                <a:solidFill>
                  <a:srgbClr val="FFFFFF"/>
                </a:solidFill>
              </a:rPr>
              <a:t>Oumar Coulibaly</a:t>
            </a:r>
            <a:endParaRPr lang="en-B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erson with a beard&#10;&#10;AI-generated content may be incorrect.">
            <a:extLst>
              <a:ext uri="{FF2B5EF4-FFF2-40B4-BE49-F238E27FC236}">
                <a16:creationId xmlns:a16="http://schemas.microsoft.com/office/drawing/2014/main" id="{F870EBBA-6DF5-F7B0-42F6-43F788B872AD}"/>
              </a:ext>
            </a:extLst>
          </p:cNvPr>
          <p:cNvPicPr>
            <a:picLocks noGrp="1" noChangeAspect="1"/>
          </p:cNvPicPr>
          <p:nvPr>
            <p:ph type="pic" sz="quarter" idx="14"/>
          </p:nvPr>
        </p:nvPicPr>
        <p:blipFill>
          <a:blip r:embed="rId2">
            <a:extLst>
              <a:ext uri="{BEBA8EAE-BF5A-486C-A8C5-ECC9F3942E4B}">
                <a14:imgProps xmlns:a14="http://schemas.microsoft.com/office/drawing/2010/main">
                  <a14:imgLayer r:embed="rId3">
                    <a14:imgEffect>
                      <a14:saturation sat="0"/>
                    </a14:imgEffect>
                  </a14:imgLayer>
                </a14:imgProps>
              </a:ext>
            </a:extLst>
          </a:blip>
          <a:srcRect t="23029" b="23029"/>
          <a:stretch>
            <a:fillRect/>
          </a:stretch>
        </p:blipFill>
        <p:spPr/>
      </p:pic>
      <p:sp>
        <p:nvSpPr>
          <p:cNvPr id="4" name="Text Placeholder 3">
            <a:extLst>
              <a:ext uri="{FF2B5EF4-FFF2-40B4-BE49-F238E27FC236}">
                <a16:creationId xmlns:a16="http://schemas.microsoft.com/office/drawing/2014/main" id="{E7432B92-A96D-E313-EB12-528DFA474A85}"/>
              </a:ext>
            </a:extLst>
          </p:cNvPr>
          <p:cNvSpPr>
            <a:spLocks noGrp="1"/>
          </p:cNvSpPr>
          <p:nvPr>
            <p:ph type="body" sz="quarter" idx="13"/>
          </p:nvPr>
        </p:nvSpPr>
        <p:spPr/>
        <p:txBody>
          <a:bodyPr/>
          <a:lstStyle/>
          <a:p>
            <a:r>
              <a:rPr lang="nl-BE"/>
              <a:t>Oumar Coulibaly</a:t>
            </a:r>
            <a:endParaRPr lang="en-BE"/>
          </a:p>
        </p:txBody>
      </p:sp>
    </p:spTree>
    <p:extLst>
      <p:ext uri="{BB962C8B-B14F-4D97-AF65-F5344CB8AC3E}">
        <p14:creationId xmlns:p14="http://schemas.microsoft.com/office/powerpoint/2010/main" val="2752481418"/>
      </p:ext>
    </p:extLst>
  </p:cSld>
  <p:clrMapOvr>
    <a:masterClrMapping/>
  </p:clrMapOvr>
</p:sld>
</file>

<file path=ppt/theme/theme1.xml><?xml version="1.0" encoding="utf-8"?>
<a:theme xmlns:a="http://schemas.openxmlformats.org/drawingml/2006/main" name="1_Laco master">
  <a:themeElements>
    <a:clrScheme name="LACO 012025">
      <a:dk1>
        <a:srgbClr val="000000"/>
      </a:dk1>
      <a:lt1>
        <a:srgbClr val="FFFFFF"/>
      </a:lt1>
      <a:dk2>
        <a:srgbClr val="15487B"/>
      </a:dk2>
      <a:lt2>
        <a:srgbClr val="E7E6E6"/>
      </a:lt2>
      <a:accent1>
        <a:srgbClr val="16BECF"/>
      </a:accent1>
      <a:accent2>
        <a:srgbClr val="CEE07C"/>
      </a:accent2>
      <a:accent3>
        <a:srgbClr val="616BB1"/>
      </a:accent3>
      <a:accent4>
        <a:srgbClr val="FBAB18"/>
      </a:accent4>
      <a:accent5>
        <a:srgbClr val="A55179"/>
      </a:accent5>
      <a:accent6>
        <a:srgbClr val="00A959"/>
      </a:accent6>
      <a:hlink>
        <a:srgbClr val="D0F179"/>
      </a:hlink>
      <a:folHlink>
        <a:srgbClr val="CEE07C"/>
      </a:folHlink>
    </a:clrScheme>
    <a:fontScheme name="LACO 01 2025">
      <a:majorFont>
        <a:latin typeface="Montserrat Black"/>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0" tIns="0" rIns="0" bIns="0" rtlCol="0" anchor="ctr"/>
      <a:lstStyle>
        <a:defPPr algn="ctr">
          <a:defRPr dirty="0">
            <a:solidFill>
              <a:schemeClr val="bg1"/>
            </a:solidFill>
            <a:latin typeface="Montserrat" pitchFamily="2" charset="77"/>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R="0" algn="l" defTabSz="914400" rtl="0" eaLnBrk="1" fontAlgn="auto" latinLnBrk="0" hangingPunct="1">
          <a:lnSpc>
            <a:spcPct val="100000"/>
          </a:lnSpc>
          <a:spcBef>
            <a:spcPts val="0"/>
          </a:spcBef>
          <a:spcAft>
            <a:spcPts val="0"/>
          </a:spcAft>
          <a:buClr>
            <a:schemeClr val="accent1"/>
          </a:buClr>
          <a:buSzTx/>
          <a:tabLst/>
          <a:defRPr sz="1400" dirty="0" smtClean="0">
            <a:solidFill>
              <a:schemeClr val="tx2"/>
            </a:solidFill>
            <a:latin typeface="Montserrat" pitchFamily="2" charset="77"/>
          </a:defRPr>
        </a:defPPr>
      </a:lstStyle>
    </a:txDef>
  </a:objectDefaults>
  <a:extraClrSchemeLst/>
  <a:extLst>
    <a:ext uri="{05A4C25C-085E-4340-85A3-A5531E510DB2}">
      <thm15:themeFamily xmlns:thm15="http://schemas.microsoft.com/office/thememl/2012/main" name="LACO_cv template_picture_v7_final_empty" id="{1FDA698E-7677-DA42-AD67-9F0D502E7E68}" vid="{388D4A79-A8FB-154F-8675-FF5BCE2873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Montserrat"/>
        <a:font script="Hebr" typeface="Montserra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Montserrat"/>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Montserrat"/>
        <a:font script="Hebr" typeface="Montserra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Montserrat"/>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4312A84-6756-9849-9DB7-7277DED02940}">
  <we:reference id="wa200000729" version="3.19.222.0" store="en-GB" storeType="OMEX"/>
  <we:alternateReferences>
    <we:reference id="WA200000729" version="3.19.222.0" store="WA200000729"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CV Other" ma:contentTypeID="0x01010024B13DA1AACBA4498FC0EAB67EF909E30101020400A23F2409401AC74D929ADA0948DBF3D7" ma:contentTypeVersion="58" ma:contentTypeDescription="" ma:contentTypeScope="" ma:versionID="5e5f81b5729f9ea46d5bd0a68f3a7911">
  <xsd:schema xmlns:xsd="http://www.w3.org/2001/XMLSchema" xmlns:xs="http://www.w3.org/2001/XMLSchema" xmlns:p="http://schemas.microsoft.com/office/2006/metadata/properties" xmlns:ns2="3df8851e-f86e-42e6-bacc-3a38242324da" xmlns:ns3="14c970f2-d530-4edb-a2bf-d9a7ed77f46b" targetNamespace="http://schemas.microsoft.com/office/2006/metadata/properties" ma:root="true" ma:fieldsID="913b79317866cde0ba207f83ba2af8a7" ns2:_="" ns3:_="">
    <xsd:import namespace="3df8851e-f86e-42e6-bacc-3a38242324da"/>
    <xsd:import namespace="14c970f2-d530-4edb-a2bf-d9a7ed77f46b"/>
    <xsd:element name="properties">
      <xsd:complexType>
        <xsd:sequence>
          <xsd:element name="documentManagement">
            <xsd:complexType>
              <xsd:all>
                <xsd:element ref="ns2:ContentOwner"/>
                <xsd:element ref="ns2:ContentDate" minOccurs="0"/>
                <xsd:element ref="ns2:Market" minOccurs="0"/>
                <xsd:element ref="ns2:Process" minOccurs="0"/>
                <xsd:element ref="ns2:Technology" minOccurs="0"/>
                <xsd:element ref="ns2:StatusCV"/>
                <xsd:element ref="ns2:StatuteEmployee"/>
                <xsd:element ref="ns2:RoleEmployee" minOccurs="0"/>
                <xsd:element ref="ns2:SharedWithUsers" minOccurs="0"/>
                <xsd:element ref="ns2:SharingHintHash" minOccurs="0"/>
                <xsd:element ref="ns2:SharedWithDetails" minOccurs="0"/>
                <xsd:element ref="ns3:MediaServiceMetadata" minOccurs="0"/>
                <xsd:element ref="ns3:MediaServiceFastMetadata" minOccurs="0"/>
                <xsd:element ref="ns3:MediaServiceEventHashCode" minOccurs="0"/>
                <xsd:element ref="ns3:MediaServiceGenerationTime" minOccurs="0"/>
                <xsd:element ref="ns3:MediaServiceAutoKeyPoints" minOccurs="0"/>
                <xsd:element ref="ns3:MediaServiceKeyPoints" minOccurs="0"/>
                <xsd:element ref="ns2:LanguageCV" minOccurs="0"/>
                <xsd:element ref="ns3:MediaServiceObjectDetectorVersions" minOccurs="0"/>
                <xsd:element ref="ns3:MediaServiceSearchProperties" minOccurs="0"/>
                <xsd:element ref="ns3:lcf76f155ced4ddcb4097134ff3c332f" minOccurs="0"/>
                <xsd:element ref="ns2:TaxCatchAll" minOccurs="0"/>
                <xsd:element ref="ns3:MediaServiceDateTake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f8851e-f86e-42e6-bacc-3a38242324da" elementFormDefault="qualified">
    <xsd:import namespace="http://schemas.microsoft.com/office/2006/documentManagement/types"/>
    <xsd:import namespace="http://schemas.microsoft.com/office/infopath/2007/PartnerControls"/>
    <xsd:element name="ContentOwner" ma:index="2" ma:displayName="ContentOwner" ma:format="Dropdown" ma:internalName="ContentOwner" ma:readOnly="false">
      <xsd:simpleType>
        <xsd:restriction base="dms:Choice">
          <xsd:enumeration value="Administrative Department"/>
          <xsd:enumeration value="Competence Management"/>
          <xsd:enumeration value="Consultants/Communities"/>
          <xsd:enumeration value="Education"/>
          <xsd:enumeration value="Management"/>
          <xsd:enumeration value="Marketing"/>
          <xsd:enumeration value="Recruitment"/>
          <xsd:enumeration value="Sales"/>
          <xsd:enumeration value="Sales Support"/>
          <xsd:enumeration value="Service Delivery"/>
        </xsd:restriction>
      </xsd:simpleType>
    </xsd:element>
    <xsd:element name="ContentDate" ma:index="3" nillable="true" ma:displayName="ContentDate" ma:default="[today]" ma:format="DateOnly" ma:internalName="ContentDate">
      <xsd:simpleType>
        <xsd:restriction base="dms:DateTime"/>
      </xsd:simpleType>
    </xsd:element>
    <xsd:element name="Market" ma:index="10" nillable="true" ma:displayName="Market" ma:default="?" ma:internalName="Market" ma:readOnly="false">
      <xsd:complexType>
        <xsd:complexContent>
          <xsd:extension base="dms:MultiChoice">
            <xsd:sequence>
              <xsd:element name="Value" maxOccurs="unbounded" minOccurs="0" nillable="true">
                <xsd:simpleType>
                  <xsd:restriction base="dms:Choice">
                    <xsd:enumeration value="?"/>
                    <xsd:enumeration value="Bank &amp; Insurance"/>
                    <xsd:enumeration value="Healthcare"/>
                    <xsd:enumeration value="Manufacturing"/>
                    <xsd:enumeration value="Pharma &amp; Chemistry"/>
                    <xsd:enumeration value="Public"/>
                    <xsd:enumeration value="Retail &amp; Distribution"/>
                    <xsd:enumeration value="Telecom"/>
                    <xsd:enumeration value="Utilities"/>
                    <xsd:enumeration value="Other"/>
                    <xsd:enumeration value="Not Applicable"/>
                  </xsd:restriction>
                </xsd:simpleType>
              </xsd:element>
            </xsd:sequence>
          </xsd:extension>
        </xsd:complexContent>
      </xsd:complexType>
    </xsd:element>
    <xsd:element name="Process" ma:index="11" nillable="true" ma:displayName="Process" ma:default="?" ma:internalName="Process" ma:readOnly="false">
      <xsd:complexType>
        <xsd:complexContent>
          <xsd:extension base="dms:MultiChoice">
            <xsd:sequence>
              <xsd:element name="Value" maxOccurs="unbounded" minOccurs="0" nillable="true">
                <xsd:simpleType>
                  <xsd:restriction base="dms:Choice">
                    <xsd:enumeration value="?"/>
                    <xsd:enumeration value="Analytics"/>
                    <xsd:enumeration value="Application Development"/>
                    <xsd:enumeration value="Data Management"/>
                    <xsd:enumeration value="Data Mining"/>
                    <xsd:enumeration value="ETL"/>
                    <xsd:enumeration value="IT Service Management"/>
                    <xsd:enumeration value="Mobile BI"/>
                    <xsd:enumeration value="Database Modeling"/>
                    <xsd:enumeration value="OLAP"/>
                    <xsd:enumeration value="Project Management"/>
                    <xsd:enumeration value="Reporting"/>
                    <xsd:enumeration value="Testing"/>
                    <xsd:enumeration value="Other"/>
                    <xsd:enumeration value="Not Applicable"/>
                  </xsd:restriction>
                </xsd:simpleType>
              </xsd:element>
            </xsd:sequence>
          </xsd:extension>
        </xsd:complexContent>
      </xsd:complexType>
    </xsd:element>
    <xsd:element name="Technology" ma:index="12" nillable="true" ma:displayName="Technology" ma:default="?" ma:internalName="Technology" ma:readOnly="false">
      <xsd:complexType>
        <xsd:complexContent>
          <xsd:extension base="dms:MultiChoice">
            <xsd:sequence>
              <xsd:element name="Value" maxOccurs="unbounded" minOccurs="0" nillable="true">
                <xsd:simpleType>
                  <xsd:restriction base="dms:Choice">
                    <xsd:enumeration value="?"/>
                    <xsd:enumeration value="APEX"/>
                    <xsd:enumeration value="Informatica"/>
                    <xsd:enumeration value="IBM Cognos"/>
                    <xsd:enumeration value="IBM InfoSphere/DataStage"/>
                    <xsd:enumeration value="JAVA"/>
                    <xsd:enumeration value="Mainframe"/>
                    <xsd:enumeration value="Microsoft BI"/>
                    <xsd:enumeration value="Microstrategy"/>
                    <xsd:enumeration value="Netezza"/>
                    <xsd:enumeration value="Office365"/>
                    <xsd:enumeration value="Oracle"/>
                    <xsd:enumeration value="Oracle BI"/>
                    <xsd:enumeration value="Pentaho"/>
                    <xsd:enumeration value="Roambi"/>
                    <xsd:enumeration value="SAP BO"/>
                    <xsd:enumeration value="SAP BW"/>
                    <xsd:enumeration value="SAS"/>
                    <xsd:enumeration value="Other"/>
                    <xsd:enumeration value="Not Applicable"/>
                  </xsd:restriction>
                </xsd:simpleType>
              </xsd:element>
            </xsd:sequence>
          </xsd:extension>
        </xsd:complexContent>
      </xsd:complexType>
    </xsd:element>
    <xsd:element name="StatusCV" ma:index="13" ma:displayName="Recruitment Status" ma:default="Active Employee" ma:format="Dropdown" ma:internalName="StatusCV">
      <xsd:simpleType>
        <xsd:restriction base="dms:Choice">
          <xsd:enumeration value="Active Employee"/>
          <xsd:enumeration value="Template 2019"/>
          <xsd:enumeration value="Former Employee"/>
          <xsd:enumeration value="Applicant"/>
          <xsd:enumeration value="Candidat"/>
          <xsd:enumeration value="Blacklist"/>
        </xsd:restriction>
      </xsd:simpleType>
    </xsd:element>
    <xsd:element name="StatuteEmployee" ma:index="14" ma:displayName="Employment Type" ma:default="Unknown" ma:format="Dropdown" ma:internalName="StatuteEmployee">
      <xsd:simpleType>
        <xsd:restriction base="dms:Choice">
          <xsd:enumeration value="Unknown"/>
          <xsd:enumeration value="Employee"/>
          <xsd:enumeration value="Freelancer"/>
          <xsd:enumeration value="External"/>
        </xsd:restriction>
      </xsd:simpleType>
    </xsd:element>
    <xsd:element name="RoleEmployee" ma:index="15" nillable="true" ma:displayName="Role" ma:default="?" ma:internalName="RoleEmployee">
      <xsd:complexType>
        <xsd:complexContent>
          <xsd:extension base="dms:MultiChoice">
            <xsd:sequence>
              <xsd:element name="Value" maxOccurs="unbounded" minOccurs="0" nillable="true">
                <xsd:simpleType>
                  <xsd:restriction base="dms:Choice">
                    <xsd:enumeration value="?"/>
                    <xsd:enumeration value="Architect"/>
                    <xsd:enumeration value="Business Analyst"/>
                    <xsd:enumeration value="Functional Analyst"/>
                    <xsd:enumeration value="Analyst Programmer"/>
                    <xsd:enumeration value="DBA"/>
                    <xsd:enumeration value="Trainer/Coach"/>
                    <xsd:enumeration value="Methodologist"/>
                    <xsd:enumeration value="Presales"/>
                    <xsd:enumeration value="Program Manager"/>
                    <xsd:enumeration value="Project Manager"/>
                    <xsd:enumeration value="Service Delivery"/>
                    <xsd:enumeration value="Support/Helpdesk"/>
                    <xsd:enumeration value="Team Leader"/>
                    <xsd:enumeration value="Tester"/>
                    <xsd:enumeration value="Web Developer"/>
                  </xsd:restriction>
                </xsd:simpleType>
              </xsd:element>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7" nillable="true" ma:displayName="Sharing Hint Hash" ma:internalName="SharingHintHash" ma:readOnly="true">
      <xsd:simpleType>
        <xsd:restriction base="dms:Text"/>
      </xsd:simpleType>
    </xsd:element>
    <xsd:element name="SharedWithDetails" ma:index="18" nillable="true" ma:displayName="Shared With Details" ma:description="" ma:internalName="SharedWithDetails" ma:readOnly="true">
      <xsd:simpleType>
        <xsd:restriction base="dms:Note">
          <xsd:maxLength value="255"/>
        </xsd:restriction>
      </xsd:simpleType>
    </xsd:element>
    <xsd:element name="LanguageCV" ma:index="25" nillable="true" ma:displayName="LanguageCV" ma:format="Dropdown" ma:internalName="LanguageCV">
      <xsd:simpleType>
        <xsd:restriction base="dms:Choice">
          <xsd:enumeration value="NL"/>
          <xsd:enumeration value="FR"/>
          <xsd:enumeration value="EN"/>
        </xsd:restriction>
      </xsd:simpleType>
    </xsd:element>
    <xsd:element name="TaxCatchAll" ma:index="30" nillable="true" ma:displayName="Taxonomy Catch All Column" ma:hidden="true" ma:list="{e00368ee-2f6d-4a3e-b6d1-7bf989ddbad3}" ma:internalName="TaxCatchAll" ma:showField="CatchAllData" ma:web="3df8851e-f86e-42e6-bacc-3a38242324d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4c970f2-d530-4edb-a2bf-d9a7ed77f46b" elementFormDefault="qualified">
    <xsd:import namespace="http://schemas.microsoft.com/office/2006/documentManagement/types"/>
    <xsd:import namespace="http://schemas.microsoft.com/office/infopath/2007/PartnerControls"/>
    <xsd:element name="MediaServiceMetadata" ma:index="19" nillable="true" ma:displayName="MediaServiceMetadata" ma:description="" ma:hidden="true" ma:internalName="MediaServiceMetadata" ma:readOnly="true">
      <xsd:simpleType>
        <xsd:restriction base="dms:Note"/>
      </xsd:simpleType>
    </xsd:element>
    <xsd:element name="MediaServiceFastMetadata" ma:index="20" nillable="true" ma:displayName="MediaServiceFastMetadata" ma:description="" ma:hidden="true" ma:internalName="MediaServiceFastMetadata" ma:readOnly="true">
      <xsd:simpleType>
        <xsd:restriction base="dms:Note"/>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AutoKeyPoints" ma:index="23" nillable="true" ma:displayName="MediaServiceAutoKeyPoints" ma:hidden="true" ma:internalName="MediaServiceAutoKeyPoints" ma:readOnly="true">
      <xsd:simpleType>
        <xsd:restriction base="dms:Note"/>
      </xsd:simpleType>
    </xsd:element>
    <xsd:element name="MediaServiceKeyPoints" ma:index="24" nillable="true" ma:displayName="KeyPoints" ma:internalName="MediaServiceKeyPoints" ma:readOnly="true">
      <xsd:simpleType>
        <xsd:restriction base="dms:Note">
          <xsd:maxLength value="255"/>
        </xsd:restriction>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lcf76f155ced4ddcb4097134ff3c332f" ma:index="29" nillable="true" ma:taxonomy="true" ma:internalName="lcf76f155ced4ddcb4097134ff3c332f" ma:taxonomyFieldName="MediaServiceImageTags" ma:displayName="Image Tags" ma:readOnly="false" ma:fieldId="{5cf76f15-5ced-4ddc-b409-7134ff3c332f}" ma:taxonomyMulti="true" ma:sspId="8117a089-da5e-4e04-820b-59104b6e5d11" ma:termSetId="09814cd3-568e-fe90-9814-8d621ff8fb84" ma:anchorId="fba54fb3-c3e1-fe81-a776-ca4b69148c4d" ma:open="true" ma:isKeyword="false">
      <xsd:complexType>
        <xsd:sequence>
          <xsd:element ref="pc:Terms" minOccurs="0" maxOccurs="1"/>
        </xsd:sequence>
      </xsd:complexType>
    </xsd:element>
    <xsd:element name="MediaServiceDateTaken" ma:index="31" nillable="true" ma:displayName="MediaServiceDateTaken" ma:hidden="true" ma:indexed="true" ma:internalName="MediaServiceDateTaken" ma:readOnly="true">
      <xsd:simpleType>
        <xsd:restriction base="dms:Text"/>
      </xsd:simpleType>
    </xsd:element>
    <xsd:element name="MediaServiceOCR" ma:index="3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4c970f2-d530-4edb-a2bf-d9a7ed77f46b">
      <Terms xmlns="http://schemas.microsoft.com/office/infopath/2007/PartnerControls"/>
    </lcf76f155ced4ddcb4097134ff3c332f>
    <TaxCatchAll xmlns="3df8851e-f86e-42e6-bacc-3a38242324da" xsi:nil="true"/>
    <StatuteEmployee xmlns="3df8851e-f86e-42e6-bacc-3a38242324da">Employee</StatuteEmployee>
    <Technology xmlns="3df8851e-f86e-42e6-bacc-3a38242324da">
      <Value>?</Value>
    </Technology>
    <ContentOwner xmlns="3df8851e-f86e-42e6-bacc-3a38242324da">Consultants/Communities</ContentOwner>
    <LanguageCV xmlns="3df8851e-f86e-42e6-bacc-3a38242324da" xsi:nil="true"/>
    <Market xmlns="3df8851e-f86e-42e6-bacc-3a38242324da">
      <Value>?</Value>
    </Market>
    <ContentDate xmlns="3df8851e-f86e-42e6-bacc-3a38242324da">2025-11-14T11:38:57+00:00</ContentDate>
    <Process xmlns="3df8851e-f86e-42e6-bacc-3a38242324da">
      <Value>?</Value>
    </Process>
    <StatusCV xmlns="3df8851e-f86e-42e6-bacc-3a38242324da">Active Employee</StatusCV>
    <RoleEmployee xmlns="3df8851e-f86e-42e6-bacc-3a38242324da">
      <Value>?</Value>
    </RoleEmployee>
  </documentManagement>
</p:properties>
</file>

<file path=customXml/itemProps1.xml><?xml version="1.0" encoding="utf-8"?>
<ds:datastoreItem xmlns:ds="http://schemas.openxmlformats.org/officeDocument/2006/customXml" ds:itemID="{B492CB85-BECA-483F-84EE-9725206F731F}">
  <ds:schemaRefs>
    <ds:schemaRef ds:uri="http://schemas.microsoft.com/sharepoint/v3/contenttype/forms"/>
  </ds:schemaRefs>
</ds:datastoreItem>
</file>

<file path=customXml/itemProps2.xml><?xml version="1.0" encoding="utf-8"?>
<ds:datastoreItem xmlns:ds="http://schemas.openxmlformats.org/officeDocument/2006/customXml" ds:itemID="{689165A7-79C0-48B4-8527-FC20E536AE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df8851e-f86e-42e6-bacc-3a38242324da"/>
    <ds:schemaRef ds:uri="14c970f2-d530-4edb-a2bf-d9a7ed77f4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9B76CEF-A038-4B61-A24E-FF3648CE6F51}">
  <ds:schemaRefs>
    <ds:schemaRef ds:uri="http://schemas.microsoft.com/office/2006/metadata/properties"/>
    <ds:schemaRef ds:uri="http://purl.org/dc/terms/"/>
    <ds:schemaRef ds:uri="http://purl.org/dc/dcmitype/"/>
    <ds:schemaRef ds:uri="http://schemas.microsoft.com/office/2006/documentManagement/types"/>
    <ds:schemaRef ds:uri="http://purl.org/dc/elements/1.1/"/>
    <ds:schemaRef ds:uri="http://schemas.microsoft.com/office/infopath/2007/PartnerControls"/>
    <ds:schemaRef ds:uri="3df8851e-f86e-42e6-bacc-3a38242324da"/>
    <ds:schemaRef ds:uri="http://schemas.openxmlformats.org/package/2006/metadata/core-properties"/>
    <ds:schemaRef ds:uri="14c970f2-d530-4edb-a2bf-d9a7ed77f46b"/>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LACO_cv template_without_picture_v8_final_empty</Template>
  <TotalTime>1282</TotalTime>
  <Words>2998</Words>
  <Application>Microsoft Office PowerPoint</Application>
  <PresentationFormat>Widescreen</PresentationFormat>
  <Paragraphs>390</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Montserrat SemiBold</vt:lpstr>
      <vt:lpstr>Arial</vt:lpstr>
      <vt:lpstr>Montserrat Light</vt:lpstr>
      <vt:lpstr>Segoe UI</vt:lpstr>
      <vt:lpstr>Montserrat ExtraBold</vt:lpstr>
      <vt:lpstr>Montserrat</vt:lpstr>
      <vt:lpstr>Courier New</vt:lpstr>
      <vt:lpstr>Montserrat Black</vt:lpstr>
      <vt:lpstr>Calibri</vt:lpstr>
      <vt:lpstr>1_Laco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Tulsyan Shikha</dc:creator>
  <cp:keywords/>
  <dc:description/>
  <cp:lastModifiedBy>Coulibaly Oumar</cp:lastModifiedBy>
  <cp:revision>38</cp:revision>
  <dcterms:created xsi:type="dcterms:W3CDTF">2025-08-20T06:56:05Z</dcterms:created>
  <dcterms:modified xsi:type="dcterms:W3CDTF">2026-04-30T11:45:23Z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0x01010024B13DA1AACBA4498FC0EAB67EF909E30101020400A23F2409401AC74D929ADA0948DBF3D7</vt:lpwstr>
  </property>
  <property fmtid="{D5CDD505-2E9C-101B-9397-08002B2CF9AE}" pid="3" name="MediaServiceImageTags">
    <vt:lpwstr/>
  </property>
  <property fmtid="{D5CDD505-2E9C-101B-9397-08002B2CF9AE}" pid="4" name="MSIP_Label_a1113265-c559-4850-9a4d-5c092dbd21ac_Enabled">
    <vt:lpwstr>true</vt:lpwstr>
  </property>
  <property fmtid="{D5CDD505-2E9C-101B-9397-08002B2CF9AE}" pid="5" name="MSIP_Label_a1113265-c559-4850-9a4d-5c092dbd21ac_SetDate">
    <vt:lpwstr>2025-11-18T10:01:16Z</vt:lpwstr>
  </property>
  <property fmtid="{D5CDD505-2E9C-101B-9397-08002B2CF9AE}" pid="6" name="MSIP_Label_a1113265-c559-4850-9a4d-5c092dbd21ac_Method">
    <vt:lpwstr>Standard</vt:lpwstr>
  </property>
  <property fmtid="{D5CDD505-2E9C-101B-9397-08002B2CF9AE}" pid="7" name="MSIP_Label_a1113265-c559-4850-9a4d-5c092dbd21ac_Name">
    <vt:lpwstr>Internal Use</vt:lpwstr>
  </property>
  <property fmtid="{D5CDD505-2E9C-101B-9397-08002B2CF9AE}" pid="8" name="MSIP_Label_a1113265-c559-4850-9a4d-5c092dbd21ac_SiteId">
    <vt:lpwstr>a6b169f1-592b-4329-8f33-8db8903003c7</vt:lpwstr>
  </property>
  <property fmtid="{D5CDD505-2E9C-101B-9397-08002B2CF9AE}" pid="9" name="MSIP_Label_a1113265-c559-4850-9a4d-5c092dbd21ac_ActionId">
    <vt:lpwstr>3e6d6745-d02c-43b1-8024-a6cfe983152b</vt:lpwstr>
  </property>
  <property fmtid="{D5CDD505-2E9C-101B-9397-08002B2CF9AE}" pid="10" name="MSIP_Label_a1113265-c559-4850-9a4d-5c092dbd21ac_ContentBits">
    <vt:lpwstr>0</vt:lpwstr>
  </property>
  <property fmtid="{D5CDD505-2E9C-101B-9397-08002B2CF9AE}" pid="11" name="MSIP_Label_a1113265-c559-4850-9a4d-5c092dbd21ac_Tag">
    <vt:lpwstr>10, 3, 0, 1</vt:lpwstr>
  </property>
</Properties>
</file>