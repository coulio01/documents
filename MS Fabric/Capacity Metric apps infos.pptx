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766A-00B4-9078-17AA-34C7F9821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97551-7DA2-B0BF-2D58-68FF236B4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593FC-2522-E793-FFF1-F3456FC2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A1776-2940-BBB9-CAB8-9031D136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542BE-C6DA-EB93-66CA-2BFD2E43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375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7D9D-60A0-CC27-2C0D-1AA91984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29B73-DF59-798B-EC84-E254D975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24523-28E7-6622-E803-4CFE2892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E3A26-44FC-5964-8A6C-8A338B20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5BA50-5525-4B55-B06D-E5BABD5A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075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7447-5026-91D3-3747-6450531F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7FB07-AB92-B35B-0E78-374F2DC35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48DF9-3679-2579-4D41-6E489458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1CE8C-F941-8DC1-6A86-64CB411C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EBBF-6E2B-BA6A-0D78-939CF128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1343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94EF-C53E-E875-2A08-7A2C39413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B7DDB-7603-8BAC-8BEC-EF9FF3DD7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540A0-3727-BDBB-B0B6-00AB1C5CF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4BD5E-06AC-D0F3-7EFF-7C8EBCFC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D096E-E877-A4EA-3DD9-A0272955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5D34D-34B9-645C-98C4-6668BF75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3776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8F97-7198-3B48-18B3-EE42BC8E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CA7C0-91B4-863A-ECC0-3AABF5E32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D5044-5599-FBDB-97B7-B950B9A1F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76211-13DE-4854-1A69-06C7C2FF5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E78C6-274E-E305-512D-159C1B5A6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6E9098-AC4D-E38A-D762-7EF4D21D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9DB60-9BA0-F7DA-07EC-CFB4EEB71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EE5AF-F0C7-212D-DC57-2BAABA11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77044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8A89-942D-9825-E6B7-98576501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83BE4-1B0C-4EEF-C194-E1BA02AA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42904-7D54-0AF3-8325-2906FAA2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7F8E-4132-8074-509D-54591DBD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924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4C381-2DA8-8882-96C4-6C8B9234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AEDD00-DA4B-AD93-7880-35F4C36C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5E2E2-E30F-4F6B-0AED-C2585A35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8905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435F-5E66-DD4A-E024-1C3B00C3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C6097-8EED-1291-01BE-6EC1695CC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90333-5461-18A0-85EE-7A8C6FD0B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C3876-39B6-D68D-CE27-8087EE14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1C544-4B21-5DB7-3B83-50F7CD1A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631FA-CBE4-1BC3-0531-0314926C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209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995E-D7B3-6F9A-BE66-5BC47A4C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042E3-E0CA-3A2F-3E60-238B58BBD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278F2-B30B-49F8-8460-56053B028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EC994-20E0-51F9-7BDB-1B13FEFB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A6045-038C-0267-4C49-8C0F8F00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19088-72A9-F56A-F208-16564679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2551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1253-A45B-0140-887F-0755DAC3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79587-CFCD-A446-192B-5F9A70963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8F2E9-6D1D-0FD9-49EE-95D8014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002D-9A4F-C684-8B8F-90FBB855D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876E8-1EC8-D2EC-7A3E-E7B9B4DA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352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F09C62-D83D-BAC1-6685-A326547C9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064C2-FFF8-ABCA-E110-6CF9C2667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47E9B-525E-BA30-2F25-C521DB0C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E190-258C-A891-D538-F853BA0C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10E2-E537-4944-3312-88B341E9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0048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2DC9B-B5EB-39A6-51C7-C8C4A62E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C8279-1670-E1C9-76CC-69974D4AA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895CC-10BF-8177-3A7D-13375A006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2A9F1-005E-4696-B987-5D7C406D4312}" type="datetimeFigureOut">
              <a:rPr lang="en-BE" smtClean="0"/>
              <a:t>27/03/2026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4E15B-5E0B-089A-6D03-7E1715A91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47FEA-BA94-59C1-EBAF-03B03A9F7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29292-EB7E-464F-8A12-9B950D40C9D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80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620E-9908-42DA-1033-534EC45A5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9144000" cy="569277"/>
          </a:xfrm>
        </p:spPr>
        <p:txBody>
          <a:bodyPr>
            <a:noAutofit/>
          </a:bodyPr>
          <a:lstStyle/>
          <a:p>
            <a:r>
              <a:rPr lang="en-GB" sz="2400" dirty="0"/>
              <a:t>Capacity Metric apps</a:t>
            </a:r>
            <a:endParaRPr lang="en-BE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36EB0-EAB0-AA09-DEFD-F85EE44F96CA}"/>
              </a:ext>
            </a:extLst>
          </p:cNvPr>
          <p:cNvSpPr txBox="1"/>
          <p:nvPr/>
        </p:nvSpPr>
        <p:spPr>
          <a:xfrm>
            <a:off x="402336" y="1060704"/>
            <a:ext cx="11695176" cy="1569660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GB" sz="1200" dirty="0"/>
              <a:t>Health</a:t>
            </a:r>
          </a:p>
          <a:p>
            <a:r>
              <a:rPr lang="en-GB" sz="1200" dirty="0"/>
              <a:t>Compute </a:t>
            </a:r>
          </a:p>
          <a:p>
            <a:r>
              <a:rPr lang="en-GB" sz="1200" dirty="0"/>
              <a:t>Storage </a:t>
            </a:r>
          </a:p>
          <a:p>
            <a:r>
              <a:rPr lang="en-GB" sz="1200" dirty="0" err="1"/>
              <a:t>Autosacle</a:t>
            </a:r>
            <a:r>
              <a:rPr lang="en-GB" sz="1200" dirty="0"/>
              <a:t> compute for Spark</a:t>
            </a:r>
          </a:p>
          <a:p>
            <a:r>
              <a:rPr lang="en-GB" sz="1200" dirty="0"/>
              <a:t>Items history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</a:p>
          <a:p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77F58-93E4-E06F-C713-FD0E14CA284A}"/>
              </a:ext>
            </a:extLst>
          </p:cNvPr>
          <p:cNvSpPr txBox="1"/>
          <p:nvPr/>
        </p:nvSpPr>
        <p:spPr>
          <a:xfrm>
            <a:off x="100584" y="2756594"/>
            <a:ext cx="1901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1 Go to admin portal </a:t>
            </a:r>
            <a:endParaRPr lang="en-BE" sz="900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D888-5BE8-8AE2-F578-2B3FBD9F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3125926"/>
            <a:ext cx="1402952" cy="3189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57D868-E790-E69A-5904-F22C89939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710" y="2630364"/>
            <a:ext cx="4335498" cy="1453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49A97F-1CBA-426E-2E83-A344756EE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7" y="4104435"/>
            <a:ext cx="3416377" cy="16928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C4285C-974F-023F-FA58-56263574D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672" y="5653147"/>
            <a:ext cx="3895432" cy="820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DF7648-3476-7B8B-2AA7-510DC46C8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655" y="4082266"/>
            <a:ext cx="3164715" cy="18327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73B5DF-F2CD-0C29-AB2D-4CE6121E84E3}"/>
              </a:ext>
            </a:extLst>
          </p:cNvPr>
          <p:cNvSpPr txBox="1"/>
          <p:nvPr/>
        </p:nvSpPr>
        <p:spPr>
          <a:xfrm>
            <a:off x="3032574" y="2435224"/>
            <a:ext cx="22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2 Click on </a:t>
            </a:r>
            <a:r>
              <a:rPr lang="fr-BE" sz="900" i="1" dirty="0" err="1">
                <a:solidFill>
                  <a:srgbClr val="FF0000"/>
                </a:solidFill>
              </a:rPr>
              <a:t>capacity</a:t>
            </a:r>
            <a:r>
              <a:rPr lang="fr-BE" sz="900" i="1" dirty="0">
                <a:solidFill>
                  <a:srgbClr val="FF0000"/>
                </a:solidFill>
              </a:rPr>
              <a:t>  setting and </a:t>
            </a:r>
            <a:r>
              <a:rPr lang="fr-BE" sz="900" i="1" dirty="0" err="1">
                <a:solidFill>
                  <a:srgbClr val="FF0000"/>
                </a:solidFill>
              </a:rPr>
              <a:t>find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you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fabric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capacity</a:t>
            </a:r>
            <a:r>
              <a:rPr lang="fr-BE" sz="900" i="1" dirty="0">
                <a:solidFill>
                  <a:srgbClr val="FF0000"/>
                </a:solidFill>
              </a:rPr>
              <a:t>  </a:t>
            </a:r>
            <a:endParaRPr lang="en-BE" sz="900" i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069F1-0341-6F19-DC65-2817B31A904E}"/>
              </a:ext>
            </a:extLst>
          </p:cNvPr>
          <p:cNvSpPr txBox="1"/>
          <p:nvPr/>
        </p:nvSpPr>
        <p:spPr>
          <a:xfrm>
            <a:off x="4946811" y="4950865"/>
            <a:ext cx="22983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3 </a:t>
            </a:r>
            <a:r>
              <a:rPr lang="fr-BE" sz="900" i="1" dirty="0" err="1">
                <a:solidFill>
                  <a:srgbClr val="FF0000"/>
                </a:solidFill>
              </a:rPr>
              <a:t>Add</a:t>
            </a:r>
            <a:r>
              <a:rPr lang="fr-BE" sz="900" i="1" dirty="0">
                <a:solidFill>
                  <a:srgbClr val="FF0000"/>
                </a:solidFill>
              </a:rPr>
              <a:t> user in the Admin permission</a:t>
            </a:r>
            <a:endParaRPr lang="en-BE" sz="900" i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8B72A-7F0C-E0B9-C096-18A9A3FFFA69}"/>
              </a:ext>
            </a:extLst>
          </p:cNvPr>
          <p:cNvSpPr txBox="1"/>
          <p:nvPr/>
        </p:nvSpPr>
        <p:spPr>
          <a:xfrm>
            <a:off x="4915899" y="6447120"/>
            <a:ext cx="22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4 onder the </a:t>
            </a:r>
            <a:r>
              <a:rPr lang="fr-BE" sz="900" i="1" dirty="0" err="1">
                <a:solidFill>
                  <a:srgbClr val="FF0000"/>
                </a:solidFill>
              </a:rPr>
              <a:t>capacity</a:t>
            </a:r>
            <a:r>
              <a:rPr lang="fr-BE" sz="900" i="1" dirty="0">
                <a:solidFill>
                  <a:srgbClr val="FF0000"/>
                </a:solidFill>
              </a:rPr>
              <a:t> usage report , click the </a:t>
            </a:r>
            <a:r>
              <a:rPr lang="fr-BE" sz="900" i="1" dirty="0" err="1">
                <a:solidFill>
                  <a:srgbClr val="FF0000"/>
                </a:solidFill>
              </a:rPr>
              <a:t>link</a:t>
            </a:r>
            <a:r>
              <a:rPr lang="fr-BE" sz="900" i="1" dirty="0">
                <a:solidFill>
                  <a:srgbClr val="FF0000"/>
                </a:solidFill>
              </a:rPr>
              <a:t>.</a:t>
            </a:r>
            <a:endParaRPr lang="en-BE" sz="900" i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655932-B8CC-C9ED-4CE5-06CD5B854418}"/>
              </a:ext>
            </a:extLst>
          </p:cNvPr>
          <p:cNvSpPr txBox="1"/>
          <p:nvPr/>
        </p:nvSpPr>
        <p:spPr>
          <a:xfrm>
            <a:off x="8874823" y="3712934"/>
            <a:ext cx="22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5. </a:t>
            </a:r>
            <a:r>
              <a:rPr lang="fr-BE" sz="900" i="1" dirty="0" err="1">
                <a:solidFill>
                  <a:srgbClr val="FF0000"/>
                </a:solidFill>
              </a:rPr>
              <a:t>Get</a:t>
            </a:r>
            <a:r>
              <a:rPr lang="fr-BE" sz="900" i="1" dirty="0">
                <a:solidFill>
                  <a:srgbClr val="FF0000"/>
                </a:solidFill>
              </a:rPr>
              <a:t> the apps , </a:t>
            </a:r>
            <a:r>
              <a:rPr lang="fr-BE" sz="900" i="1" dirty="0" err="1">
                <a:solidFill>
                  <a:srgbClr val="FF0000"/>
                </a:solidFill>
              </a:rPr>
              <a:t>make</a:t>
            </a:r>
            <a:r>
              <a:rPr lang="fr-BE" sz="900" i="1" dirty="0">
                <a:solidFill>
                  <a:srgbClr val="FF0000"/>
                </a:solidFill>
              </a:rPr>
              <a:t> sure to </a:t>
            </a:r>
            <a:r>
              <a:rPr lang="fr-BE" sz="900" i="1" dirty="0" err="1">
                <a:solidFill>
                  <a:srgbClr val="FF0000"/>
                </a:solidFill>
              </a:rPr>
              <a:t>reflesh</a:t>
            </a:r>
            <a:r>
              <a:rPr lang="fr-BE" sz="900" i="1" dirty="0">
                <a:solidFill>
                  <a:srgbClr val="FF0000"/>
                </a:solidFill>
              </a:rPr>
              <a:t> at </a:t>
            </a:r>
            <a:r>
              <a:rPr lang="fr-BE" sz="900" i="1" dirty="0" err="1">
                <a:solidFill>
                  <a:srgbClr val="FF0000"/>
                </a:solidFill>
              </a:rPr>
              <a:t>midnight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everyday</a:t>
            </a:r>
            <a:r>
              <a:rPr lang="fr-BE" sz="900" i="1" dirty="0">
                <a:solidFill>
                  <a:srgbClr val="FF0000"/>
                </a:solidFill>
              </a:rPr>
              <a:t> for memory </a:t>
            </a:r>
            <a:r>
              <a:rPr lang="fr-BE" sz="900" i="1" dirty="0" err="1">
                <a:solidFill>
                  <a:srgbClr val="FF0000"/>
                </a:solidFill>
              </a:rPr>
              <a:t>cost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save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endParaRPr lang="en-BE" sz="9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38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D373-574B-0763-E466-E6936916B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6A4C-A518-B795-25AF-5B2887C21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672" y="-87577"/>
            <a:ext cx="9144000" cy="569277"/>
          </a:xfrm>
        </p:spPr>
        <p:txBody>
          <a:bodyPr>
            <a:noAutofit/>
          </a:bodyPr>
          <a:lstStyle/>
          <a:p>
            <a:r>
              <a:rPr lang="en-GB" sz="1800" dirty="0"/>
              <a:t>Capacity Metric apps</a:t>
            </a:r>
            <a:endParaRPr lang="en-BE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1486D-7516-BAA4-A34F-7FC9BE2A1A67}"/>
              </a:ext>
            </a:extLst>
          </p:cNvPr>
          <p:cNvSpPr txBox="1"/>
          <p:nvPr/>
        </p:nvSpPr>
        <p:spPr>
          <a:xfrm>
            <a:off x="217500" y="717425"/>
            <a:ext cx="11695176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1200" dirty="0"/>
              <a:t>To be able to see the capacity metric app , you will need to be a capacity admin. The step are the followings :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Find the fabric capacity from Azure portal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Add user ( or group ) as owner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From MS 365 admin portal add the same user (or group) as Fabric administrator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On tenant setting / Workspaces add user (or group as) admin on given workspaces </a:t>
            </a:r>
          </a:p>
          <a:p>
            <a:r>
              <a:rPr lang="en-GB" sz="1200" dirty="0"/>
              <a:t>5. The final steps are those down</a:t>
            </a:r>
          </a:p>
          <a:p>
            <a:endParaRPr lang="en-GB" dirty="0"/>
          </a:p>
          <a:p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BFF41-02F3-3C80-B430-A57DF51C893F}"/>
              </a:ext>
            </a:extLst>
          </p:cNvPr>
          <p:cNvSpPr txBox="1"/>
          <p:nvPr/>
        </p:nvSpPr>
        <p:spPr>
          <a:xfrm>
            <a:off x="100584" y="2756594"/>
            <a:ext cx="1901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1 Go to admin portal </a:t>
            </a:r>
            <a:endParaRPr lang="en-BE" sz="900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B8A29-42FD-2B95-D838-F32BDC3C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3125926"/>
            <a:ext cx="1402952" cy="3189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3F155F-A407-F330-8A02-BC2956E3F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710" y="2630364"/>
            <a:ext cx="4335498" cy="1453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E9D5CF-1769-4958-DEFB-F1BF5E655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7" y="4104435"/>
            <a:ext cx="3416377" cy="16928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23BA6B-57AD-11B2-B868-4AB568362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672" y="5653147"/>
            <a:ext cx="3895432" cy="820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C0CD99-FAC4-9E32-6D89-A34F8679C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655" y="4082266"/>
            <a:ext cx="3164715" cy="18327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FF4361-4D25-F651-488D-8822979B0EE6}"/>
              </a:ext>
            </a:extLst>
          </p:cNvPr>
          <p:cNvSpPr txBox="1"/>
          <p:nvPr/>
        </p:nvSpPr>
        <p:spPr>
          <a:xfrm>
            <a:off x="3032574" y="2435224"/>
            <a:ext cx="22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2 Click on </a:t>
            </a:r>
            <a:r>
              <a:rPr lang="fr-BE" sz="900" i="1" dirty="0" err="1">
                <a:solidFill>
                  <a:srgbClr val="FF0000"/>
                </a:solidFill>
              </a:rPr>
              <a:t>capacity</a:t>
            </a:r>
            <a:r>
              <a:rPr lang="fr-BE" sz="900" i="1" dirty="0">
                <a:solidFill>
                  <a:srgbClr val="FF0000"/>
                </a:solidFill>
              </a:rPr>
              <a:t>  setting and </a:t>
            </a:r>
            <a:r>
              <a:rPr lang="fr-BE" sz="900" i="1" dirty="0" err="1">
                <a:solidFill>
                  <a:srgbClr val="FF0000"/>
                </a:solidFill>
              </a:rPr>
              <a:t>find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you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fabric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capacity</a:t>
            </a:r>
            <a:r>
              <a:rPr lang="fr-BE" sz="900" i="1" dirty="0">
                <a:solidFill>
                  <a:srgbClr val="FF0000"/>
                </a:solidFill>
              </a:rPr>
              <a:t>  </a:t>
            </a:r>
            <a:endParaRPr lang="en-BE" sz="900" i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7BAAC6-E06B-6244-0890-68B5AAF41D5B}"/>
              </a:ext>
            </a:extLst>
          </p:cNvPr>
          <p:cNvSpPr txBox="1"/>
          <p:nvPr/>
        </p:nvSpPr>
        <p:spPr>
          <a:xfrm>
            <a:off x="4946811" y="4950865"/>
            <a:ext cx="22983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3 </a:t>
            </a:r>
            <a:r>
              <a:rPr lang="fr-BE" sz="900" i="1" dirty="0" err="1">
                <a:solidFill>
                  <a:srgbClr val="FF0000"/>
                </a:solidFill>
              </a:rPr>
              <a:t>Add</a:t>
            </a:r>
            <a:r>
              <a:rPr lang="fr-BE" sz="900" i="1" dirty="0">
                <a:solidFill>
                  <a:srgbClr val="FF0000"/>
                </a:solidFill>
              </a:rPr>
              <a:t> user in the Admin permission</a:t>
            </a:r>
            <a:endParaRPr lang="en-BE" sz="900" i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1AEACD-9E09-3F05-4432-B8A64D907BA8}"/>
              </a:ext>
            </a:extLst>
          </p:cNvPr>
          <p:cNvSpPr txBox="1"/>
          <p:nvPr/>
        </p:nvSpPr>
        <p:spPr>
          <a:xfrm>
            <a:off x="4915899" y="6447120"/>
            <a:ext cx="22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4 onder the </a:t>
            </a:r>
            <a:r>
              <a:rPr lang="fr-BE" sz="900" i="1" dirty="0" err="1">
                <a:solidFill>
                  <a:srgbClr val="FF0000"/>
                </a:solidFill>
              </a:rPr>
              <a:t>capacity</a:t>
            </a:r>
            <a:r>
              <a:rPr lang="fr-BE" sz="900" i="1" dirty="0">
                <a:solidFill>
                  <a:srgbClr val="FF0000"/>
                </a:solidFill>
              </a:rPr>
              <a:t> usage report , click the </a:t>
            </a:r>
            <a:r>
              <a:rPr lang="fr-BE" sz="900" i="1" dirty="0" err="1">
                <a:solidFill>
                  <a:srgbClr val="FF0000"/>
                </a:solidFill>
              </a:rPr>
              <a:t>link</a:t>
            </a:r>
            <a:r>
              <a:rPr lang="fr-BE" sz="900" i="1" dirty="0">
                <a:solidFill>
                  <a:srgbClr val="FF0000"/>
                </a:solidFill>
              </a:rPr>
              <a:t>.</a:t>
            </a:r>
            <a:endParaRPr lang="en-BE" sz="900" i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41AC4-F736-63AD-1279-0C795A367B76}"/>
              </a:ext>
            </a:extLst>
          </p:cNvPr>
          <p:cNvSpPr txBox="1"/>
          <p:nvPr/>
        </p:nvSpPr>
        <p:spPr>
          <a:xfrm>
            <a:off x="8874823" y="3712934"/>
            <a:ext cx="22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900" i="1" dirty="0">
                <a:solidFill>
                  <a:srgbClr val="FF0000"/>
                </a:solidFill>
              </a:rPr>
              <a:t>5. </a:t>
            </a:r>
            <a:r>
              <a:rPr lang="fr-BE" sz="900" i="1" dirty="0" err="1">
                <a:solidFill>
                  <a:srgbClr val="FF0000"/>
                </a:solidFill>
              </a:rPr>
              <a:t>Get</a:t>
            </a:r>
            <a:r>
              <a:rPr lang="fr-BE" sz="900" i="1" dirty="0">
                <a:solidFill>
                  <a:srgbClr val="FF0000"/>
                </a:solidFill>
              </a:rPr>
              <a:t> the apps , </a:t>
            </a:r>
            <a:r>
              <a:rPr lang="fr-BE" sz="900" i="1" dirty="0" err="1">
                <a:solidFill>
                  <a:srgbClr val="FF0000"/>
                </a:solidFill>
              </a:rPr>
              <a:t>make</a:t>
            </a:r>
            <a:r>
              <a:rPr lang="fr-BE" sz="900" i="1" dirty="0">
                <a:solidFill>
                  <a:srgbClr val="FF0000"/>
                </a:solidFill>
              </a:rPr>
              <a:t> sure to </a:t>
            </a:r>
            <a:r>
              <a:rPr lang="fr-BE" sz="900" i="1" dirty="0" err="1">
                <a:solidFill>
                  <a:srgbClr val="FF0000"/>
                </a:solidFill>
              </a:rPr>
              <a:t>reflesh</a:t>
            </a:r>
            <a:r>
              <a:rPr lang="fr-BE" sz="900" i="1" dirty="0">
                <a:solidFill>
                  <a:srgbClr val="FF0000"/>
                </a:solidFill>
              </a:rPr>
              <a:t> at </a:t>
            </a:r>
            <a:r>
              <a:rPr lang="fr-BE" sz="900" i="1" dirty="0" err="1">
                <a:solidFill>
                  <a:srgbClr val="FF0000"/>
                </a:solidFill>
              </a:rPr>
              <a:t>midnight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everyday</a:t>
            </a:r>
            <a:r>
              <a:rPr lang="fr-BE" sz="900" i="1" dirty="0">
                <a:solidFill>
                  <a:srgbClr val="FF0000"/>
                </a:solidFill>
              </a:rPr>
              <a:t> for memory </a:t>
            </a:r>
            <a:r>
              <a:rPr lang="fr-BE" sz="900" i="1" dirty="0" err="1">
                <a:solidFill>
                  <a:srgbClr val="FF0000"/>
                </a:solidFill>
              </a:rPr>
              <a:t>cost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r>
              <a:rPr lang="fr-BE" sz="900" i="1" dirty="0" err="1">
                <a:solidFill>
                  <a:srgbClr val="FF0000"/>
                </a:solidFill>
              </a:rPr>
              <a:t>save</a:t>
            </a:r>
            <a:r>
              <a:rPr lang="fr-BE" sz="900" i="1" dirty="0">
                <a:solidFill>
                  <a:srgbClr val="FF0000"/>
                </a:solidFill>
              </a:rPr>
              <a:t> </a:t>
            </a:r>
            <a:endParaRPr lang="en-BE" sz="9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05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8DDE-C38E-377C-B86C-79CA7BB8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B50E-A795-5892-BD23-8AB06FB4A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8634984" cy="477837"/>
          </a:xfrm>
        </p:spPr>
        <p:txBody>
          <a:bodyPr>
            <a:noAutofit/>
          </a:bodyPr>
          <a:lstStyle/>
          <a:p>
            <a:r>
              <a:rPr lang="en-GB" sz="2400" dirty="0"/>
              <a:t>Health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CAEAD-1070-48B9-5DC6-9543E3C57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3" y="861806"/>
            <a:ext cx="8325487" cy="2036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9474C3-3DFE-1E5D-0293-231C5A081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3" y="3021281"/>
            <a:ext cx="1661304" cy="560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9DCBD5-0A8E-F273-7406-5A4E41048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3" y="3704752"/>
            <a:ext cx="1590791" cy="8958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51A2FF-E07D-6F3C-0CE5-170196FD9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95" y="4757701"/>
            <a:ext cx="1898179" cy="1755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C2158B-5942-8017-2F50-BD7C7E1A8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468" y="2916507"/>
            <a:ext cx="1340921" cy="9833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B9DB6B-A516-D244-011B-62D9C3D1DD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9274" y="3960071"/>
            <a:ext cx="2529224" cy="8929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05E03-7F9D-AE44-5323-7B1C8B702F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9274" y="4913254"/>
            <a:ext cx="1699074" cy="14741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575B95-51F4-C4B1-1643-761733FA0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498" y="2764302"/>
            <a:ext cx="1960613" cy="11656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A01AC11-3FC1-B773-5782-051203E6C9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1152" y="4084748"/>
            <a:ext cx="1925525" cy="11656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14D32B-015F-7AEF-21CA-633F8F1047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1152" y="5372198"/>
            <a:ext cx="1462219" cy="9205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6040A2-BCDC-96CF-E90C-B7CB52F55D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5830" y="2764303"/>
            <a:ext cx="1089328" cy="9411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A3243B-AF95-1622-093A-5214A594CD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0483" y="3801045"/>
            <a:ext cx="1267918" cy="11122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156F40B-85A1-355C-6388-73362CE3FA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250" y="739723"/>
            <a:ext cx="1754900" cy="268927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6F914B-6C67-7165-77B6-D07A625DCB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91632" y="3463462"/>
            <a:ext cx="1754900" cy="7087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8153EB1-801A-BC0D-D123-91A03CAC8E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5356" y="4206634"/>
            <a:ext cx="1754413" cy="150090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C145FDF-1A0D-474F-FBDE-9CAACD65EE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30271" y="4667577"/>
            <a:ext cx="2120634" cy="159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0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1CD9-262D-1A62-7195-A98D65E59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F6B1-7164-2C03-E5CF-D6F960EAF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8634984" cy="477837"/>
          </a:xfrm>
        </p:spPr>
        <p:txBody>
          <a:bodyPr>
            <a:noAutofit/>
          </a:bodyPr>
          <a:lstStyle/>
          <a:p>
            <a:r>
              <a:rPr lang="en-GB" sz="2400" dirty="0"/>
              <a:t>Compute/CPU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5AD8F-0C08-551B-131B-678A8E010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89" y="658368"/>
            <a:ext cx="4202589" cy="2076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D33F7F-74C7-CE85-0B85-CF7942991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867" y="742950"/>
            <a:ext cx="1678133" cy="11348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25605B-788B-B385-063C-CFBC5F2E8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867" y="1941310"/>
            <a:ext cx="2277311" cy="913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099877-9DF9-F659-371A-B6614EF2B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462" y="927885"/>
            <a:ext cx="2285276" cy="1807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92AD0E-830F-7676-2623-656C7ADD80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62" y="974160"/>
            <a:ext cx="2896629" cy="17278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E0D984-A710-BE4A-01C4-C87B010C8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889" y="2891178"/>
            <a:ext cx="2162636" cy="115248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46B35D-BD93-8C73-9834-D1E13A0208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914" y="2854935"/>
            <a:ext cx="2172483" cy="11348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DC0E8D0-DB5D-22FF-5566-09A859E0FF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89" y="4249715"/>
            <a:ext cx="2019761" cy="20445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F632B35-C6DC-B279-1CAA-E08C45633F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7705" y="4249715"/>
            <a:ext cx="1834284" cy="208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3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69BF-CA94-771A-364C-B003CA2B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D4CB-E5F2-22F6-3014-3C27BF54E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8634984" cy="477837"/>
          </a:xfrm>
        </p:spPr>
        <p:txBody>
          <a:bodyPr>
            <a:noAutofit/>
          </a:bodyPr>
          <a:lstStyle/>
          <a:p>
            <a:r>
              <a:rPr lang="en-GB" sz="2400" dirty="0"/>
              <a:t>Compute/Duration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FECCA-85FD-3AD9-E6B1-B3C976520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0" y="658369"/>
            <a:ext cx="4097424" cy="1722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29BF86-8276-453A-E3BE-271E12434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0" y="2514599"/>
            <a:ext cx="2993017" cy="1021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4918A6-64D0-A363-EAE2-6C641AAEA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0" y="3669095"/>
            <a:ext cx="1987565" cy="1530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A072A8-32C7-7F5A-07AA-536DB899C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0" y="5336233"/>
            <a:ext cx="1806590" cy="15104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974F4C-90FC-07AF-A98D-5CEBE4FFF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8520" y="2392747"/>
            <a:ext cx="2757480" cy="16536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E93A25-24AE-459A-120B-606378FBD5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9249" y="4156216"/>
            <a:ext cx="2984277" cy="17228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2625DC-E0F6-2A6F-39CE-250701E61C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5280" y="874782"/>
            <a:ext cx="1795834" cy="14080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729DD5-4C4E-C733-10C1-2408EB1FE8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5446" y="2282879"/>
            <a:ext cx="2286197" cy="22861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95806EE-1EBB-1A18-2ACC-8364F1263A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6800" y="4669490"/>
            <a:ext cx="1852824" cy="152409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BC9ADB0-4D38-AFFB-2F0F-A70D4A0713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1849" y="3347349"/>
            <a:ext cx="2273622" cy="284623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8D92E3A-FE24-8379-06F5-282051D4D5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6226" y="231288"/>
            <a:ext cx="3876991" cy="205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1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57AC-2C54-44F6-BB5C-70832F7F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1560-E72B-62FB-4E69-A2CFCDF5E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8634984" cy="477837"/>
          </a:xfrm>
        </p:spPr>
        <p:txBody>
          <a:bodyPr>
            <a:noAutofit/>
          </a:bodyPr>
          <a:lstStyle/>
          <a:p>
            <a:r>
              <a:rPr lang="en-GB" sz="2400" dirty="0"/>
              <a:t>Compute/Operation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2CCAF-3C11-A18D-4DD3-38E3B08E4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8" y="861350"/>
            <a:ext cx="5260582" cy="26610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EA264E-E694-2FB7-F719-958E258D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688" y="1743074"/>
            <a:ext cx="5786030" cy="260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8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1CAA-4005-434A-079F-B15FC53C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2AD7-6EE5-0C71-3C8A-FF0C78EA3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8634984" cy="477837"/>
          </a:xfrm>
        </p:spPr>
        <p:txBody>
          <a:bodyPr>
            <a:noAutofit/>
          </a:bodyPr>
          <a:lstStyle/>
          <a:p>
            <a:r>
              <a:rPr lang="en-GB" sz="2400" dirty="0"/>
              <a:t>Compute/</a:t>
            </a:r>
            <a:r>
              <a:rPr lang="en-GB" sz="2400" dirty="0" err="1"/>
              <a:t>Cupute</a:t>
            </a:r>
            <a:r>
              <a:rPr lang="en-GB" sz="2400" dirty="0"/>
              <a:t>-Details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FE87B-BBC6-23DD-7664-FA45E502E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57" y="689661"/>
            <a:ext cx="6158844" cy="2003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ED9F93-057F-F59C-63D2-F7E4DCDAF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0" y="2762640"/>
            <a:ext cx="2867025" cy="13327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7033F-CA21-BF0B-2FDC-5ADC7314C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7" y="4111739"/>
            <a:ext cx="3619500" cy="1233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42DF9D-17A5-129A-3277-BC6E82279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765" y="2750338"/>
            <a:ext cx="3404836" cy="15346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FF8F82-7A15-1BF7-92B4-BF3E025BB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807" y="149239"/>
            <a:ext cx="3405719" cy="27339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F6FE95-D124-F4DC-553D-1AB44F9428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4247" y="4270480"/>
            <a:ext cx="3231513" cy="16602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E73B00-65D8-F466-3B61-4594C30FCF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6019" y="2883168"/>
            <a:ext cx="3084138" cy="25529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29C63C-FC21-75A7-F704-91321825B9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6281" y="5436105"/>
            <a:ext cx="3872452" cy="13098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3BE8D4E-52DD-471B-7C8F-9FA0F8C58C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47" y="5883648"/>
            <a:ext cx="4753485" cy="82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2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7B52F-3EA0-2BD4-76A0-693B015D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30E3-583B-0524-ABCC-4DA05418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8634984" cy="477837"/>
          </a:xfrm>
        </p:spPr>
        <p:txBody>
          <a:bodyPr>
            <a:noAutofit/>
          </a:bodyPr>
          <a:lstStyle/>
          <a:p>
            <a:r>
              <a:rPr lang="en-GB" sz="2400" dirty="0"/>
              <a:t>Compute/Compute-Utilization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F528B-0259-2F74-867F-5FCFDADB8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9" y="753618"/>
            <a:ext cx="5174030" cy="2227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A6DA57-8BAA-53DA-8A49-792F0A0CB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049" y="695338"/>
            <a:ext cx="5015667" cy="517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5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0149-7A63-FCAB-036C-B338F4BF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534D-8309-AA01-0F03-69F701338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2" y="180531"/>
            <a:ext cx="8634984" cy="477837"/>
          </a:xfrm>
        </p:spPr>
        <p:txBody>
          <a:bodyPr>
            <a:noAutofit/>
          </a:bodyPr>
          <a:lstStyle/>
          <a:p>
            <a:r>
              <a:rPr lang="en-GB" sz="2400" dirty="0"/>
              <a:t>Compute/Compute-</a:t>
            </a:r>
            <a:r>
              <a:rPr lang="en-GB" sz="2400" dirty="0" err="1"/>
              <a:t>Throthling</a:t>
            </a: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3D1EA-6B84-B889-4304-BC30AF44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96" y="658368"/>
            <a:ext cx="4835277" cy="2043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5AFD9B-6A28-965A-8542-922482C0F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690305"/>
            <a:ext cx="3234920" cy="2011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42C6D9-3D20-FD53-E9F0-B24C8FB7F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96" y="2967247"/>
            <a:ext cx="5100345" cy="21812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AF425F-11A6-6255-18D2-4ED8E96AA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2967247"/>
            <a:ext cx="3086580" cy="232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8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215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Capacity Metric apps</vt:lpstr>
      <vt:lpstr>Capacity Metric apps</vt:lpstr>
      <vt:lpstr>Health</vt:lpstr>
      <vt:lpstr>Compute/CPU </vt:lpstr>
      <vt:lpstr>Compute/Duration </vt:lpstr>
      <vt:lpstr>Compute/Operation </vt:lpstr>
      <vt:lpstr>Compute/Cupute-Details </vt:lpstr>
      <vt:lpstr>Compute/Compute-Utilization</vt:lpstr>
      <vt:lpstr>Compute/Compute-Throthling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16</cp:revision>
  <dcterms:created xsi:type="dcterms:W3CDTF">2026-03-26T16:03:49Z</dcterms:created>
  <dcterms:modified xsi:type="dcterms:W3CDTF">2026-03-29T10:44:39Z</dcterms:modified>
</cp:coreProperties>
</file>